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6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hz1mleq4P1m1FpJFLd7fZxm/mY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Casey. I'm going to tell you a story about Casey.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morning Casey felt sad, and Casey didn't know why.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And this afternoon Casey felt happy, and Casey didn't know why.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Casey saw a classmate named Blake. Blake said, "Hi Casey! How was school today?"  Casey told Blake about feeling happy today.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Casey did not tell Blake about feeling sad today.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Casey saw another classmate named Morgan. Morgan said, "Hi Casey! How was school today?"  Casey did not tell Morgan about feeling happy today.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Casey did tell Morgan about feeling sad today.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Casey tell about feeling sad today?  [memory check]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Casey?  Why?   [PRIMARY DV]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an ice cream cone with? Why?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candy with? Why?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Rowan. I'm going to tell you a story about Rowan.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Rowan feels sad today, and Rowan doesn't know why.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Rowan found out that rabbits are Rowan's favourite animal.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Rowan saw a classmate named Jesse. Jesse said, "Hi Rowan! How was school today?"  Rowan told Jesse about rabbits being Rowan's favourite animal.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Rowan did not tell Jesse about feeling sad today.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Rowan saw another classmate named Kai. Kai said, "Hi Rowan! How was school today?"  Rowan did not tell Kai about rabbits being Rowan's favourite animal.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Rowan did tell Kai about feeling sad today.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Rowan tell about feeling sad today?  [memory check]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Rowan?  Why?   [PRIMARY DV]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Rowan would want to share an ice cream cone with? Why?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Rowan would want to share candy with? Why?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Percy. I'm going to tell you a story about Percy.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Percy feels sad today, and Percy doesn't know why.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Percy learned that foxes move without making any sound.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Percy saw a classmate named Avery. Avery said, "Hi Percy! How was school today?"  Percy told Avery about how foxes move without making any sound.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Percy did not tell Avery about feeling sad today.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Percy saw another classmate named Orin. Orin said, "Hi Percy! How was school today?"  Percy did not tell Orin about how foxes move without making any sound.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Percy did tell Orin about feeling sad today.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Percy tell about feeling sad today?  [memory check]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Percy?  Why?   [PRIMARY DV]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Devon. I'm going to tell you a story about Devon.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Devon feels happy today, and Devon doesn't know why.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Devon found out that owls are Devon's favourite animal.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Devon saw a classmate named Harper. Harper said, "Hi Devon! How was school today?"  Devon told Harper about owls being Devon's favourite animal.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Devon did not tell Harper about feeling happy today.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Devon saw another classmate named Quinn. Quinn said, "Hi Devon! How was school today?"  Devon did not tell Quinn about owls being Devon's favourite animal.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Devon did tell Quinn about feeling happy today.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Devon tell about feeling happy today?  [memory check]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Devon?  Why?   [PRIMARY DV]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Kendall. I'm going to tell you a story about Kendall.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feels happy today, and Kendall doesn't know why.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Kendall learned that elephants move mostly in the morning.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Kendall saw a classmate named Riley. Riley said, "Hi Kendall! How was school today?"  Kendall told Riley about how elephants move mostly in the morning.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did not tell Riley about feeling happy today.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Kendall saw another classmate named Cameron. Cameron said, "Hi Kendall! How was school today?"  Kendall did not tell Cameron about how elephants move mostly in the morning.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Kendall did tell Cameron about feeling happy today.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Kendall tell about feeling happy today?  [memory check]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Kendall?  Why?   [PRIMARY DV]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Jamie. I'm going to tell you a story about Jamie.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found out that owls are Jamie's favourite animal.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learned that rabbits move by hopping on their back legs.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Jamie saw a classmate named Elliot. Elliot said, "Hi Jamie! How was school today?"  Jamie told Elliot about how rabbits move by hopping on their back legs.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Jamie did not tell Elliot about owls being Jamie's favourite animal.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Jamie saw another classmate named Parker. Parker said, "Hi Jamie! How was school today?"  Jamie did not tell Parker about how rabbits move by hopping on their back legs.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Jamie did tell Parker about owls being Jamie's favourite animal.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Jamie tell about the owls?  [memory check]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Jamie?  Why?   [PRIMARY DV]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4" name="Google Shape;55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3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6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6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6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6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70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1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71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sz="2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83985"/>
            <a:ext cx="1775900" cy="2042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2029514"/>
            <a:ext cx="1979225" cy="227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2029514"/>
            <a:ext cx="1979225" cy="227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2275" y="2528470"/>
            <a:ext cx="1367325" cy="15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5300" y="2528470"/>
            <a:ext cx="1367325" cy="15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98051"/>
            <a:ext cx="1437410" cy="1652794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427226"/>
            <a:ext cx="1437410" cy="1652794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131251"/>
            <a:ext cx="1408018" cy="1618998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131244"/>
            <a:ext cx="1408025" cy="161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131251"/>
            <a:ext cx="1408018" cy="1618998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131244"/>
            <a:ext cx="1408025" cy="161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131251"/>
            <a:ext cx="1408018" cy="1618998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131244"/>
            <a:ext cx="1408025" cy="161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83985"/>
            <a:ext cx="1775900" cy="204200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2029514"/>
            <a:ext cx="1979225" cy="227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2029514"/>
            <a:ext cx="1979225" cy="227579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4416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2275" y="2528470"/>
            <a:ext cx="1367325" cy="15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5300" y="2528470"/>
            <a:ext cx="1367325" cy="15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98051"/>
            <a:ext cx="1437410" cy="1652794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427226"/>
            <a:ext cx="1437410" cy="1652794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131251"/>
            <a:ext cx="1408018" cy="1618998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131244"/>
            <a:ext cx="1408025" cy="161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131251"/>
            <a:ext cx="1408018" cy="1618998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131244"/>
            <a:ext cx="1408025" cy="161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131251"/>
            <a:ext cx="1408018" cy="1618998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131244"/>
            <a:ext cx="1408025" cy="161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7691" y="1717276"/>
            <a:ext cx="814716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0308" y="1717276"/>
            <a:ext cx="70948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90133" y="1937888"/>
            <a:ext cx="70948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1984851"/>
            <a:ext cx="706850" cy="61554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90133" y="1937888"/>
            <a:ext cx="709482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1984851"/>
            <a:ext cx="706850" cy="61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6675" y="3050170"/>
            <a:ext cx="1026900" cy="894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83985"/>
            <a:ext cx="1775900" cy="204200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2029514"/>
            <a:ext cx="1979225" cy="227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2029514"/>
            <a:ext cx="1979225" cy="227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528470"/>
            <a:ext cx="1367325" cy="15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528470"/>
            <a:ext cx="1367325" cy="15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98051"/>
            <a:ext cx="1437410" cy="1652794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427226"/>
            <a:ext cx="1437410" cy="1652794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131251"/>
            <a:ext cx="1408018" cy="1618998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131244"/>
            <a:ext cx="1408025" cy="161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11647" y="1717276"/>
            <a:ext cx="686804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17276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1927538"/>
            <a:ext cx="706850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1927538"/>
            <a:ext cx="706850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6675" y="2966925"/>
            <a:ext cx="1026900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83985"/>
            <a:ext cx="1775900" cy="204200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2029514"/>
            <a:ext cx="1979225" cy="227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2029514"/>
            <a:ext cx="1979225" cy="227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6263" y="1717276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528470"/>
            <a:ext cx="1367325" cy="15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528470"/>
            <a:ext cx="1367325" cy="157220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98051"/>
            <a:ext cx="1437410" cy="1652794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98054"/>
            <a:ext cx="1437410" cy="165279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427226"/>
            <a:ext cx="1437410" cy="1652794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6675" y="3166803"/>
            <a:ext cx="1026900" cy="66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131251"/>
            <a:ext cx="1408018" cy="1618998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131244"/>
            <a:ext cx="1408025" cy="161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42" descr="A blue sky with clouds an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9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63" name="Google Shape;563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64" name="Google Shape;56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70" name="Google Shape;57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71" name="Google Shape;57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Microsoft Macintosh PowerPoint</Application>
  <PresentationFormat>On-screen Show (16:9)</PresentationFormat>
  <Paragraphs>66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Helvetica Neue</vt:lpstr>
      <vt:lpstr>Calibri</vt:lpstr>
      <vt:lpstr>Arial</vt:lpstr>
      <vt:lpstr>Helvetica Neue Light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Thomas, Ashley J.</cp:lastModifiedBy>
  <cp:revision>1</cp:revision>
  <dcterms:modified xsi:type="dcterms:W3CDTF">2026-09-22T13:11:42Z</dcterms:modified>
</cp:coreProperties>
</file>