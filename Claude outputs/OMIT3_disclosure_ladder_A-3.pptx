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7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8767"/>
  </p:normalViewPr>
  <p:slideViewPr>
    <p:cSldViewPr snapToGrid="0">
      <p:cViewPr varScale="1">
        <p:scale>
          <a:sx n="139" d="100"/>
          <a:sy n="139" d="100"/>
        </p:scale>
        <p:origin x="176" y="3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lunch, Casey felt sad, and Casey didn't know why.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recess, Casey felt happy, and Casey didn't know why.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Casey saw a classmate named Blake. Blake said, "Hi Casey! How was school today?" Casey told Blake about feeling happy.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Casey did not tell Blake about feeling sad.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Casey saw another classmate named Morgan. Morgan said, "Hi Casey! How was school today?" Casey did not tell Morgan about feeling happy.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Casey did tell Morgan about feeling sad.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sad? [memory check]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Casey? Why? [PRIMARY DV]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a single ice cream cone with? Why?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Rowan. I'm going to tell you a story about Rowan.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lunch, Rowan felt sad, and Rowan didn't know why.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Rowan decided that rabbits were their favourite animal.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Rowan saw a classmate named Jesse. Jesse said, "Hi Rowan! How was school today?" Rowan told Jesse about rabbits being Rowan's favourite animal.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did not tell Jesse about feeling sad.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Rowan saw another classmate named Kai. Kai said, "Hi Rowan! How was school today?" Rowan did not tell Kai about rabbits being Rowan's favourite animal.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Rowan did tell Kai about feeling sad.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Rowan tell about feeling sad? [memory check]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Rowan? Why? [PRIMARY DV]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a single ice cream cone with? Why?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candy with? Why?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lunch, Percy felt sad, and Percy didn't know why.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Percy saw a classmate named Avery. Avery said, "Hi Percy! How was school today?"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did not tell Avery about feeling sad.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Percy saw another classmate named Orin. Orin said, "Hi Percy! How was school today?" 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Percy did tell Orin about feeling sad.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about feeling sad? [memory check]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Percy? Why? [PRIMARY DV]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a single ice cream cone with? Why?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candy with? Why?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Devon. I'm going to tell you a story about Devon.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recess, Devon felt happy, and Devon didn't know why.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Devon decided that owls were their favourite animal.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Devon saw a classmate named Harper. Harper said, "Hi Devon! How was school today?" Devon told Harper about owls being Devon's favourite animal.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did not tell Harper about feeling happy.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Devon saw another classmate named Quinn. Quinn said, "Hi Devon! How was school today?" Devon did not tell Quinn about owls being Devon's favourite animal.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Devon did tell Quinn about feeling happy.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Devon tell about feeling happy? [memory check]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Devon? Why? [PRIMARY DV]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Devon would want to share a single ice cream cone with? Why?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Devon would want to share candy with? Why?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 recess, Kendall felt happy, and Kendall didn't know why.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Kendall saw a classmate named Riley. Riley said, "Hi Kendall! How was school today?"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did not tell Riley about feeling happy.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Kendall saw another classmate named Cameron. Cameron said, "Hi Kendall! How was school today?" 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Kendall did tell Cameron about feeling happy.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about feeling happy? [memory check]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Kendall? Why? [PRIMARY DV]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a single ice cream cone with? Why?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candy with? Why?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decided that owls were their favourite animal.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Jamie saw a classmate named Elliot. Elliot said, "Hi Jamie! How was school today?"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Jamie did not tell Elliot about owls being Jamie's favourite animal.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Jamie saw another classmate named Parker. Parker said, "Hi Jamie! How was school today?" 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Jamie did tell Parker about owls being Jamie's favourite animal.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Jamie tell about the owls? [memory check]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Jamie? Why? [PRIMARY DV]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would want to share a single ice cream cone with? Why?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would want to share candy with? Why?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6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0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1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1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4416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113" y="1717276"/>
            <a:ext cx="617873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68912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233" y="2966925"/>
            <a:ext cx="923784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5968" y="1717276"/>
            <a:ext cx="61816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017" y="2966925"/>
            <a:ext cx="9242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42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70" name="Google Shape;57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1217</Words>
  <Application>Microsoft Macintosh PowerPoint</Application>
  <PresentationFormat>On-screen Show (16:9)</PresentationFormat>
  <Paragraphs>74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Helvetica Neue</vt:lpstr>
      <vt:lpstr>Calibri</vt:lpstr>
      <vt:lpstr>Arial</vt:lpstr>
      <vt:lpstr>Helvetica Neue Light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Ashley J.</cp:lastModifiedBy>
  <cp:revision>3</cp:revision>
  <dcterms:modified xsi:type="dcterms:W3CDTF">2026-09-23T14:17:32Z</dcterms:modified>
</cp:coreProperties>
</file>