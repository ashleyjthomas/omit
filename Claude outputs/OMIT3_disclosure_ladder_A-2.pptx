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43.xml"/>
  <Override ContentType="application/vnd.openxmlformats-officedocument.presentationml.slide+xml" PartName="/ppt/slides/slide3.xml"/>
  <Override ContentType="application/vnd.openxmlformats-officedocument.presentationml.slide+xml" PartName="/ppt/slides/slide4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  <p:sldId id="269" r:id="rId69"/>
    <p:sldId id="270" r:id="rId70"/>
    <p:sldId id="271" r:id="rId71"/>
    <p:sldId id="272" r:id="rId72"/>
    <p:sldId id="273" r:id="rId73"/>
    <p:sldId id="274" r:id="rId74"/>
    <p:sldId id="275" r:id="rId75"/>
    <p:sldId id="276" r:id="rId76"/>
    <p:sldId id="277" r:id="rId77"/>
    <p:sldId id="278" r:id="rId78"/>
    <p:sldId id="279" r:id="rId79"/>
    <p:sldId id="280" r:id="rId80"/>
    <p:sldId id="281" r:id="rId81"/>
    <p:sldId id="282" r:id="rId82"/>
    <p:sldId id="283" r:id="rId83"/>
    <p:sldId id="284" r:id="rId84"/>
    <p:sldId id="285" r:id="rId85"/>
    <p:sldId id="286" r:id="rId86"/>
    <p:sldId id="287" r:id="rId87"/>
    <p:sldId id="288" r:id="rId88"/>
    <p:sldId id="289" r:id="rId89"/>
    <p:sldId id="290" r:id="rId90"/>
    <p:sldId id="291" r:id="rId91"/>
    <p:sldId id="292" r:id="rId92"/>
    <p:sldId id="293" r:id="rId93"/>
    <p:sldId id="294" r:id="rId94"/>
    <p:sldId id="295" r:id="rId95"/>
    <p:sldId id="296" r:id="rId96"/>
    <p:sldId id="297" r:id="rId97"/>
    <p:sldId id="298" r:id="rId98"/>
    <p:sldId id="299" r:id="rId99"/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48"/>
    <p:sldId id="319" r:id="rId49"/>
    <p:sldId id="320" r:id="rId50"/>
  </p:sldIdLst>
  <p:sldSz cy="5143500" cx="9144000"/>
  <p:notesSz cx="6858000" cy="9144000"/>
  <p:embeddedFontLst>
    <p:embeddedFont>
      <p:font typeface="Helvetica Neue"/>
      <p:regular r:id="rId51"/>
      <p:bold r:id="rId52"/>
      <p:italic r:id="rId53"/>
      <p:boldItalic r:id="rId54"/>
    </p:embeddedFont>
    <p:embeddedFont>
      <p:font typeface="Helvetica Neue Ligh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9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51" Type="http://schemas.openxmlformats.org/officeDocument/2006/relationships/font" Target="fonts/HelveticaNeue-regular.fntdata"/><Relationship Id="rId50" Type="http://schemas.openxmlformats.org/officeDocument/2006/relationships/slide" Target="slides/slide44.xml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55" Type="http://schemas.openxmlformats.org/officeDocument/2006/relationships/font" Target="fonts/HelveticaNeueLight-regular.fntdata"/><Relationship Id="rId10" Type="http://schemas.openxmlformats.org/officeDocument/2006/relationships/slide" Target="slides/slide4.xml"/><Relationship Id="rId54" Type="http://schemas.openxmlformats.org/officeDocument/2006/relationships/font" Target="fonts/HelveticaNeue-boldItalic.fntdata"/><Relationship Id="rId57" Type="http://schemas.openxmlformats.org/officeDocument/2006/relationships/font" Target="fonts/HelveticaNeueLight-italic.fntdata"/><Relationship Id="rId56" Type="http://schemas.openxmlformats.org/officeDocument/2006/relationships/font" Target="fonts/HelveticaNeueLight-bold.fntdata"/><Relationship Id="rId59" Type="http://customschemas.google.com/relationships/presentationmetadata" Target="metadata"/><Relationship Id="rId58" Type="http://schemas.openxmlformats.org/officeDocument/2006/relationships/font" Target="fonts/HelveticaNeueLight-boldItalic.fntdata"/>  <Relationship Id="rId60" Type="http://schemas.openxmlformats.org/officeDocument/2006/relationships/slide" Target="slides/slide45.xml"/>
  <Relationship Id="rId61" Type="http://schemas.openxmlformats.org/officeDocument/2006/relationships/slide" Target="slides/slide46.xml"/>
  <Relationship Id="rId62" Type="http://schemas.openxmlformats.org/officeDocument/2006/relationships/slide" Target="slides/slide47.xml"/>
  <Relationship Id="rId63" Type="http://schemas.openxmlformats.org/officeDocument/2006/relationships/slide" Target="slides/slide48.xml"/>
  <Relationship Id="rId64" Type="http://schemas.openxmlformats.org/officeDocument/2006/relationships/slide" Target="slides/slide49.xml"/>
  <Relationship Id="rId65" Type="http://schemas.openxmlformats.org/officeDocument/2006/relationships/slide" Target="slides/slide50.xml"/>
  <Relationship Id="rId66" Type="http://schemas.openxmlformats.org/officeDocument/2006/relationships/slide" Target="slides/slide51.xml"/>
  <Relationship Id="rId67" Type="http://schemas.openxmlformats.org/officeDocument/2006/relationships/slide" Target="slides/slide52.xml"/>
  <Relationship Id="rId68" Type="http://schemas.openxmlformats.org/officeDocument/2006/relationships/slide" Target="slides/slide53.xml"/>
  <Relationship Id="rId69" Type="http://schemas.openxmlformats.org/officeDocument/2006/relationships/slide" Target="slides/slide54.xml"/>
  <Relationship Id="rId70" Type="http://schemas.openxmlformats.org/officeDocument/2006/relationships/slide" Target="slides/slide55.xml"/>
  <Relationship Id="rId71" Type="http://schemas.openxmlformats.org/officeDocument/2006/relationships/slide" Target="slides/slide56.xml"/>
  <Relationship Id="rId72" Type="http://schemas.openxmlformats.org/officeDocument/2006/relationships/slide" Target="slides/slide57.xml"/>
  <Relationship Id="rId73" Type="http://schemas.openxmlformats.org/officeDocument/2006/relationships/slide" Target="slides/slide58.xml"/>
  <Relationship Id="rId74" Type="http://schemas.openxmlformats.org/officeDocument/2006/relationships/slide" Target="slides/slide59.xml"/>
  <Relationship Id="rId75" Type="http://schemas.openxmlformats.org/officeDocument/2006/relationships/slide" Target="slides/slide60.xml"/>
  <Relationship Id="rId76" Type="http://schemas.openxmlformats.org/officeDocument/2006/relationships/slide" Target="slides/slide61.xml"/>
  <Relationship Id="rId77" Type="http://schemas.openxmlformats.org/officeDocument/2006/relationships/slide" Target="slides/slide62.xml"/>
  <Relationship Id="rId78" Type="http://schemas.openxmlformats.org/officeDocument/2006/relationships/slide" Target="slides/slide63.xml"/>
  <Relationship Id="rId79" Type="http://schemas.openxmlformats.org/officeDocument/2006/relationships/slide" Target="slides/slide64.xml"/>
  <Relationship Id="rId80" Type="http://schemas.openxmlformats.org/officeDocument/2006/relationships/slide" Target="slides/slide65.xml"/>
  <Relationship Id="rId81" Type="http://schemas.openxmlformats.org/officeDocument/2006/relationships/slide" Target="slides/slide66.xml"/>
  <Relationship Id="rId82" Type="http://schemas.openxmlformats.org/officeDocument/2006/relationships/slide" Target="slides/slide67.xml"/>
  <Relationship Id="rId83" Type="http://schemas.openxmlformats.org/officeDocument/2006/relationships/slide" Target="slides/slide68.xml"/>
  <Relationship Id="rId84" Type="http://schemas.openxmlformats.org/officeDocument/2006/relationships/slide" Target="slides/slide69.xml"/>
  <Relationship Id="rId85" Type="http://schemas.openxmlformats.org/officeDocument/2006/relationships/slide" Target="slides/slide70.xml"/>
  <Relationship Id="rId86" Type="http://schemas.openxmlformats.org/officeDocument/2006/relationships/slide" Target="slides/slide71.xml"/>
  <Relationship Id="rId87" Type="http://schemas.openxmlformats.org/officeDocument/2006/relationships/slide" Target="slides/slide72.xml"/>
  <Relationship Id="rId88" Type="http://schemas.openxmlformats.org/officeDocument/2006/relationships/slide" Target="slides/slide73.xml"/>
  <Relationship Id="rId89" Type="http://schemas.openxmlformats.org/officeDocument/2006/relationships/slide" Target="slides/slide74.xml"/>
  <Relationship Id="rId90" Type="http://schemas.openxmlformats.org/officeDocument/2006/relationships/slide" Target="slides/slide75.xml"/>
  <Relationship Id="rId91" Type="http://schemas.openxmlformats.org/officeDocument/2006/relationships/slide" Target="slides/slide76.xml"/>
  <Relationship Id="rId92" Type="http://schemas.openxmlformats.org/officeDocument/2006/relationships/slide" Target="slides/slide77.xml"/>
  <Relationship Id="rId93" Type="http://schemas.openxmlformats.org/officeDocument/2006/relationships/slide" Target="slides/slide78.xml"/>
  <Relationship Id="rId94" Type="http://schemas.openxmlformats.org/officeDocument/2006/relationships/slide" Target="slides/slide79.xml"/>
  <Relationship Id="rId95" Type="http://schemas.openxmlformats.org/officeDocument/2006/relationships/slide" Target="slides/slide80.xml"/>
  <Relationship Id="rId96" Type="http://schemas.openxmlformats.org/officeDocument/2006/relationships/slide" Target="slides/slide81.xml"/>
  <Relationship Id="rId97" Type="http://schemas.openxmlformats.org/officeDocument/2006/relationships/slide" Target="slides/slide82.xml"/>
  <Relationship Id="rId98" Type="http://schemas.openxmlformats.org/officeDocument/2006/relationships/slide" Target="slides/slide83.xml"/>
  <Relationship Id="rId99" Type="http://schemas.openxmlformats.org/officeDocument/2006/relationships/slide" Target="slides/slide84.xml"/>
  <Relationship Id="rId100" Type="http://schemas.openxmlformats.org/officeDocument/2006/relationships/slide" Target="slides/slide85.xml"/>
  <Relationship Id="rId101" Type="http://schemas.openxmlformats.org/officeDocument/2006/relationships/slide" Target="slides/slide86.xml"/>
  <Relationship Id="rId102" Type="http://schemas.openxmlformats.org/officeDocument/2006/relationships/slide" Target="slides/slide87.xml"/>
  <Relationship Id="rId103" Type="http://schemas.openxmlformats.org/officeDocument/2006/relationships/slide" Target="slides/slide88.xml"/>
  <Relationship Id="rId104" Type="http://schemas.openxmlformats.org/officeDocument/2006/relationships/slide" Target="slides/slide89.xml"/>
  <Relationship Id="rId105" Type="http://schemas.openxmlformats.org/officeDocument/2006/relationships/slide" Target="slides/slide90.xml"/>
  <Relationship Id="rId106" Type="http://schemas.openxmlformats.org/officeDocument/2006/relationships/slide" Target="slides/slide91.xml"/>
  <Relationship Id="rId107" Type="http://schemas.openxmlformats.org/officeDocument/2006/relationships/slide" Target="slides/slide92.xml"/>
  <Relationship Id="rId108" Type="http://schemas.openxmlformats.org/officeDocument/2006/relationships/slide" Target="slides/slide93.xml"/>
  <Relationship Id="rId109" Type="http://schemas.openxmlformats.org/officeDocument/2006/relationships/slide" Target="slides/slide94.xml"/>
  <Relationship Id="rId110" Type="http://schemas.openxmlformats.org/officeDocument/2006/relationships/slide" Target="slides/slide95.xml"/>
  <Relationship Id="rId111" Type="http://schemas.openxmlformats.org/officeDocument/2006/relationships/slide" Target="slides/slide96.xml"/>
  <Relationship Id="rId112" Type="http://schemas.openxmlformats.org/officeDocument/2006/relationships/slide" Target="slides/slide97.xml"/>
  <Relationship Id="rId113" Type="http://schemas.openxmlformats.org/officeDocument/2006/relationships/slide" Target="slides/slide98.xml"/>
  <Relationship Id="rId114" Type="http://schemas.openxmlformats.org/officeDocument/2006/relationships/slide" Target="slides/slide99.xml"/>
  <Relationship Id="rId115" Type="http://schemas.openxmlformats.org/officeDocument/2006/relationships/slide" Target="slides/slide100.xml"/>
  <Relationship Id="rId116" Type="http://schemas.openxmlformats.org/officeDocument/2006/relationships/slide" Target="slides/slide101.xml"/>
  <Relationship Id="rId117" Type="http://schemas.openxmlformats.org/officeDocument/2006/relationships/slide" Target="slides/slide10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morning Casey felt sad, and Casey didn't know why.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And this afternoon Casey felt happy, and Casey didn't know why.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Casey saw a classmate named Blake. Blake said, "Hi Casey! How was school today?"  Casey told Blake about feeling happy today.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Casey did not tell Blake about feeling sad today.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Casey saw another classmate named Morgan. Morgan said, "Hi Casey! How was school today?"  Casey did not tell Morgan about feeling happy today.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Casey did tell Morgan about feeling sad today.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Casey tell about feeling sad today?  [memory check]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Casey?  Why?   [PRIMARY DV]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Casey would want to share an ice cream cone with? Why?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Rowan. I'm going to tell you a story about Rowan.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Rowan feels sad today, and Rowan doesn't know why.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Rowan found out that rabbits are Rowan's favourite animal.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Rowan saw a classmate named Jesse. Jesse said, "Hi Rowan! How was school today?"  Rowan told Jesse about rabbits being Rowan's favourite animal.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Rowan did not tell Jesse about feeling sad today.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Rowan saw another classmate named Kai. Kai said, "Hi Rowan! How was school today?"  Rowan did not tell Kai about rabbits being Rowan's favourite animal.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Rowan did tell Kai about feeling sad today.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Rowan tell about feeling sad today?  [memory check]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Rowan?  Why?   [PRIMARY DV]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Rowan would want to share an ice cream cone with? Why?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Rowan would want to share candy with? Why?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Percy feels sad today, and Percy doesn't know why.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Percy saw a classmate named Avery. Avery said, "Hi Percy! How was school today?" 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Percy did not tell Avery about feeling sad today.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Percy saw another classmate named Orin. Orin said, "Hi Percy! How was school today?"  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Percy did tell Orin about feeling sad today.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Percy tell about feeling sad today?  [memory check]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Percy?  Why?   [PRIMARY DV]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Devon. I'm going to tell you a story about Devon.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Devon feels happy today, and Devon doesn't know why.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Devon found out that owls are Devon's favourite animal.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Devon saw a classmate named Harper. Harper said, "Hi Devon! How was school today?"  Devon told Harper about owls being Devon's favourite animal.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Devon did not tell Harper about feeling happy today.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Devon saw another classmate named Quinn. Quinn said, "Hi Devon! How was school today?"  Devon did not tell Quinn about owls being Devon's favourite animal.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Devon did tell Quinn about feeling happy today.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Devon tell about feeling happy today?  [memory check]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Devon?  Why?   [PRIMARY DV]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Kendall feels happy today, and Kendall doesn't know why.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Kendall saw a classmate named Riley. Riley said, "Hi Kendall! How was school today?" 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Kendall did not tell Riley about feeling happy today.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Kendall saw another classmate named Cameron. Cameron said, "Hi Kendall! How was school today?"  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Kendall did tell Cameron about feeling happy today.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Kendall tell about feeling happy today?  [memory check]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Kendall?  Why?   [PRIMARY DV]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Jamie found out that owls are Jamie's favourite animal.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After school, Jamie saw a classmate named Elliot. Elliot said, "Hi Jamie! How was school today?" 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Jamie did not tell Elliot about owls being Jamie's favourite animal.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Then Jamie saw another classmate named Parker. Parker said, "Hi Jamie! How was school today?"  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But Jamie did tell Parker about owls being Jamie's favourite animal.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Which classmate did Jamie tell about the owls?  [memory check]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lang="en-US" dirty="0"/>
              <a:t>Who do you think is a better friend to Jamie?  Why?   [PRIMARY DV]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800" lIns="26800" spcFirstLastPara="1" rIns="26800" wrap="square" tIns="26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b="0" i="0" sz="8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5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/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" type="body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2" type="sldNum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6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6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6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6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6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6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65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6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6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6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6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6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4" name="Google Shape;114;p6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6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6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69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2" name="Google Shape;122;p6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6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70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7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7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71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1_prot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1_prot.png"/><Relationship Id="rId4" Type="http://schemas.openxmlformats.org/officeDocument/2006/relationships/image" Target="../media/n_blank.png"/><Relationship Id="rId5" Type="http://schemas.openxmlformats.org/officeDocument/2006/relationships/image" Target="../media/n_lunchroom.png"/><Relationship Id="rId6" Type="http://schemas.openxmlformats.org/officeDocument/2006/relationships/image" Target="../media/n_T1_A.png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1_prot.png"/><Relationship Id="rId4" Type="http://schemas.openxmlformats.org/officeDocument/2006/relationships/image" Target="../media/n_blank.png"/><Relationship Id="rId5" Type="http://schemas.openxmlformats.org/officeDocument/2006/relationships/image" Target="../media/n_playground.png"/><Relationship Id="rId6" Type="http://schemas.openxmlformats.org/officeDocument/2006/relationships/image" Target="../media/n_T1_B.png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1_prot.png"/><Relationship Id="rId4" Type="http://schemas.openxmlformats.org/officeDocument/2006/relationships/image" Target="../media/n_T1_m1.png"/><Relationship Id="rId5" Type="http://schemas.openxmlformats.org/officeDocument/2006/relationships/image" Target="../media/image22.png"/><Relationship Id="rId6" Type="http://schemas.openxmlformats.org/officeDocument/2006/relationships/image" Target="../media/n_T1_B.png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1_prot.png"/><Relationship Id="rId4" Type="http://schemas.openxmlformats.org/officeDocument/2006/relationships/image" Target="../media/n_T1_m1.png"/><Relationship Id="rId5" Type="http://schemas.openxmlformats.org/officeDocument/2006/relationships/image" Target="../media/n_T1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1_prot.png"/><Relationship Id="rId4" Type="http://schemas.openxmlformats.org/officeDocument/2006/relationships/image" Target="../media/image22.png"/><Relationship Id="rId5" Type="http://schemas.openxmlformats.org/officeDocument/2006/relationships/image" Target="../media/n_T1_B.png"/><Relationship Id="rId6" Type="http://schemas.openxmlformats.org/officeDocument/2006/relationships/image" Target="../media/n_T1_m2.png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1_prot.png"/><Relationship Id="rId4" Type="http://schemas.openxmlformats.org/officeDocument/2006/relationships/image" Target="../media/image22.png"/><Relationship Id="rId5" Type="http://schemas.openxmlformats.org/officeDocument/2006/relationships/image" Target="../media/n_T1_A.png"/><Relationship Id="rId6" Type="http://schemas.openxmlformats.org/officeDocument/2006/relationships/image" Target="../media/n_T1_m2.png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1_A.png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1_m2.png"/><Relationship Id="rId4" Type="http://schemas.openxmlformats.org/officeDocument/2006/relationships/image" Target="../media/n_T1_m1.png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1_m2.png"/><Relationship Id="rId4" Type="http://schemas.openxmlformats.org/officeDocument/2006/relationships/image" Target="../media/n_T1_m1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1_m2.png"/><Relationship Id="rId4" Type="http://schemas.openxmlformats.org/officeDocument/2006/relationships/image" Target="../media/n_T1_m1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2_prot.png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2_prot.png"/><Relationship Id="rId4" Type="http://schemas.openxmlformats.org/officeDocument/2006/relationships/image" Target="../media/n_blank.png"/><Relationship Id="rId5" Type="http://schemas.openxmlformats.org/officeDocument/2006/relationships/image" Target="../media/n_lunchroom.png"/><Relationship Id="rId6" Type="http://schemas.openxmlformats.org/officeDocument/2006/relationships/image" Target="../media/n_T2_A.png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2_prot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2_B.png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2_prot.png"/><Relationship Id="rId4" Type="http://schemas.openxmlformats.org/officeDocument/2006/relationships/image" Target="../media/n_T2_m1.png"/><Relationship Id="rId5" Type="http://schemas.openxmlformats.org/officeDocument/2006/relationships/image" Target="../media/image22.png"/><Relationship Id="rId6" Type="http://schemas.openxmlformats.org/officeDocument/2006/relationships/image" Target="../media/n_T2_B.png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2_prot.png"/><Relationship Id="rId4" Type="http://schemas.openxmlformats.org/officeDocument/2006/relationships/image" Target="../media/n_T2_m1.png"/><Relationship Id="rId5" Type="http://schemas.openxmlformats.org/officeDocument/2006/relationships/image" Target="../media/n_T2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2_prot.png"/><Relationship Id="rId4" Type="http://schemas.openxmlformats.org/officeDocument/2006/relationships/image" Target="../media/image22.png"/><Relationship Id="rId5" Type="http://schemas.openxmlformats.org/officeDocument/2006/relationships/image" Target="../media/n_T2_B.png"/><Relationship Id="rId6" Type="http://schemas.openxmlformats.org/officeDocument/2006/relationships/image" Target="../media/n_T2_m2.png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2_prot.png"/><Relationship Id="rId4" Type="http://schemas.openxmlformats.org/officeDocument/2006/relationships/image" Target="../media/image22.png"/><Relationship Id="rId5" Type="http://schemas.openxmlformats.org/officeDocument/2006/relationships/image" Target="../media/n_T2_A.png"/><Relationship Id="rId6" Type="http://schemas.openxmlformats.org/officeDocument/2006/relationships/image" Target="../media/n_T2_m2.png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2_A.png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2_m2.png"/><Relationship Id="rId4" Type="http://schemas.openxmlformats.org/officeDocument/2006/relationships/image" Target="../media/n_T2_m1.png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2_m2.png"/><Relationship Id="rId4" Type="http://schemas.openxmlformats.org/officeDocument/2006/relationships/image" Target="../media/n_T2_m1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2_m2.png"/><Relationship Id="rId4" Type="http://schemas.openxmlformats.org/officeDocument/2006/relationships/image" Target="../media/n_T2_m1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4" Type="http://schemas.openxmlformats.org/officeDocument/2006/relationships/image" Target="../media/n_blank.png"/><Relationship Id="rId5" Type="http://schemas.openxmlformats.org/officeDocument/2006/relationships/image" Target="../media/n_lunchroom.png"/><Relationship Id="rId6" Type="http://schemas.openxmlformats.org/officeDocument/2006/relationships/image" Target="../media/n_T3_A.png"/><Relationship Id="rId7" Type="http://schemas.openxmlformats.org/officeDocument/2006/relationships/notesSlide" Target="../notesSlides/notesSlide68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3_B.png"/><Relationship Id="rId7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n_T3_B.png"/><Relationship Id="rId7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n_T3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7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n_T3_B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7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n_T3_A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3_A.png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4_prot.png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4_prot.png"/><Relationship Id="rId4" Type="http://schemas.openxmlformats.org/officeDocument/2006/relationships/image" Target="../media/n_blank.png"/><Relationship Id="rId5" Type="http://schemas.openxmlformats.org/officeDocument/2006/relationships/image" Target="../media/n_playground.png"/><Relationship Id="rId6" Type="http://schemas.openxmlformats.org/officeDocument/2006/relationships/image" Target="../media/n_T4_A.png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4_prot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4_B.png"/><Relationship Id="rId7" Type="http://schemas.openxmlformats.org/officeDocument/2006/relationships/notesSlide" Target="../notesSlides/notesSlide78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4_prot.png"/><Relationship Id="rId4" Type="http://schemas.openxmlformats.org/officeDocument/2006/relationships/image" Target="../media/n_T4_m1.png"/><Relationship Id="rId5" Type="http://schemas.openxmlformats.org/officeDocument/2006/relationships/image" Target="../media/image22.png"/><Relationship Id="rId6" Type="http://schemas.openxmlformats.org/officeDocument/2006/relationships/image" Target="../media/n_T4_B.png"/><Relationship Id="rId7" Type="http://schemas.openxmlformats.org/officeDocument/2006/relationships/notesSlide" Target="../notesSlides/notesSlide79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4_prot.png"/><Relationship Id="rId4" Type="http://schemas.openxmlformats.org/officeDocument/2006/relationships/image" Target="../media/n_T4_m1.png"/><Relationship Id="rId5" Type="http://schemas.openxmlformats.org/officeDocument/2006/relationships/image" Target="../media/n_T4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80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4_prot.png"/><Relationship Id="rId4" Type="http://schemas.openxmlformats.org/officeDocument/2006/relationships/image" Target="../media/image22.png"/><Relationship Id="rId5" Type="http://schemas.openxmlformats.org/officeDocument/2006/relationships/image" Target="../media/n_T4_B.png"/><Relationship Id="rId6" Type="http://schemas.openxmlformats.org/officeDocument/2006/relationships/image" Target="../media/n_T4_m2.png"/><Relationship Id="rId7" Type="http://schemas.openxmlformats.org/officeDocument/2006/relationships/notesSlide" Target="../notesSlides/notesSlide8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4_prot.png"/><Relationship Id="rId4" Type="http://schemas.openxmlformats.org/officeDocument/2006/relationships/image" Target="../media/image22.png"/><Relationship Id="rId5" Type="http://schemas.openxmlformats.org/officeDocument/2006/relationships/image" Target="../media/n_T4_A.png"/><Relationship Id="rId6" Type="http://schemas.openxmlformats.org/officeDocument/2006/relationships/image" Target="../media/n_T4_m2.png"/><Relationship Id="rId7" Type="http://schemas.openxmlformats.org/officeDocument/2006/relationships/notesSlide" Target="../notesSlides/notesSlide8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4_A.png"/><Relationship Id="rId5" Type="http://schemas.openxmlformats.org/officeDocument/2006/relationships/notesSlide" Target="../notesSlides/notesSlide83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4_m2.png"/><Relationship Id="rId4" Type="http://schemas.openxmlformats.org/officeDocument/2006/relationships/image" Target="../media/n_T4_m1.png"/><Relationship Id="rId5" Type="http://schemas.openxmlformats.org/officeDocument/2006/relationships/notesSlide" Target="../notesSlides/notesSlide84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4" Type="http://schemas.openxmlformats.org/officeDocument/2006/relationships/image" Target="../media/n_blank.png"/><Relationship Id="rId5" Type="http://schemas.openxmlformats.org/officeDocument/2006/relationships/image" Target="../media/n_playground.png"/><Relationship Id="rId6" Type="http://schemas.openxmlformats.org/officeDocument/2006/relationships/image" Target="../media/n_T5_A.png"/><Relationship Id="rId7" Type="http://schemas.openxmlformats.org/officeDocument/2006/relationships/notesSlide" Target="../notesSlides/notesSlide86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5_B.png"/><Relationship Id="rId7" Type="http://schemas.openxmlformats.org/officeDocument/2006/relationships/notesSlide" Target="../notesSlides/notesSlide87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n_T5_B.png"/><Relationship Id="rId7" Type="http://schemas.openxmlformats.org/officeDocument/2006/relationships/notesSlide" Target="../notesSlides/notesSlide88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n_T5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n_T5_B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90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n_T5_A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9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5_A.png"/><Relationship Id="rId5" Type="http://schemas.openxmlformats.org/officeDocument/2006/relationships/notesSlide" Target="../notesSlides/notesSlide92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93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6_prot.png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6_prot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6_A.png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6_prot.png"/><Relationship Id="rId4" Type="http://schemas.openxmlformats.org/officeDocument/2006/relationships/image" Target="../media/image7.png"/><Relationship Id="rId5" Type="http://schemas.openxmlformats.org/officeDocument/2006/relationships/image" Target="../media/image32.jpg"/><Relationship Id="rId6" Type="http://schemas.openxmlformats.org/officeDocument/2006/relationships/image" Target="../media/n_T6_B.png"/><Relationship Id="rId7" Type="http://schemas.openxmlformats.org/officeDocument/2006/relationships/notesSlide" Target="../notesSlides/notesSlide96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6_prot.png"/><Relationship Id="rId4" Type="http://schemas.openxmlformats.org/officeDocument/2006/relationships/image" Target="../media/n_T6_m1.png"/><Relationship Id="rId5" Type="http://schemas.openxmlformats.org/officeDocument/2006/relationships/image" Target="../media/image22.png"/><Relationship Id="rId6" Type="http://schemas.openxmlformats.org/officeDocument/2006/relationships/image" Target="../media/n_T6_B.png"/><Relationship Id="rId7" Type="http://schemas.openxmlformats.org/officeDocument/2006/relationships/notesSlide" Target="../notesSlides/notesSlide97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6_prot.png"/><Relationship Id="rId4" Type="http://schemas.openxmlformats.org/officeDocument/2006/relationships/image" Target="../media/n_T6_m1.png"/><Relationship Id="rId5" Type="http://schemas.openxmlformats.org/officeDocument/2006/relationships/image" Target="../media/n_T6_A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98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6_prot.png"/><Relationship Id="rId4" Type="http://schemas.openxmlformats.org/officeDocument/2006/relationships/image" Target="../media/image22.png"/><Relationship Id="rId5" Type="http://schemas.openxmlformats.org/officeDocument/2006/relationships/image" Target="../media/n_T6_B.png"/><Relationship Id="rId6" Type="http://schemas.openxmlformats.org/officeDocument/2006/relationships/image" Target="../media/n_T6_m2.png"/><Relationship Id="rId7" Type="http://schemas.openxmlformats.org/officeDocument/2006/relationships/notesSlide" Target="../notesSlides/notesSlide99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n_T6_prot.png"/><Relationship Id="rId4" Type="http://schemas.openxmlformats.org/officeDocument/2006/relationships/image" Target="../media/image22.png"/><Relationship Id="rId5" Type="http://schemas.openxmlformats.org/officeDocument/2006/relationships/image" Target="../media/n_T6_A.png"/><Relationship Id="rId6" Type="http://schemas.openxmlformats.org/officeDocument/2006/relationships/image" Target="../media/n_T6_m2.png"/><Relationship Id="rId7" Type="http://schemas.openxmlformats.org/officeDocument/2006/relationships/notesSlide" Target="../notesSlides/notesSlide100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image" Target="../media/n_T6_A.png"/><Relationship Id="rId5" Type="http://schemas.openxmlformats.org/officeDocument/2006/relationships/notesSlide" Target="../notesSlides/notesSlide10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n_T6_m2.png"/><Relationship Id="rId4" Type="http://schemas.openxmlformats.org/officeDocument/2006/relationships/image" Target="../media/n_T6_m1.png"/><Relationship Id="rId5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42" name="Google Shape;142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49" name="Google Shape;149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800" lIns="26800" spcFirstLastPara="1" rIns="26800" wrap="square" tIns="2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800" lIns="26800" spcFirstLastPara="1" rIns="26800" wrap="square" tIns="2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sky with clouds and text&#10;&#10;Description automatically generated" id="557" name="Google Shape;557;p42"/>
          <p:cNvPicPr preferRelativeResize="0"/>
          <p:nvPr/>
        </p:nvPicPr>
        <p:blipFill rotWithShape="1">
          <a:blip r:embed="rId3">
            <a:alphaModFix/>
          </a:blip>
          <a:srcRect b="19" l="0" r="0" t="0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63" name="Google Shape;5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570" name="Google Shape;57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506" name="Google Shape;506;p37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pic>
        <p:nvPicPr>
          <p:cNvPr descr="A cartoon character with orange and white face&#10;&#10;Description automatically generated" id="507" name="Google Shape;5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nilla ice cream in cone vector image | Free SVG" id="508" name="Google Shape;50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513" name="Google Shape;513;p38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pic>
        <p:nvPicPr>
          <p:cNvPr descr="A cartoon character with orange and white face&#10;&#10;Description automatically generated" id="514" name="Google Shape;51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ffee collection | Free SVG" id="515" name="Google Shape;51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25" y="1774416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506" name="Google Shape;506;p37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pic>
        <p:nvPicPr>
          <p:cNvPr descr="A cartoon character with orange and white face&#10;&#10;Description automatically generated" id="507" name="Google Shape;5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anilla ice cream in cone vector image | Free SVG" id="508" name="Google Shape;50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513" name="Google Shape;513;p38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pic>
        <p:nvPicPr>
          <p:cNvPr descr="A cartoon character with orange and white face&#10;&#10;Description automatically generated" id="514" name="Google Shape;51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ffee collection | Free SVG" id="515" name="Google Shape;51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113" y="1717276"/>
            <a:ext cx="617873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25" y="1768912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8233" y="2966925"/>
            <a:ext cx="923784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5968" y="1717276"/>
            <a:ext cx="61816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8017" y="2966925"/>
            <a:ext cx="9242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 rot="-5400000">
            <a:off x="4422600" y="2601825"/>
            <a:ext cx="206700" cy="6063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of a white and purple animal&#10;&#10;Description automatically generated" id="385" name="Google Shape;3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388" name="Google Shape;38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01" name="Google Shape;4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02" name="Google Shape;4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06" name="Google Shape;40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11" name="Google Shape;4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12" name="Google Shape;41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22" name="Google Shape;4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ephant | Free Stock Photo | Illustration of an elephant | # 11454" id="426" name="Google Shape;4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428" name="Google Shape;428;p30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white and purple animal&#10;&#10;Description automatically generated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character with orange and white face&#10;&#10;Description automatically generated" id="438" name="Google Shape;438;p31"/>
          <p:cNvPicPr preferRelativeResize="0"/>
          <p:nvPr/>
        </p:nvPicPr>
        <p:blipFill rotWithShape="1">
          <a:blip r:embed="rId6">
            <a:alphaModFix amt="91000"/>
          </a:blip>
          <a:srcRect b="0" l="0" r="0" t="0"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with orange and white face&#10;&#10;Description automatically generated" id="499" name="Google Shape;499;p36"/>
          <p:cNvPicPr preferRelativeResize="0"/>
          <p:nvPr/>
        </p:nvPicPr>
        <p:blipFill rotWithShape="1">
          <a:blip r:embed="rId3">
            <a:alphaModFix amt="91000"/>
          </a:blip>
          <a:srcRect b="0" l="0" r="0" t="0"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6840000" dist="1905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artoon character with orange and white face&#10;&#10;Description automatically generated"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