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  <p:sldMasterId id="2147483662" r:id="rId2"/>
  </p:sldMasterIdLst>
  <p:notesMasterIdLst>
    <p:notesMasterId r:id="rId68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  <p:sldId id="291" r:id="rId38"/>
    <p:sldId id="292" r:id="rId39"/>
    <p:sldId id="293" r:id="rId40"/>
    <p:sldId id="294" r:id="rId41"/>
    <p:sldId id="295" r:id="rId42"/>
    <p:sldId id="296" r:id="rId43"/>
    <p:sldId id="297" r:id="rId44"/>
    <p:sldId id="298" r:id="rId45"/>
    <p:sldId id="299" r:id="rId46"/>
    <p:sldId id="300" r:id="rId47"/>
    <p:sldId id="301" r:id="rId48"/>
    <p:sldId id="302" r:id="rId49"/>
    <p:sldId id="303" r:id="rId50"/>
    <p:sldId id="304" r:id="rId51"/>
    <p:sldId id="305" r:id="rId52"/>
    <p:sldId id="306" r:id="rId53"/>
    <p:sldId id="307" r:id="rId54"/>
    <p:sldId id="308" r:id="rId55"/>
    <p:sldId id="309" r:id="rId56"/>
    <p:sldId id="310" r:id="rId57"/>
    <p:sldId id="311" r:id="rId58"/>
    <p:sldId id="312" r:id="rId59"/>
    <p:sldId id="313" r:id="rId60"/>
    <p:sldId id="314" r:id="rId61"/>
    <p:sldId id="315" r:id="rId62"/>
    <p:sldId id="316" r:id="rId63"/>
    <p:sldId id="317" r:id="rId64"/>
    <p:sldId id="318" r:id="rId65"/>
    <p:sldId id="319" r:id="rId66"/>
    <p:sldId id="320" r:id="rId67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69" roundtripDataSignature="AMtx7mhz1mleq4P1m1FpJFLd7fZxm/mY4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60" d="100"/>
          <a:sy n="160" d="100"/>
        </p:scale>
        <p:origin x="784" y="17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63" Type="http://schemas.openxmlformats.org/officeDocument/2006/relationships/slide" Target="slides/slide61.xml"/><Relationship Id="rId68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66" Type="http://schemas.openxmlformats.org/officeDocument/2006/relationships/slide" Target="slides/slide64.xml"/><Relationship Id="rId5" Type="http://schemas.openxmlformats.org/officeDocument/2006/relationships/slide" Target="slides/slide3.xml"/><Relationship Id="rId61" Type="http://schemas.openxmlformats.org/officeDocument/2006/relationships/slide" Target="slides/slide59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64" Type="http://schemas.openxmlformats.org/officeDocument/2006/relationships/slide" Target="slides/slide62.xml"/><Relationship Id="rId69" Type="http://customschemas.google.com/relationships/presentationmetadata" Target="metadata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theme" Target="theme/theme1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67" Type="http://schemas.openxmlformats.org/officeDocument/2006/relationships/slide" Target="slides/slide65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slide" Target="slides/slide60.xml"/><Relationship Id="rId7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73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" Type="http://schemas.openxmlformats.org/officeDocument/2006/relationships/slide" Target="slides/slide5.xml"/><Relationship Id="rId71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9" name="Google Shape;139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6" name="Google Shape;146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3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3" name="Google Shape;15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9" name="Google Shape;159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9" name="Google Shape;199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This is Casey. I'm going to tell you a story about Casey.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9" name="Google Shape;199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This morning Casey felt sad, and Casey didn't know why.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9" name="Google Shape;199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And this afternoon Casey felt happy, and Casey didn't know why.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9" name="Google Shape;199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After school, Casey saw a classmate named Blake. Blake said, "Hi Casey! How was school today?"  Casey told Blake about feeling happy today.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9" name="Google Shape;199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Casey did not tell Blake about feeling sad today.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9" name="Google Shape;199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Then Casey saw another classmate named Morgan. Morgan said, "Hi Casey! How was school today?"  Casey did not tell Morgan about feeling happy today.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9" name="Google Shape;199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But Casey did tell Morgan about feeling sad today.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9" name="Google Shape;199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Which classmate did Casey tell about feeling sad today?  [memory check]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9" name="Google Shape;199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Who do you think is a better friend to Casey?  Why?   [PRIMARY DV]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9" name="Google Shape;199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Who do you think Casey would want to share an ice cream cone with? Why?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9" name="Google Shape;199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Who do you think Casey would want to share candy with? Why?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9" name="Google Shape;199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This is Rowan. I'm going to tell you a story about Rowan.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9" name="Google Shape;199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Rowan feels sad today, and Rowan doesn't know why.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9" name="Google Shape;199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In school today, Rowan found out that rabbits are Rowan's favourite animal.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9" name="Google Shape;199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After school, Rowan saw a classmate named Jesse. Jesse said, "Hi Rowan! How was school today?"  Rowan told Jesse about rabbits being Rowan's favourite animal.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9" name="Google Shape;199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Rowan did not tell Jesse about feeling sad today.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9" name="Google Shape;199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Then Rowan saw another classmate named Kai. Kai said, "Hi Rowan! How was school today?"  Rowan did not tell Kai about rabbits being Rowan's favourite animal.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9" name="Google Shape;199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But Rowan did tell Kai about feeling sad today.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9" name="Google Shape;199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Which classmate did Rowan tell about feeling sad today?  [memory check]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9" name="Google Shape;199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Who do you think is a better friend to Rowan?  Why?   [PRIMARY DV]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9" name="Google Shape;199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Who do you think Rowan would want to share an ice cream cone with? Why?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9" name="Google Shape;199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Who do you think Rowan would want to share candy with? Why?</a:t>
            </a: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9" name="Google Shape;199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This is Percy. I'm going to tell you a story about Percy.</a:t>
            </a: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9" name="Google Shape;199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Percy feels sad today, and Percy doesn't know why.</a:t>
            </a: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9" name="Google Shape;199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In school today, Percy learned that foxes move without making any sound.</a:t>
            </a: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9" name="Google Shape;199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After school, Percy saw a classmate named Avery. Avery said, "Hi Percy! How was school today?"  Percy told Avery about how foxes move without making any sound.</a:t>
            </a: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9" name="Google Shape;199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Percy did not tell Avery about feeling sad today.</a:t>
            </a: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9" name="Google Shape;199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Then Percy saw another classmate named Orin. Orin said, "Hi Percy! How was school today?"  Percy did not tell Orin about how foxes move without making any sound.</a:t>
            </a: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9" name="Google Shape;199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But Percy did tell Orin about feeling sad today.</a:t>
            </a: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9" name="Google Shape;199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Which classmate did Percy tell about feeling sad today?  [memory check]</a:t>
            </a: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9" name="Google Shape;199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Who do you think is a better friend to Percy?  Why?   [PRIMARY DV]</a:t>
            </a: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9" name="Google Shape;199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This is Devon. I'm going to tell you a story about Devon.</a:t>
            </a: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9" name="Google Shape;199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Devon feels happy today, and Devon doesn't know why.</a:t>
            </a: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9" name="Google Shape;199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In school today, Devon found out that owls are Devon's favourite animal.</a:t>
            </a: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9" name="Google Shape;199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After school, Devon saw a classmate named Harper. Harper said, "Hi Devon! How was school today?"  Devon told Harper about owls being Devon's favourite animal.</a:t>
            </a: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9" name="Google Shape;199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Devon did not tell Harper about feeling happy today.</a:t>
            </a: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9" name="Google Shape;199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Then Devon saw another classmate named Quinn. Quinn said, "Hi Devon! How was school today?"  Devon did not tell Quinn about owls being Devon's favourite animal.</a:t>
            </a:r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9" name="Google Shape;199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But Devon did tell Quinn about feeling happy today.</a:t>
            </a:r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9" name="Google Shape;199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Which classmate did Devon tell about feeling happy today?  [memory check]</a:t>
            </a:r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9" name="Google Shape;199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Who do you think is a better friend to Devon?  Why?   [PRIMARY DV]</a:t>
            </a:r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9" name="Google Shape;199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This is Kendall. I'm going to tell you a story about Kendall.</a:t>
            </a:r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9" name="Google Shape;199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Kendall feels happy today, and Kendall doesn't know why.</a:t>
            </a:r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9" name="Google Shape;199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In school today, Kendall learned that elephants move mostly in the morning.</a:t>
            </a:r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9" name="Google Shape;199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After school, Kendall saw a classmate named Riley. Riley said, "Hi Kendall! How was school today?"  Kendall told Riley about how elephants move mostly in the morning.</a:t>
            </a:r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9" name="Google Shape;199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Kendall did not tell Riley about feeling happy today.</a:t>
            </a:r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9" name="Google Shape;199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Then Kendall saw another classmate named Cameron. Cameron said, "Hi Kendall! How was school today?"  Kendall did not tell Cameron about how elephants move mostly in the morning.</a:t>
            </a:r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9" name="Google Shape;199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But Kendall did tell Cameron about feeling happy today.</a:t>
            </a:r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9" name="Google Shape;199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Which classmate did Kendall tell about feeling happy today?  [memory check]</a:t>
            </a:r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9" name="Google Shape;199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Who do you think is a better friend to Kendall?  Why?   [PRIMARY DV]</a:t>
            </a:r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9" name="Google Shape;199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This is Jamie. I'm going to tell you a story about Jamie.</a:t>
            </a:r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9" name="Google Shape;199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In school today, Jamie found out that owls are Jamie's favourite animal.</a:t>
            </a:r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9" name="Google Shape;199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In school today, Jamie learned that rabbits move by hopping on their back legs.</a:t>
            </a:r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9" name="Google Shape;199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After school, Jamie saw a classmate named Elliot. Elliot said, "Hi Jamie! How was school today?"  Jamie told Elliot about how rabbits move by hopping on their back legs.</a:t>
            </a:r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9" name="Google Shape;199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Jamie did not tell Elliot about owls being Jamie's favourite animal.</a:t>
            </a:r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9" name="Google Shape;199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Then Jamie saw another classmate named Parker. Parker said, "Hi Jamie! How was school today?"  Jamie did not tell Parker about how rabbits move by hopping on their back legs.</a:t>
            </a:r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9" name="Google Shape;199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But Jamie did tell Parker about owls being Jamie's favourite animal.</a:t>
            </a:r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9" name="Google Shape;199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Which classmate did Jamie tell about the owls?  [memory check]</a:t>
            </a:r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9" name="Google Shape;199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Who do you think is a better friend to Jamie?  Why?   [PRIMARY DV]</a:t>
            </a:r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p4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554" name="Google Shape;554;p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p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60" name="Google Shape;560;p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p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67" name="Google Shape;567;p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46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46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4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1">
  <p:cSld name="TITLE_AND_BODY_1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47"/>
          <p:cNvSpPr txBox="1">
            <a:spLocks noGrp="1"/>
          </p:cNvSpPr>
          <p:nvPr>
            <p:ph type="sldNum" idx="12"/>
          </p:nvPr>
        </p:nvSpPr>
        <p:spPr>
          <a:xfrm>
            <a:off x="4482789" y="4902398"/>
            <a:ext cx="174900" cy="17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6800" tIns="26800" rIns="26800" bIns="26800" anchor="t" anchorCtr="0">
            <a:sp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 Light"/>
              <a:buNone/>
              <a:defRPr sz="800" b="0" i="0" u="none" strike="noStrike" cap="none">
                <a:solidFill>
                  <a:srgbClr val="757575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 Light"/>
              <a:buNone/>
              <a:defRPr sz="800" b="0" i="0" u="none" strike="noStrike" cap="none">
                <a:solidFill>
                  <a:srgbClr val="757575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 Light"/>
              <a:buNone/>
              <a:defRPr sz="800" b="0" i="0" u="none" strike="noStrike" cap="none">
                <a:solidFill>
                  <a:srgbClr val="757575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 Light"/>
              <a:buNone/>
              <a:defRPr sz="800" b="0" i="0" u="none" strike="noStrike" cap="none">
                <a:solidFill>
                  <a:srgbClr val="757575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 Light"/>
              <a:buNone/>
              <a:defRPr sz="800" b="0" i="0" u="none" strike="noStrike" cap="none">
                <a:solidFill>
                  <a:srgbClr val="757575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 Light"/>
              <a:buNone/>
              <a:defRPr sz="800" b="0" i="0" u="none" strike="noStrike" cap="none">
                <a:solidFill>
                  <a:srgbClr val="757575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 Light"/>
              <a:buNone/>
              <a:defRPr sz="800" b="0" i="0" u="none" strike="noStrike" cap="none">
                <a:solidFill>
                  <a:srgbClr val="757575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 Light"/>
              <a:buNone/>
              <a:defRPr sz="800" b="0" i="0" u="none" strike="noStrike" cap="none">
                <a:solidFill>
                  <a:srgbClr val="757575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 Light"/>
              <a:buNone/>
              <a:defRPr sz="800" b="0" i="0" u="none" strike="noStrike" cap="none">
                <a:solidFill>
                  <a:srgbClr val="757575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sz="9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5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8" name="Google Shape;18;p5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52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52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1pPr>
            <a:lvl2pPr marL="914400" lvl="1" indent="-3175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2pPr>
            <a:lvl3pPr marL="1371600" lvl="2" indent="-3175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3pPr>
            <a:lvl4pPr marL="1828800" lvl="3" indent="-3175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4pPr>
            <a:lvl5pPr marL="2286000" lvl="4" indent="-3175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5pPr>
            <a:lvl6pPr marL="2743200" lvl="5" indent="-3175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marL="3200400" lvl="6" indent="-3175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marL="3657600" lvl="7" indent="-3175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marL="4114800" lvl="8" indent="-31750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2" name="Google Shape;22;p5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" name="Google Shape;23;p5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4" name="Google Shape;24;p5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7" name="Google Shape;27;p5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5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5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54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2" name="Google Shape;32;p5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5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5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56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8" name="Google Shape;38;p56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9" name="Google Shape;39;p5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57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42" name="Google Shape;42;p5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58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45;p58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6" name="Google Shape;46;p58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7" name="Google Shape;47;p58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8" name="Google Shape;48;p5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59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51" name="Google Shape;51;p5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60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4" name="Google Shape;54;p60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5" name="Google Shape;55;p6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6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&amp; Subtitle" type="tx">
  <p:cSld name="TITLE_AND_BODY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49"/>
          <p:cNvSpPr txBox="1">
            <a:spLocks noGrp="1"/>
          </p:cNvSpPr>
          <p:nvPr>
            <p:ph type="title"/>
          </p:nvPr>
        </p:nvSpPr>
        <p:spPr>
          <a:xfrm>
            <a:off x="666750" y="862013"/>
            <a:ext cx="7810500" cy="17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Helvetica Neue"/>
              <a:buNone/>
              <a:defRPr sz="420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49"/>
          <p:cNvSpPr txBox="1">
            <a:spLocks noGrp="1"/>
          </p:cNvSpPr>
          <p:nvPr>
            <p:ph type="body" idx="1"/>
          </p:nvPr>
        </p:nvSpPr>
        <p:spPr>
          <a:xfrm>
            <a:off x="666750" y="2652713"/>
            <a:ext cx="7810500" cy="59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67" name="Google Shape;67;p49"/>
          <p:cNvSpPr txBox="1">
            <a:spLocks noGrp="1"/>
          </p:cNvSpPr>
          <p:nvPr>
            <p:ph type="sldNum" idx="12"/>
          </p:nvPr>
        </p:nvSpPr>
        <p:spPr>
          <a:xfrm>
            <a:off x="4484637" y="4905375"/>
            <a:ext cx="169800" cy="1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51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51"/>
          <p:cNvSpPr txBox="1">
            <a:spLocks noGrp="1"/>
          </p:cNvSpPr>
          <p:nvPr>
            <p:ph type="subTitle" idx="1"/>
          </p:nvPr>
        </p:nvSpPr>
        <p:spPr>
          <a:xfrm>
            <a:off x="1143000" y="2701529"/>
            <a:ext cx="6858000" cy="124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71" name="Google Shape;71;p5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5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51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62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62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6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6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6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63"/>
          <p:cNvSpPr txBox="1">
            <a:spLocks noGrp="1"/>
          </p:cNvSpPr>
          <p:nvPr>
            <p:ph type="title"/>
          </p:nvPr>
        </p:nvSpPr>
        <p:spPr>
          <a:xfrm>
            <a:off x="623888" y="1282303"/>
            <a:ext cx="7886700" cy="213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63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83" name="Google Shape;83;p6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6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6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6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64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89" name="Google Shape;89;p64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90" name="Google Shape;90;p64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6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6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65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p65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500" cy="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96" name="Google Shape;96;p65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500" cy="2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97" name="Google Shape;97;p65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400" cy="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98" name="Google Shape;98;p65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400" cy="2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99" name="Google Shape;99;p65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0" name="Google Shape;100;p65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p6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66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6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5" name="Google Shape;105;p66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6" name="Google Shape;106;p66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6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9" name="Google Shape;109;p6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0" name="Google Shape;110;p67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68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000" cy="12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3" name="Google Shape;113;p68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300" cy="36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114" name="Google Shape;114;p68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000" cy="28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115" name="Google Shape;115;p68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6" name="Google Shape;116;p6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7" name="Google Shape;117;p6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69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000" cy="12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0" name="Google Shape;120;p69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300" cy="3655200"/>
          </a:xfrm>
          <a:prstGeom prst="rect">
            <a:avLst/>
          </a:prstGeom>
          <a:noFill/>
          <a:ln>
            <a:noFill/>
          </a:ln>
        </p:spPr>
      </p:sp>
      <p:sp>
        <p:nvSpPr>
          <p:cNvPr id="121" name="Google Shape;121;p69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000" cy="28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122" name="Google Shape;122;p69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3" name="Google Shape;123;p69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4" name="Google Shape;124;p6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70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7" name="Google Shape;127;p70"/>
          <p:cNvSpPr txBox="1">
            <a:spLocks noGrp="1"/>
          </p:cNvSpPr>
          <p:nvPr>
            <p:ph type="body" idx="1"/>
          </p:nvPr>
        </p:nvSpPr>
        <p:spPr>
          <a:xfrm rot="5400000">
            <a:off x="2940300" y="-942431"/>
            <a:ext cx="3263400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28" name="Google Shape;128;p7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9" name="Google Shape;129;p70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0" name="Google Shape;130;p70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71"/>
          <p:cNvSpPr txBox="1">
            <a:spLocks noGrp="1"/>
          </p:cNvSpPr>
          <p:nvPr>
            <p:ph type="title"/>
          </p:nvPr>
        </p:nvSpPr>
        <p:spPr>
          <a:xfrm rot="5400000">
            <a:off x="5350050" y="1467544"/>
            <a:ext cx="4359000" cy="19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3" name="Google Shape;133;p71"/>
          <p:cNvSpPr txBox="1">
            <a:spLocks noGrp="1"/>
          </p:cNvSpPr>
          <p:nvPr>
            <p:ph type="body" idx="1"/>
          </p:nvPr>
        </p:nvSpPr>
        <p:spPr>
          <a:xfrm rot="5400000">
            <a:off x="1349475" y="-447056"/>
            <a:ext cx="4359000" cy="58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34" name="Google Shape;134;p7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5" name="Google Shape;135;p7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6" name="Google Shape;136;p71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5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4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4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48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0" name="Google Shape;60;p48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1" name="Google Shape;61;p48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2" name="Google Shape;62;p4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3" name="Google Shape;63;p4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  <p:sldLayoutId id="2147483674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.png"/><Relationship Id="rId5" Type="http://schemas.openxmlformats.org/officeDocument/2006/relationships/image" Target="../media/image4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9.png"/><Relationship Id="rId5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7.png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9.png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7.png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4.png"/><Relationship Id="rId4" Type="http://schemas.openxmlformats.org/officeDocument/2006/relationships/image" Target="../media/image1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5.png"/><Relationship Id="rId4" Type="http://schemas.openxmlformats.org/officeDocument/2006/relationships/image" Target="../media/image1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7.png"/><Relationship Id="rId5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0.png"/><Relationship Id="rId5" Type="http://schemas.openxmlformats.org/officeDocument/2006/relationships/image" Target="../media/image19.jpg"/><Relationship Id="rId4" Type="http://schemas.openxmlformats.org/officeDocument/2006/relationships/image" Target="../media/image1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1.png"/><Relationship Id="rId4" Type="http://schemas.openxmlformats.org/officeDocument/2006/relationships/image" Target="../media/image2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7.png"/><Relationship Id="rId4" Type="http://schemas.openxmlformats.org/officeDocument/2006/relationships/image" Target="../media/image2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20.png"/><Relationship Id="rId4" Type="http://schemas.openxmlformats.org/officeDocument/2006/relationships/image" Target="../media/image1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17.png"/><Relationship Id="rId4" Type="http://schemas.openxmlformats.org/officeDocument/2006/relationships/image" Target="../media/image11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1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4.png"/><Relationship Id="rId4" Type="http://schemas.openxmlformats.org/officeDocument/2006/relationships/image" Target="../media/image21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5.png"/><Relationship Id="rId4" Type="http://schemas.openxmlformats.org/officeDocument/2006/relationships/image" Target="../media/image21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4.png"/><Relationship Id="rId5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5.png"/><Relationship Id="rId5" Type="http://schemas.openxmlformats.org/officeDocument/2006/relationships/image" Target="../media/image19.jpg"/><Relationship Id="rId4" Type="http://schemas.openxmlformats.org/officeDocument/2006/relationships/image" Target="../media/image18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5" Type="http://schemas.openxmlformats.org/officeDocument/2006/relationships/image" Target="../media/image11.png"/><Relationship Id="rId4" Type="http://schemas.openxmlformats.org/officeDocument/2006/relationships/image" Target="../media/image26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24.png"/><Relationship Id="rId4" Type="http://schemas.openxmlformats.org/officeDocument/2006/relationships/image" Target="../media/image26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5" Type="http://schemas.openxmlformats.org/officeDocument/2006/relationships/image" Target="../media/image25.png"/><Relationship Id="rId4" Type="http://schemas.openxmlformats.org/officeDocument/2006/relationships/image" Target="../media/image11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5" Type="http://schemas.openxmlformats.org/officeDocument/2006/relationships/image" Target="../media/image24.png"/><Relationship Id="rId4" Type="http://schemas.openxmlformats.org/officeDocument/2006/relationships/image" Target="../media/image11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4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6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9.png"/><Relationship Id="rId5" Type="http://schemas.openxmlformats.org/officeDocument/2006/relationships/image" Target="../media/image8.png"/><Relationship Id="rId4" Type="http://schemas.openxmlformats.org/officeDocument/2006/relationships/image" Target="../media/image6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0.png"/><Relationship Id="rId5" Type="http://schemas.openxmlformats.org/officeDocument/2006/relationships/image" Target="../media/image19.jpg"/><Relationship Id="rId4" Type="http://schemas.openxmlformats.org/officeDocument/2006/relationships/image" Target="../media/image18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0.png"/><Relationship Id="rId5" Type="http://schemas.openxmlformats.org/officeDocument/2006/relationships/image" Target="../media/image11.png"/><Relationship Id="rId4" Type="http://schemas.openxmlformats.org/officeDocument/2006/relationships/image" Target="../media/image31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29.png"/><Relationship Id="rId4" Type="http://schemas.openxmlformats.org/officeDocument/2006/relationships/image" Target="../media/image31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2.png"/><Relationship Id="rId5" Type="http://schemas.openxmlformats.org/officeDocument/2006/relationships/image" Target="../media/image30.png"/><Relationship Id="rId4" Type="http://schemas.openxmlformats.org/officeDocument/2006/relationships/image" Target="../media/image11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2.png"/><Relationship Id="rId5" Type="http://schemas.openxmlformats.org/officeDocument/2006/relationships/image" Target="../media/image29.png"/><Relationship Id="rId4" Type="http://schemas.openxmlformats.org/officeDocument/2006/relationships/image" Target="../media/image11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9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1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4.png"/><Relationship Id="rId5" Type="http://schemas.openxmlformats.org/officeDocument/2006/relationships/image" Target="../media/image8.png"/><Relationship Id="rId4" Type="http://schemas.openxmlformats.org/officeDocument/2006/relationships/image" Target="../media/image6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5.png"/><Relationship Id="rId5" Type="http://schemas.openxmlformats.org/officeDocument/2006/relationships/image" Target="../media/image19.jpg"/><Relationship Id="rId4" Type="http://schemas.openxmlformats.org/officeDocument/2006/relationships/image" Target="../media/image18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5.png"/><Relationship Id="rId5" Type="http://schemas.openxmlformats.org/officeDocument/2006/relationships/image" Target="../media/image11.png"/><Relationship Id="rId4" Type="http://schemas.openxmlformats.org/officeDocument/2006/relationships/image" Target="../media/image36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34.png"/><Relationship Id="rId4" Type="http://schemas.openxmlformats.org/officeDocument/2006/relationships/image" Target="../media/image36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7.png"/><Relationship Id="rId5" Type="http://schemas.openxmlformats.org/officeDocument/2006/relationships/image" Target="../media/image35.png"/><Relationship Id="rId4" Type="http://schemas.openxmlformats.org/officeDocument/2006/relationships/image" Target="../media/image11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7.png"/><Relationship Id="rId5" Type="http://schemas.openxmlformats.org/officeDocument/2006/relationships/image" Target="../media/image34.png"/><Relationship Id="rId4" Type="http://schemas.openxmlformats.org/officeDocument/2006/relationships/image" Target="../media/image11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4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6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9.png"/><Relationship Id="rId5" Type="http://schemas.openxmlformats.org/officeDocument/2006/relationships/image" Target="../media/image19.jpg"/><Relationship Id="rId4" Type="http://schemas.openxmlformats.org/officeDocument/2006/relationships/image" Target="../media/image18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0.png"/><Relationship Id="rId5" Type="http://schemas.openxmlformats.org/officeDocument/2006/relationships/image" Target="../media/image19.jpg"/><Relationship Id="rId4" Type="http://schemas.openxmlformats.org/officeDocument/2006/relationships/image" Target="../media/image18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0.png"/><Relationship Id="rId5" Type="http://schemas.openxmlformats.org/officeDocument/2006/relationships/image" Target="../media/image11.png"/><Relationship Id="rId4" Type="http://schemas.openxmlformats.org/officeDocument/2006/relationships/image" Target="../media/image41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39.png"/><Relationship Id="rId4" Type="http://schemas.openxmlformats.org/officeDocument/2006/relationships/image" Target="../media/image41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2.png"/><Relationship Id="rId5" Type="http://schemas.openxmlformats.org/officeDocument/2006/relationships/image" Target="../media/image40.png"/><Relationship Id="rId4" Type="http://schemas.openxmlformats.org/officeDocument/2006/relationships/image" Target="../media/image11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2.png"/><Relationship Id="rId5" Type="http://schemas.openxmlformats.org/officeDocument/2006/relationships/image" Target="../media/image39.png"/><Relationship Id="rId4" Type="http://schemas.openxmlformats.org/officeDocument/2006/relationships/image" Target="../media/image11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9.pn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1.pn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4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3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endParaRPr/>
          </a:p>
        </p:txBody>
      </p:sp>
      <p:sp>
        <p:nvSpPr>
          <p:cNvPr id="142" name="Google Shape;142;p1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/>
          </a:p>
        </p:txBody>
      </p:sp>
      <p:pic>
        <p:nvPicPr>
          <p:cNvPr id="143" name="Google Shape;143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endParaRPr/>
          </a:p>
        </p:txBody>
      </p:sp>
      <p:sp>
        <p:nvSpPr>
          <p:cNvPr id="149" name="Google Shape;149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/>
          </a:p>
        </p:txBody>
      </p:sp>
      <p:pic>
        <p:nvPicPr>
          <p:cNvPr id="150" name="Google Shape;150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3"/>
          <p:cNvSpPr txBox="1"/>
          <p:nvPr/>
        </p:nvSpPr>
        <p:spPr>
          <a:xfrm>
            <a:off x="3574709" y="1282069"/>
            <a:ext cx="1994700" cy="37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6800" tIns="26800" rIns="26800" bIns="268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Helvetica Neue"/>
              <a:buNone/>
            </a:pPr>
            <a:r>
              <a:rPr lang="en" sz="2100" b="1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Verbal Consent</a:t>
            </a:r>
            <a:endParaRPr sz="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3"/>
          <p:cNvSpPr txBox="1"/>
          <p:nvPr/>
        </p:nvSpPr>
        <p:spPr>
          <a:xfrm>
            <a:off x="1657349" y="1782953"/>
            <a:ext cx="5829300" cy="159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6800" tIns="26800" rIns="26800" bIns="268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Helvetica Neue"/>
              <a:buNone/>
            </a:pPr>
            <a:r>
              <a:rPr lang="en" sz="25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"I have read and understand the consent document. I am this child's parent or legal guardian and we both agree to participate in this study." </a:t>
            </a:r>
            <a:endParaRPr sz="25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4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endParaRPr/>
          </a:p>
        </p:txBody>
      </p:sp>
      <p:sp>
        <p:nvSpPr>
          <p:cNvPr id="162" name="Google Shape;162;p4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/>
          </a:p>
        </p:txBody>
      </p:sp>
      <p:pic>
        <p:nvPicPr>
          <p:cNvPr id="163" name="Google Shape;163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8" name="Google Shape;378;p25" descr="A cartoon of a white and purple animal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638000" y="1820500"/>
            <a:ext cx="1775900" cy="21689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id="6" dur="1000" fill="hold"/>
                                        <p:tgtEl>
                                          <p:spTgt spid="37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7" name="Google Shape;387;p26" title="Royalty-Free photo: Rectangular green board on brown background ..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4525" y="229278"/>
            <a:ext cx="7247701" cy="3881545"/>
          </a:xfrm>
          <a:prstGeom prst="rect">
            <a:avLst/>
          </a:prstGeom>
          <a:noFill/>
          <a:ln>
            <a:noFill/>
          </a:ln>
        </p:spPr>
      </p:pic>
      <p:pic>
        <p:nvPicPr>
          <p:cNvPr id="386" name="Google Shape;386;p26" title="School desk | Free SV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638400" y="3381875"/>
            <a:ext cx="1801076" cy="1801076"/>
          </a:xfrm>
          <a:prstGeom prst="rect">
            <a:avLst/>
          </a:prstGeom>
          <a:noFill/>
          <a:ln>
            <a:noFill/>
          </a:ln>
        </p:spPr>
      </p:pic>
      <p:sp>
        <p:nvSpPr>
          <p:cNvPr id="384" name="Google Shape;384;p26"/>
          <p:cNvSpPr/>
          <p:nvPr/>
        </p:nvSpPr>
        <p:spPr>
          <a:xfrm>
            <a:off x="4771150" y="1491525"/>
            <a:ext cx="1567800" cy="1161000"/>
          </a:xfrm>
          <a:prstGeom prst="cloudCallout">
            <a:avLst>
              <a:gd name="adj1" fmla="val -20833"/>
              <a:gd name="adj2" fmla="val 625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85" name="Google Shape;385;p26" descr="A cartoon of a white and purple animal&#10;&#10;Description automatically generated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512250" y="1958775"/>
            <a:ext cx="1979225" cy="2417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88" name="Google Shape;388;p26" descr="Elephant | Free Stock Photo | Illustration of an elephant | # 11454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246537" y="1717276"/>
            <a:ext cx="617025" cy="7094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7" name="Google Shape;387;p26" title="Royalty-Free photo: Rectangular green board on brown background ..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64085" y="141100"/>
            <a:ext cx="6192374" cy="3872932"/>
          </a:xfrm>
          <a:prstGeom prst="rect">
            <a:avLst/>
          </a:prstGeom>
          <a:noFill/>
          <a:ln>
            <a:noFill/>
          </a:ln>
        </p:spPr>
      </p:pic>
      <p:sp>
        <p:nvSpPr>
          <p:cNvPr id="384" name="Google Shape;384;p26"/>
          <p:cNvSpPr/>
          <p:nvPr/>
        </p:nvSpPr>
        <p:spPr>
          <a:xfrm>
            <a:off x="4771150" y="1491525"/>
            <a:ext cx="1567800" cy="1161000"/>
          </a:xfrm>
          <a:prstGeom prst="cloudCallout">
            <a:avLst>
              <a:gd name="adj1" fmla="val -20833"/>
              <a:gd name="adj2" fmla="val 625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85" name="Google Shape;385;p26" descr="A cartoon of a white and purple animal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512250" y="1958775"/>
            <a:ext cx="1979225" cy="2417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86" name="Google Shape;386;p26" title="School desk | Free SV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638400" y="3381875"/>
            <a:ext cx="1801076" cy="1801076"/>
          </a:xfrm>
          <a:prstGeom prst="rect">
            <a:avLst/>
          </a:prstGeom>
          <a:noFill/>
          <a:ln>
            <a:noFill/>
          </a:ln>
        </p:spPr>
      </p:pic>
      <p:pic>
        <p:nvPicPr>
          <p:cNvPr id="388" name="Google Shape;388;p26" descr="Elephant | Free Stock Photo | Illustration of an elephant | # 11454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246537" y="1717276"/>
            <a:ext cx="617025" cy="7094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1" name="Google Shape;401;p28" descr="A cartoon of a white and purple animal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556516" y="2346673"/>
            <a:ext cx="1437410" cy="1755556"/>
          </a:xfrm>
          <a:prstGeom prst="rect">
            <a:avLst/>
          </a:prstGeom>
          <a:noFill/>
          <a:ln>
            <a:noFill/>
          </a:ln>
        </p:spPr>
      </p:pic>
      <p:pic>
        <p:nvPicPr>
          <p:cNvPr id="402" name="Google Shape;402;p28" descr="A cartoon character with orange and white face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792275" y="2479600"/>
            <a:ext cx="1367325" cy="1669949"/>
          </a:xfrm>
          <a:prstGeom prst="rect">
            <a:avLst/>
          </a:prstGeom>
          <a:noFill/>
          <a:ln>
            <a:noFill/>
          </a:ln>
        </p:spPr>
      </p:pic>
      <p:sp>
        <p:nvSpPr>
          <p:cNvPr id="403" name="Google Shape;403;p28"/>
          <p:cNvSpPr/>
          <p:nvPr/>
        </p:nvSpPr>
        <p:spPr>
          <a:xfrm>
            <a:off x="3497475" y="1866025"/>
            <a:ext cx="1294800" cy="853200"/>
          </a:xfrm>
          <a:prstGeom prst="wedgeRoundRectCallout">
            <a:avLst>
              <a:gd name="adj1" fmla="val -20833"/>
              <a:gd name="adj2" fmla="val 62500"/>
              <a:gd name="adj3" fmla="val 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04" name="Google Shape;404;p28" title="House icon vector clip art | Free SV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880175" y="494425"/>
            <a:ext cx="2414224" cy="2414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05" name="Google Shape;405;p28" title="House icon vector clip art | Free SV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19375" y="410250"/>
            <a:ext cx="2414225" cy="2414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06" name="Google Shape;406;p28" descr="Elephant | Free Stock Photo | Illustration of an elephant | # 11454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836362" y="1937888"/>
            <a:ext cx="617025" cy="7094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600"/>
                                        <p:tgtEl>
                                          <p:spTgt spid="4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900"/>
                                        <p:tgtEl>
                                          <p:spTgt spid="4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1" name="Google Shape;411;p29" descr="A cartoon of a white and purple animal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556516" y="2346673"/>
            <a:ext cx="1437410" cy="1755556"/>
          </a:xfrm>
          <a:prstGeom prst="rect">
            <a:avLst/>
          </a:prstGeom>
          <a:noFill/>
          <a:ln>
            <a:noFill/>
          </a:ln>
        </p:spPr>
      </p:pic>
      <p:pic>
        <p:nvPicPr>
          <p:cNvPr id="412" name="Google Shape;412;p29" descr="A cartoon character with orange and white face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745300" y="2479600"/>
            <a:ext cx="1367325" cy="1669949"/>
          </a:xfrm>
          <a:prstGeom prst="rect">
            <a:avLst/>
          </a:prstGeom>
          <a:noFill/>
          <a:ln>
            <a:noFill/>
          </a:ln>
        </p:spPr>
      </p:pic>
      <p:sp>
        <p:nvSpPr>
          <p:cNvPr id="413" name="Google Shape;413;p29"/>
          <p:cNvSpPr/>
          <p:nvPr/>
        </p:nvSpPr>
        <p:spPr>
          <a:xfrm>
            <a:off x="3497475" y="1866025"/>
            <a:ext cx="1294800" cy="853200"/>
          </a:xfrm>
          <a:prstGeom prst="wedgeRoundRectCallout">
            <a:avLst>
              <a:gd name="adj1" fmla="val -20833"/>
              <a:gd name="adj2" fmla="val 62500"/>
              <a:gd name="adj3" fmla="val 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14" name="Google Shape;414;p29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868914" y="1927538"/>
            <a:ext cx="635021" cy="730174"/>
          </a:xfrm>
          <a:prstGeom prst="rect">
            <a:avLst/>
          </a:prstGeom>
          <a:noFill/>
          <a:ln>
            <a:noFill/>
          </a:ln>
        </p:spPr>
      </p:pic>
      <p:sp>
        <p:nvSpPr>
          <p:cNvPr id="415" name="Google Shape;415;p29"/>
          <p:cNvSpPr/>
          <p:nvPr/>
        </p:nvSpPr>
        <p:spPr>
          <a:xfrm>
            <a:off x="3993925" y="2281275"/>
            <a:ext cx="379200" cy="376500"/>
          </a:xfrm>
          <a:prstGeom prst="noSmoking">
            <a:avLst>
              <a:gd name="adj" fmla="val 18750"/>
            </a:avLst>
          </a:prstGeom>
          <a:solidFill>
            <a:srgbClr val="CC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16" name="Google Shape;416;p29" title="House icon vector clip art | Free SV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880175" y="494425"/>
            <a:ext cx="2414224" cy="2414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17" name="Google Shape;417;p29" title="House icon vector clip art | Free SV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19375" y="410250"/>
            <a:ext cx="2414225" cy="2414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2" name="Google Shape;422;p30" descr="A cartoon of a white and purple animal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556516" y="2346673"/>
            <a:ext cx="1437410" cy="1755556"/>
          </a:xfrm>
          <a:prstGeom prst="rect">
            <a:avLst/>
          </a:prstGeom>
          <a:noFill/>
          <a:ln>
            <a:noFill/>
          </a:ln>
        </p:spPr>
      </p:pic>
      <p:sp>
        <p:nvSpPr>
          <p:cNvPr id="423" name="Google Shape;423;p30"/>
          <p:cNvSpPr/>
          <p:nvPr/>
        </p:nvSpPr>
        <p:spPr>
          <a:xfrm>
            <a:off x="3497475" y="1866025"/>
            <a:ext cx="1294800" cy="853200"/>
          </a:xfrm>
          <a:prstGeom prst="wedgeRoundRectCallout">
            <a:avLst>
              <a:gd name="adj1" fmla="val -20833"/>
              <a:gd name="adj2" fmla="val 62500"/>
              <a:gd name="adj3" fmla="val 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24" name="Google Shape;424;p30" title="House icon vector clip art | Free SV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80175" y="494425"/>
            <a:ext cx="2414224" cy="2414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25" name="Google Shape;425;p30" title="House icon vector clip art | Free SV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19375" y="410250"/>
            <a:ext cx="2414225" cy="2414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26" name="Google Shape;426;p30" descr="Elephant | Free Stock Photo | Illustration of an elephant | # 1145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836362" y="1937888"/>
            <a:ext cx="617025" cy="709482"/>
          </a:xfrm>
          <a:prstGeom prst="rect">
            <a:avLst/>
          </a:prstGeom>
          <a:noFill/>
          <a:ln>
            <a:noFill/>
          </a:ln>
        </p:spPr>
      </p:pic>
      <p:sp>
        <p:nvSpPr>
          <p:cNvPr id="427" name="Google Shape;427;p30"/>
          <p:cNvSpPr/>
          <p:nvPr/>
        </p:nvSpPr>
        <p:spPr>
          <a:xfrm>
            <a:off x="3861375" y="2060275"/>
            <a:ext cx="567000" cy="568500"/>
          </a:xfrm>
          <a:prstGeom prst="noSmoking">
            <a:avLst>
              <a:gd name="adj" fmla="val 18750"/>
            </a:avLst>
          </a:prstGeom>
          <a:solidFill>
            <a:srgbClr val="CC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28" name="Google Shape;428;p30" descr="A cartoon character with orange and white face&#10;&#10;Description automatically generated"/>
          <p:cNvPicPr preferRelativeResize="0"/>
          <p:nvPr/>
        </p:nvPicPr>
        <p:blipFill rotWithShape="1">
          <a:blip r:embed="rId6">
            <a:alphaModFix amt="91000"/>
          </a:blip>
          <a:srcRect/>
          <a:stretch/>
        </p:blipFill>
        <p:spPr>
          <a:xfrm>
            <a:off x="4938242" y="2346670"/>
            <a:ext cx="1437410" cy="1755556"/>
          </a:xfrm>
          <a:prstGeom prst="rect">
            <a:avLst/>
          </a:prstGeom>
          <a:noFill/>
          <a:ln>
            <a:noFill/>
          </a:ln>
          <a:effectLst>
            <a:outerShdw blurRad="57150" dist="19050" dir="6840000" algn="bl" rotWithShape="0">
              <a:srgbClr val="000000">
                <a:alpha val="50980"/>
              </a:srgbClr>
            </a:outerShdw>
          </a:effec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200"/>
                                        <p:tgtEl>
                                          <p:spTgt spid="4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3" name="Google Shape;433;p31" descr="A cartoon of a white and purple animal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556516" y="2346673"/>
            <a:ext cx="1437410" cy="1755556"/>
          </a:xfrm>
          <a:prstGeom prst="rect">
            <a:avLst/>
          </a:prstGeom>
          <a:noFill/>
          <a:ln>
            <a:noFill/>
          </a:ln>
        </p:spPr>
      </p:pic>
      <p:sp>
        <p:nvSpPr>
          <p:cNvPr id="434" name="Google Shape;434;p31"/>
          <p:cNvSpPr/>
          <p:nvPr/>
        </p:nvSpPr>
        <p:spPr>
          <a:xfrm>
            <a:off x="3497475" y="1866025"/>
            <a:ext cx="1294800" cy="853200"/>
          </a:xfrm>
          <a:prstGeom prst="wedgeRoundRectCallout">
            <a:avLst>
              <a:gd name="adj1" fmla="val -20833"/>
              <a:gd name="adj2" fmla="val 62500"/>
              <a:gd name="adj3" fmla="val 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35" name="Google Shape;435;p31" title="House icon vector clip art | Free SV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80175" y="494425"/>
            <a:ext cx="2414224" cy="2414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36" name="Google Shape;436;p31" title="House icon vector clip art | Free SV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19375" y="410250"/>
            <a:ext cx="2414225" cy="2414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37" name="Google Shape;437;p3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868914" y="1927538"/>
            <a:ext cx="635021" cy="730174"/>
          </a:xfrm>
          <a:prstGeom prst="rect">
            <a:avLst/>
          </a:prstGeom>
          <a:noFill/>
          <a:ln>
            <a:noFill/>
          </a:ln>
        </p:spPr>
      </p:pic>
      <p:pic>
        <p:nvPicPr>
          <p:cNvPr id="438" name="Google Shape;438;p31" descr="A cartoon character with orange and white face&#10;&#10;Description automatically generated"/>
          <p:cNvPicPr preferRelativeResize="0"/>
          <p:nvPr/>
        </p:nvPicPr>
        <p:blipFill rotWithShape="1">
          <a:blip r:embed="rId6">
            <a:alphaModFix amt="91000"/>
          </a:blip>
          <a:srcRect/>
          <a:stretch/>
        </p:blipFill>
        <p:spPr>
          <a:xfrm>
            <a:off x="5132367" y="2375845"/>
            <a:ext cx="1437410" cy="1755556"/>
          </a:xfrm>
          <a:prstGeom prst="rect">
            <a:avLst/>
          </a:prstGeom>
          <a:noFill/>
          <a:ln>
            <a:noFill/>
          </a:ln>
          <a:effectLst>
            <a:outerShdw blurRad="57150" dist="19050" dir="6840000" algn="bl" rotWithShape="0">
              <a:srgbClr val="000000">
                <a:alpha val="50980"/>
              </a:srgbClr>
            </a:outerShdw>
          </a:effec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9" name="Google Shape;449;p3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334644" y="384525"/>
            <a:ext cx="2323880" cy="232388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0" name="Google Shape;450;p3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928867" y="2966925"/>
            <a:ext cx="922516" cy="10607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9" name="Google Shape;499;p36" descr="A cartoon character with orange and white face&#10;&#10;Description automatically generated"/>
          <p:cNvPicPr preferRelativeResize="0"/>
          <p:nvPr/>
        </p:nvPicPr>
        <p:blipFill rotWithShape="1">
          <a:blip r:embed="rId3">
            <a:alphaModFix amt="91000"/>
          </a:blip>
          <a:srcRect/>
          <a:stretch/>
        </p:blipFill>
        <p:spPr>
          <a:xfrm>
            <a:off x="5034733" y="2080925"/>
            <a:ext cx="1408018" cy="1719650"/>
          </a:xfrm>
          <a:prstGeom prst="rect">
            <a:avLst/>
          </a:prstGeom>
          <a:noFill/>
          <a:ln>
            <a:noFill/>
          </a:ln>
          <a:effectLst>
            <a:outerShdw blurRad="57150" dist="19050" dir="6840000" algn="bl" rotWithShape="0">
              <a:srgbClr val="000000">
                <a:alpha val="50980"/>
              </a:srgbClr>
            </a:outerShdw>
          </a:effectLst>
        </p:spPr>
      </p:pic>
      <p:sp>
        <p:nvSpPr>
          <p:cNvPr id="500" name="Google Shape;500;p36"/>
          <p:cNvSpPr txBox="1"/>
          <p:nvPr/>
        </p:nvSpPr>
        <p:spPr>
          <a:xfrm>
            <a:off x="2334250" y="927250"/>
            <a:ext cx="41085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Who do you think is a better friend?</a:t>
            </a:r>
            <a:endParaRPr sz="1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01" name="Google Shape;501;p36" descr="A cartoon character with orange and white face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038000" y="2080917"/>
            <a:ext cx="1408025" cy="17196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6" name="Google Shape;506;p37" descr="A cartoon character with orange and white face&#10;&#10;Description automatically generated"/>
          <p:cNvPicPr preferRelativeResize="0"/>
          <p:nvPr/>
        </p:nvPicPr>
        <p:blipFill rotWithShape="1">
          <a:blip r:embed="rId3">
            <a:alphaModFix amt="91000"/>
          </a:blip>
          <a:srcRect/>
          <a:stretch/>
        </p:blipFill>
        <p:spPr>
          <a:xfrm>
            <a:off x="5034733" y="2080925"/>
            <a:ext cx="1408018" cy="1719650"/>
          </a:xfrm>
          <a:prstGeom prst="rect">
            <a:avLst/>
          </a:prstGeom>
          <a:noFill/>
          <a:ln>
            <a:noFill/>
          </a:ln>
          <a:effectLst>
            <a:outerShdw blurRad="57150" dist="19050" dir="6840000" algn="bl" rotWithShape="0">
              <a:srgbClr val="000000">
                <a:alpha val="50980"/>
              </a:srgbClr>
            </a:outerShdw>
          </a:effectLst>
        </p:spPr>
      </p:pic>
      <p:pic>
        <p:nvPicPr>
          <p:cNvPr id="507" name="Google Shape;507;p37" descr="A cartoon character with orange and white face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038000" y="2080917"/>
            <a:ext cx="1408025" cy="1719660"/>
          </a:xfrm>
          <a:prstGeom prst="rect">
            <a:avLst/>
          </a:prstGeom>
          <a:noFill/>
          <a:ln>
            <a:noFill/>
          </a:ln>
        </p:spPr>
      </p:pic>
      <p:pic>
        <p:nvPicPr>
          <p:cNvPr id="508" name="Google Shape;508;p37" descr="Vanilla ice cream in cone vector image | Free SV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447675" y="2773675"/>
            <a:ext cx="1609350" cy="1609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3" name="Google Shape;513;p38" descr="A cartoon character with orange and white face&#10;&#10;Description automatically generated"/>
          <p:cNvPicPr preferRelativeResize="0"/>
          <p:nvPr/>
        </p:nvPicPr>
        <p:blipFill rotWithShape="1">
          <a:blip r:embed="rId3">
            <a:alphaModFix amt="91000"/>
          </a:blip>
          <a:srcRect/>
          <a:stretch/>
        </p:blipFill>
        <p:spPr>
          <a:xfrm>
            <a:off x="5034733" y="2080925"/>
            <a:ext cx="1408018" cy="1719650"/>
          </a:xfrm>
          <a:prstGeom prst="rect">
            <a:avLst/>
          </a:prstGeom>
          <a:noFill/>
          <a:ln>
            <a:noFill/>
          </a:ln>
          <a:effectLst>
            <a:outerShdw blurRad="57150" dist="19050" dir="6840000" algn="bl" rotWithShape="0">
              <a:srgbClr val="000000">
                <a:alpha val="50980"/>
              </a:srgbClr>
            </a:outerShdw>
          </a:effectLst>
        </p:spPr>
      </p:pic>
      <p:pic>
        <p:nvPicPr>
          <p:cNvPr id="514" name="Google Shape;514;p38" descr="A cartoon character with orange and white face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038000" y="2080917"/>
            <a:ext cx="1408025" cy="1719660"/>
          </a:xfrm>
          <a:prstGeom prst="rect">
            <a:avLst/>
          </a:prstGeom>
          <a:noFill/>
          <a:ln>
            <a:noFill/>
          </a:ln>
        </p:spPr>
      </p:pic>
      <p:pic>
        <p:nvPicPr>
          <p:cNvPr id="515" name="Google Shape;515;p38" descr="Foffee collection | Free SV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664250" y="2349175"/>
            <a:ext cx="1301876" cy="1301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8" name="Google Shape;378;p25" descr="A cartoon of a white and purple animal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638000" y="1820500"/>
            <a:ext cx="1775900" cy="2168974"/>
          </a:xfrm>
          <a:prstGeom prst="rect">
            <a:avLst/>
          </a:prstGeom>
          <a:noFill/>
          <a:ln>
            <a:noFill/>
          </a:ln>
        </p:spPr>
      </p:pic>
      <p:sp>
        <p:nvSpPr>
          <p:cNvPr id="379" name="Google Shape;379;p25"/>
          <p:cNvSpPr/>
          <p:nvPr/>
        </p:nvSpPr>
        <p:spPr>
          <a:xfrm rot="-5400000">
            <a:off x="4422600" y="2601825"/>
            <a:ext cx="206700" cy="606300"/>
          </a:xfrm>
          <a:prstGeom prst="moon">
            <a:avLst>
              <a:gd name="adj" fmla="val 50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id="6" dur="1000" fill="hold"/>
                                        <p:tgtEl>
                                          <p:spTgt spid="37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26"/>
          <p:cNvSpPr/>
          <p:nvPr/>
        </p:nvSpPr>
        <p:spPr>
          <a:xfrm>
            <a:off x="4771150" y="1491525"/>
            <a:ext cx="1567800" cy="1161000"/>
          </a:xfrm>
          <a:prstGeom prst="cloudCallout">
            <a:avLst>
              <a:gd name="adj1" fmla="val -20833"/>
              <a:gd name="adj2" fmla="val 625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85" name="Google Shape;385;p26" descr="A cartoon of a white and purple animal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512250" y="1958775"/>
            <a:ext cx="1979225" cy="2417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86" name="Google Shape;386;p26" title="School desk | Free SV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638400" y="3381875"/>
            <a:ext cx="1801076" cy="1801076"/>
          </a:xfrm>
          <a:prstGeom prst="rect">
            <a:avLst/>
          </a:prstGeom>
          <a:noFill/>
          <a:ln>
            <a:noFill/>
          </a:ln>
        </p:spPr>
      </p:pic>
      <p:pic>
        <p:nvPicPr>
          <p:cNvPr id="387" name="Google Shape;387;p26" title="Royalty-Free photo: Rectangular green board on brown background ...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64525" y="229279"/>
            <a:ext cx="3347725" cy="1792892"/>
          </a:xfrm>
          <a:prstGeom prst="rect">
            <a:avLst/>
          </a:prstGeom>
          <a:noFill/>
          <a:ln>
            <a:noFill/>
          </a:ln>
        </p:spPr>
      </p:pic>
      <p:pic>
        <p:nvPicPr>
          <p:cNvPr id="388" name="Google Shape;388;p26" descr="Elephant | Free Stock Photo | Illustration of an elephant | # 11454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246537" y="1717276"/>
            <a:ext cx="617025" cy="7094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26"/>
          <p:cNvSpPr/>
          <p:nvPr/>
        </p:nvSpPr>
        <p:spPr>
          <a:xfrm>
            <a:off x="4771150" y="1491525"/>
            <a:ext cx="1567800" cy="1161000"/>
          </a:xfrm>
          <a:prstGeom prst="cloudCallout">
            <a:avLst>
              <a:gd name="adj1" fmla="val -20833"/>
              <a:gd name="adj2" fmla="val 625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85" name="Google Shape;385;p26" descr="A cartoon of a white and purple animal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512250" y="1958775"/>
            <a:ext cx="1979225" cy="2417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86" name="Google Shape;386;p26" title="School desk | Free SV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638400" y="3381875"/>
            <a:ext cx="1801076" cy="1801076"/>
          </a:xfrm>
          <a:prstGeom prst="rect">
            <a:avLst/>
          </a:prstGeom>
          <a:noFill/>
          <a:ln>
            <a:noFill/>
          </a:ln>
        </p:spPr>
      </p:pic>
      <p:pic>
        <p:nvPicPr>
          <p:cNvPr id="387" name="Google Shape;387;p26" title="Royalty-Free photo: Rectangular green board on brown background ...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64525" y="141100"/>
            <a:ext cx="3347725" cy="1969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8" name="Google Shape;388;p26" descr="Elephant | Free Stock Photo | Illustration of an elephant | # 11454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096425" y="1774416"/>
            <a:ext cx="917248" cy="5952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1" name="Google Shape;401;p28" descr="A cartoon of a white and purple animal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556516" y="2346673"/>
            <a:ext cx="1437410" cy="1755556"/>
          </a:xfrm>
          <a:prstGeom prst="rect">
            <a:avLst/>
          </a:prstGeom>
          <a:noFill/>
          <a:ln>
            <a:noFill/>
          </a:ln>
        </p:spPr>
      </p:pic>
      <p:pic>
        <p:nvPicPr>
          <p:cNvPr id="402" name="Google Shape;402;p28" descr="A cartoon character with orange and white face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792275" y="2479600"/>
            <a:ext cx="1367325" cy="1669949"/>
          </a:xfrm>
          <a:prstGeom prst="rect">
            <a:avLst/>
          </a:prstGeom>
          <a:noFill/>
          <a:ln>
            <a:noFill/>
          </a:ln>
        </p:spPr>
      </p:pic>
      <p:sp>
        <p:nvSpPr>
          <p:cNvPr id="403" name="Google Shape;403;p28"/>
          <p:cNvSpPr/>
          <p:nvPr/>
        </p:nvSpPr>
        <p:spPr>
          <a:xfrm>
            <a:off x="3497475" y="1866025"/>
            <a:ext cx="1294800" cy="853200"/>
          </a:xfrm>
          <a:prstGeom prst="wedgeRoundRectCallout">
            <a:avLst>
              <a:gd name="adj1" fmla="val -20833"/>
              <a:gd name="adj2" fmla="val 62500"/>
              <a:gd name="adj3" fmla="val 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04" name="Google Shape;404;p28" title="House icon vector clip art | Free SV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880175" y="494425"/>
            <a:ext cx="2414224" cy="2414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05" name="Google Shape;405;p28" title="House icon vector clip art | Free SV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19375" y="410250"/>
            <a:ext cx="2414225" cy="2414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06" name="Google Shape;406;p28" descr="Elephant | Free Stock Photo | Illustration of an elephant | # 11454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686250" y="1995028"/>
            <a:ext cx="917248" cy="5952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600"/>
                                        <p:tgtEl>
                                          <p:spTgt spid="4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900"/>
                                        <p:tgtEl>
                                          <p:spTgt spid="4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1" name="Google Shape;411;p29" descr="A cartoon of a white and purple animal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556516" y="2346673"/>
            <a:ext cx="1437410" cy="1755556"/>
          </a:xfrm>
          <a:prstGeom prst="rect">
            <a:avLst/>
          </a:prstGeom>
          <a:noFill/>
          <a:ln>
            <a:noFill/>
          </a:ln>
        </p:spPr>
      </p:pic>
      <p:pic>
        <p:nvPicPr>
          <p:cNvPr id="412" name="Google Shape;412;p29" descr="A cartoon character with orange and white face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745300" y="2479600"/>
            <a:ext cx="1367325" cy="1669949"/>
          </a:xfrm>
          <a:prstGeom prst="rect">
            <a:avLst/>
          </a:prstGeom>
          <a:noFill/>
          <a:ln>
            <a:noFill/>
          </a:ln>
        </p:spPr>
      </p:pic>
      <p:sp>
        <p:nvSpPr>
          <p:cNvPr id="413" name="Google Shape;413;p29"/>
          <p:cNvSpPr/>
          <p:nvPr/>
        </p:nvSpPr>
        <p:spPr>
          <a:xfrm>
            <a:off x="3497475" y="1866025"/>
            <a:ext cx="1294800" cy="853200"/>
          </a:xfrm>
          <a:prstGeom prst="wedgeRoundRectCallout">
            <a:avLst>
              <a:gd name="adj1" fmla="val -20833"/>
              <a:gd name="adj2" fmla="val 62500"/>
              <a:gd name="adj3" fmla="val 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14" name="Google Shape;414;p29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868914" y="1927538"/>
            <a:ext cx="635021" cy="730174"/>
          </a:xfrm>
          <a:prstGeom prst="rect">
            <a:avLst/>
          </a:prstGeom>
          <a:noFill/>
          <a:ln>
            <a:noFill/>
          </a:ln>
        </p:spPr>
      </p:pic>
      <p:sp>
        <p:nvSpPr>
          <p:cNvPr id="415" name="Google Shape;415;p29"/>
          <p:cNvSpPr/>
          <p:nvPr/>
        </p:nvSpPr>
        <p:spPr>
          <a:xfrm>
            <a:off x="3993925" y="2281275"/>
            <a:ext cx="379200" cy="376500"/>
          </a:xfrm>
          <a:prstGeom prst="noSmoking">
            <a:avLst>
              <a:gd name="adj" fmla="val 18750"/>
            </a:avLst>
          </a:prstGeom>
          <a:solidFill>
            <a:srgbClr val="CC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16" name="Google Shape;416;p29" title="House icon vector clip art | Free SV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880175" y="494425"/>
            <a:ext cx="2414224" cy="2414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17" name="Google Shape;417;p29" title="House icon vector clip art | Free SV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19375" y="410250"/>
            <a:ext cx="2414225" cy="2414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2" name="Google Shape;422;p30" descr="A cartoon of a white and purple animal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556516" y="2346673"/>
            <a:ext cx="1437410" cy="1755556"/>
          </a:xfrm>
          <a:prstGeom prst="rect">
            <a:avLst/>
          </a:prstGeom>
          <a:noFill/>
          <a:ln>
            <a:noFill/>
          </a:ln>
        </p:spPr>
      </p:pic>
      <p:sp>
        <p:nvSpPr>
          <p:cNvPr id="423" name="Google Shape;423;p30"/>
          <p:cNvSpPr/>
          <p:nvPr/>
        </p:nvSpPr>
        <p:spPr>
          <a:xfrm>
            <a:off x="3497475" y="1866025"/>
            <a:ext cx="1294800" cy="853200"/>
          </a:xfrm>
          <a:prstGeom prst="wedgeRoundRectCallout">
            <a:avLst>
              <a:gd name="adj1" fmla="val -20833"/>
              <a:gd name="adj2" fmla="val 62500"/>
              <a:gd name="adj3" fmla="val 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24" name="Google Shape;424;p30" title="House icon vector clip art | Free SV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80175" y="494425"/>
            <a:ext cx="2414224" cy="2414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25" name="Google Shape;425;p30" title="House icon vector clip art | Free SV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19375" y="410250"/>
            <a:ext cx="2414225" cy="2414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26" name="Google Shape;426;p30" descr="Elephant | Free Stock Photo | Illustration of an elephant | # 1145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686250" y="1995028"/>
            <a:ext cx="917248" cy="595202"/>
          </a:xfrm>
          <a:prstGeom prst="rect">
            <a:avLst/>
          </a:prstGeom>
          <a:noFill/>
          <a:ln>
            <a:noFill/>
          </a:ln>
        </p:spPr>
      </p:pic>
      <p:sp>
        <p:nvSpPr>
          <p:cNvPr id="427" name="Google Shape;427;p30"/>
          <p:cNvSpPr/>
          <p:nvPr/>
        </p:nvSpPr>
        <p:spPr>
          <a:xfrm>
            <a:off x="3861375" y="2060275"/>
            <a:ext cx="567000" cy="568500"/>
          </a:xfrm>
          <a:prstGeom prst="noSmoking">
            <a:avLst>
              <a:gd name="adj" fmla="val 18750"/>
            </a:avLst>
          </a:prstGeom>
          <a:solidFill>
            <a:srgbClr val="CC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28" name="Google Shape;428;p30" descr="A cartoon character with orange and white face&#10;&#10;Description automatically generated"/>
          <p:cNvPicPr preferRelativeResize="0"/>
          <p:nvPr/>
        </p:nvPicPr>
        <p:blipFill rotWithShape="1">
          <a:blip r:embed="rId6">
            <a:alphaModFix amt="91000"/>
          </a:blip>
          <a:srcRect/>
          <a:stretch/>
        </p:blipFill>
        <p:spPr>
          <a:xfrm>
            <a:off x="4938242" y="2346670"/>
            <a:ext cx="1437410" cy="1755556"/>
          </a:xfrm>
          <a:prstGeom prst="rect">
            <a:avLst/>
          </a:prstGeom>
          <a:noFill/>
          <a:ln>
            <a:noFill/>
          </a:ln>
          <a:effectLst>
            <a:outerShdw blurRad="57150" dist="19050" dir="6840000" algn="bl" rotWithShape="0">
              <a:srgbClr val="000000">
                <a:alpha val="50980"/>
              </a:srgbClr>
            </a:outerShdw>
          </a:effec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200"/>
                                        <p:tgtEl>
                                          <p:spTgt spid="4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3" name="Google Shape;433;p31" descr="A cartoon of a white and purple animal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556516" y="2346673"/>
            <a:ext cx="1437410" cy="1755556"/>
          </a:xfrm>
          <a:prstGeom prst="rect">
            <a:avLst/>
          </a:prstGeom>
          <a:noFill/>
          <a:ln>
            <a:noFill/>
          </a:ln>
        </p:spPr>
      </p:pic>
      <p:sp>
        <p:nvSpPr>
          <p:cNvPr id="434" name="Google Shape;434;p31"/>
          <p:cNvSpPr/>
          <p:nvPr/>
        </p:nvSpPr>
        <p:spPr>
          <a:xfrm>
            <a:off x="3497475" y="1866025"/>
            <a:ext cx="1294800" cy="853200"/>
          </a:xfrm>
          <a:prstGeom prst="wedgeRoundRectCallout">
            <a:avLst>
              <a:gd name="adj1" fmla="val -20833"/>
              <a:gd name="adj2" fmla="val 62500"/>
              <a:gd name="adj3" fmla="val 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35" name="Google Shape;435;p31" title="House icon vector clip art | Free SV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80175" y="494425"/>
            <a:ext cx="2414224" cy="2414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36" name="Google Shape;436;p31" title="House icon vector clip art | Free SV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19375" y="410250"/>
            <a:ext cx="2414225" cy="2414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37" name="Google Shape;437;p3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868914" y="1927538"/>
            <a:ext cx="635021" cy="730174"/>
          </a:xfrm>
          <a:prstGeom prst="rect">
            <a:avLst/>
          </a:prstGeom>
          <a:noFill/>
          <a:ln>
            <a:noFill/>
          </a:ln>
        </p:spPr>
      </p:pic>
      <p:pic>
        <p:nvPicPr>
          <p:cNvPr id="438" name="Google Shape;438;p31" descr="A cartoon character with orange and white face&#10;&#10;Description automatically generated"/>
          <p:cNvPicPr preferRelativeResize="0"/>
          <p:nvPr/>
        </p:nvPicPr>
        <p:blipFill rotWithShape="1">
          <a:blip r:embed="rId6">
            <a:alphaModFix amt="91000"/>
          </a:blip>
          <a:srcRect/>
          <a:stretch/>
        </p:blipFill>
        <p:spPr>
          <a:xfrm>
            <a:off x="5132367" y="2375845"/>
            <a:ext cx="1437410" cy="1755556"/>
          </a:xfrm>
          <a:prstGeom prst="rect">
            <a:avLst/>
          </a:prstGeom>
          <a:noFill/>
          <a:ln>
            <a:noFill/>
          </a:ln>
          <a:effectLst>
            <a:outerShdw blurRad="57150" dist="19050" dir="6840000" algn="bl" rotWithShape="0">
              <a:srgbClr val="000000">
                <a:alpha val="50980"/>
              </a:srgbClr>
            </a:outerShdw>
          </a:effec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9" name="Google Shape;449;p3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334644" y="384525"/>
            <a:ext cx="2323880" cy="232388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0" name="Google Shape;450;p3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928867" y="2966925"/>
            <a:ext cx="922516" cy="10607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9" name="Google Shape;499;p36" descr="A cartoon character with orange and white face&#10;&#10;Description automatically generated"/>
          <p:cNvPicPr preferRelativeResize="0"/>
          <p:nvPr/>
        </p:nvPicPr>
        <p:blipFill rotWithShape="1">
          <a:blip r:embed="rId3">
            <a:alphaModFix amt="91000"/>
          </a:blip>
          <a:srcRect/>
          <a:stretch/>
        </p:blipFill>
        <p:spPr>
          <a:xfrm>
            <a:off x="5034733" y="2080925"/>
            <a:ext cx="1408018" cy="1719650"/>
          </a:xfrm>
          <a:prstGeom prst="rect">
            <a:avLst/>
          </a:prstGeom>
          <a:noFill/>
          <a:ln>
            <a:noFill/>
          </a:ln>
          <a:effectLst>
            <a:outerShdw blurRad="57150" dist="19050" dir="6840000" algn="bl" rotWithShape="0">
              <a:srgbClr val="000000">
                <a:alpha val="50980"/>
              </a:srgbClr>
            </a:outerShdw>
          </a:effectLst>
        </p:spPr>
      </p:pic>
      <p:sp>
        <p:nvSpPr>
          <p:cNvPr id="500" name="Google Shape;500;p36"/>
          <p:cNvSpPr txBox="1"/>
          <p:nvPr/>
        </p:nvSpPr>
        <p:spPr>
          <a:xfrm>
            <a:off x="2334250" y="927250"/>
            <a:ext cx="41085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Who do you think is a better friend?</a:t>
            </a:r>
            <a:endParaRPr sz="1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01" name="Google Shape;501;p36" descr="A cartoon character with orange and white face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038000" y="2080917"/>
            <a:ext cx="1408025" cy="17196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6" name="Google Shape;506;p37" descr="A cartoon character with orange and white face&#10;&#10;Description automatically generated"/>
          <p:cNvPicPr preferRelativeResize="0"/>
          <p:nvPr/>
        </p:nvPicPr>
        <p:blipFill rotWithShape="1">
          <a:blip r:embed="rId3">
            <a:alphaModFix amt="91000"/>
          </a:blip>
          <a:srcRect/>
          <a:stretch/>
        </p:blipFill>
        <p:spPr>
          <a:xfrm>
            <a:off x="5034733" y="2080925"/>
            <a:ext cx="1408018" cy="1719650"/>
          </a:xfrm>
          <a:prstGeom prst="rect">
            <a:avLst/>
          </a:prstGeom>
          <a:noFill/>
          <a:ln>
            <a:noFill/>
          </a:ln>
          <a:effectLst>
            <a:outerShdw blurRad="57150" dist="19050" dir="6840000" algn="bl" rotWithShape="0">
              <a:srgbClr val="000000">
                <a:alpha val="50980"/>
              </a:srgbClr>
            </a:outerShdw>
          </a:effectLst>
        </p:spPr>
      </p:pic>
      <p:pic>
        <p:nvPicPr>
          <p:cNvPr id="507" name="Google Shape;507;p37" descr="A cartoon character with orange and white face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038000" y="2080917"/>
            <a:ext cx="1408025" cy="1719660"/>
          </a:xfrm>
          <a:prstGeom prst="rect">
            <a:avLst/>
          </a:prstGeom>
          <a:noFill/>
          <a:ln>
            <a:noFill/>
          </a:ln>
        </p:spPr>
      </p:pic>
      <p:pic>
        <p:nvPicPr>
          <p:cNvPr id="508" name="Google Shape;508;p37" descr="Vanilla ice cream in cone vector image | Free SV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447675" y="2773675"/>
            <a:ext cx="1609350" cy="1609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3" name="Google Shape;513;p38" descr="A cartoon character with orange and white face&#10;&#10;Description automatically generated"/>
          <p:cNvPicPr preferRelativeResize="0"/>
          <p:nvPr/>
        </p:nvPicPr>
        <p:blipFill rotWithShape="1">
          <a:blip r:embed="rId3">
            <a:alphaModFix amt="91000"/>
          </a:blip>
          <a:srcRect/>
          <a:stretch/>
        </p:blipFill>
        <p:spPr>
          <a:xfrm>
            <a:off x="5034733" y="2080925"/>
            <a:ext cx="1408018" cy="1719650"/>
          </a:xfrm>
          <a:prstGeom prst="rect">
            <a:avLst/>
          </a:prstGeom>
          <a:noFill/>
          <a:ln>
            <a:noFill/>
          </a:ln>
          <a:effectLst>
            <a:outerShdw blurRad="57150" dist="19050" dir="6840000" algn="bl" rotWithShape="0">
              <a:srgbClr val="000000">
                <a:alpha val="50980"/>
              </a:srgbClr>
            </a:outerShdw>
          </a:effectLst>
        </p:spPr>
      </p:pic>
      <p:pic>
        <p:nvPicPr>
          <p:cNvPr id="514" name="Google Shape;514;p38" descr="A cartoon character with orange and white face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038000" y="2080917"/>
            <a:ext cx="1408025" cy="1719660"/>
          </a:xfrm>
          <a:prstGeom prst="rect">
            <a:avLst/>
          </a:prstGeom>
          <a:noFill/>
          <a:ln>
            <a:noFill/>
          </a:ln>
        </p:spPr>
      </p:pic>
      <p:pic>
        <p:nvPicPr>
          <p:cNvPr id="515" name="Google Shape;515;p38" descr="Foffee collection | Free SV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664250" y="2349175"/>
            <a:ext cx="1301876" cy="1301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8" name="Google Shape;378;p25" descr="A cartoon of a white and purple animal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638000" y="1820500"/>
            <a:ext cx="1775900" cy="2168974"/>
          </a:xfrm>
          <a:prstGeom prst="rect">
            <a:avLst/>
          </a:prstGeom>
          <a:noFill/>
          <a:ln>
            <a:noFill/>
          </a:ln>
        </p:spPr>
      </p:pic>
      <p:sp>
        <p:nvSpPr>
          <p:cNvPr id="379" name="Google Shape;379;p25"/>
          <p:cNvSpPr/>
          <p:nvPr/>
        </p:nvSpPr>
        <p:spPr>
          <a:xfrm rot="-5400000">
            <a:off x="4422600" y="2601825"/>
            <a:ext cx="206700" cy="606300"/>
          </a:xfrm>
          <a:prstGeom prst="moon">
            <a:avLst>
              <a:gd name="adj" fmla="val 50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id="6" dur="1000" fill="hold"/>
                                        <p:tgtEl>
                                          <p:spTgt spid="37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26"/>
          <p:cNvSpPr/>
          <p:nvPr/>
        </p:nvSpPr>
        <p:spPr>
          <a:xfrm>
            <a:off x="4771150" y="1491525"/>
            <a:ext cx="1567800" cy="1161000"/>
          </a:xfrm>
          <a:prstGeom prst="cloudCallout">
            <a:avLst>
              <a:gd name="adj1" fmla="val -20833"/>
              <a:gd name="adj2" fmla="val 625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85" name="Google Shape;385;p26" descr="A cartoon of a white and purple animal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512250" y="1958775"/>
            <a:ext cx="1979225" cy="2417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86" name="Google Shape;386;p26" title="School desk | Free SV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638400" y="3381875"/>
            <a:ext cx="1801076" cy="1801076"/>
          </a:xfrm>
          <a:prstGeom prst="rect">
            <a:avLst/>
          </a:prstGeom>
          <a:noFill/>
          <a:ln>
            <a:noFill/>
          </a:ln>
        </p:spPr>
      </p:pic>
      <p:pic>
        <p:nvPicPr>
          <p:cNvPr id="387" name="Google Shape;387;p26" title="Royalty-Free photo: Rectangular green board on brown background ...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64525" y="229279"/>
            <a:ext cx="3347725" cy="1792892"/>
          </a:xfrm>
          <a:prstGeom prst="rect">
            <a:avLst/>
          </a:prstGeom>
          <a:noFill/>
          <a:ln>
            <a:noFill/>
          </a:ln>
        </p:spPr>
      </p:pic>
      <p:pic>
        <p:nvPicPr>
          <p:cNvPr id="388" name="Google Shape;388;p26" descr="Elephant | Free Stock Photo | Illustration of an elephant | # 11454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246113" y="1717276"/>
            <a:ext cx="617873" cy="7094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26"/>
          <p:cNvSpPr/>
          <p:nvPr/>
        </p:nvSpPr>
        <p:spPr>
          <a:xfrm>
            <a:off x="4771150" y="1491525"/>
            <a:ext cx="1567800" cy="1161000"/>
          </a:xfrm>
          <a:prstGeom prst="cloudCallout">
            <a:avLst>
              <a:gd name="adj1" fmla="val -20833"/>
              <a:gd name="adj2" fmla="val 625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85" name="Google Shape;385;p26" descr="A cartoon of a white and purple animal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512250" y="1958775"/>
            <a:ext cx="1979225" cy="2417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86" name="Google Shape;386;p26" title="School desk | Free SV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638400" y="3381875"/>
            <a:ext cx="1801076" cy="1801076"/>
          </a:xfrm>
          <a:prstGeom prst="rect">
            <a:avLst/>
          </a:prstGeom>
          <a:noFill/>
          <a:ln>
            <a:noFill/>
          </a:ln>
        </p:spPr>
      </p:pic>
      <p:pic>
        <p:nvPicPr>
          <p:cNvPr id="387" name="Google Shape;387;p26" title="Royalty-Free photo: Rectangular green board on brown background ...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64525" y="141100"/>
            <a:ext cx="3347725" cy="1969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8" name="Google Shape;388;p26" descr="Elephant | Free Stock Photo | Illustration of an elephant | # 11454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096425" y="1768912"/>
            <a:ext cx="917249" cy="6062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1" name="Google Shape;401;p28" descr="A cartoon of a white and purple animal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556516" y="2346673"/>
            <a:ext cx="1437410" cy="1755556"/>
          </a:xfrm>
          <a:prstGeom prst="rect">
            <a:avLst/>
          </a:prstGeom>
          <a:noFill/>
          <a:ln>
            <a:noFill/>
          </a:ln>
        </p:spPr>
      </p:pic>
      <p:pic>
        <p:nvPicPr>
          <p:cNvPr id="402" name="Google Shape;402;p28" descr="A cartoon character with orange and white face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792275" y="2479600"/>
            <a:ext cx="1367325" cy="1669949"/>
          </a:xfrm>
          <a:prstGeom prst="rect">
            <a:avLst/>
          </a:prstGeom>
          <a:noFill/>
          <a:ln>
            <a:noFill/>
          </a:ln>
        </p:spPr>
      </p:pic>
      <p:sp>
        <p:nvSpPr>
          <p:cNvPr id="403" name="Google Shape;403;p28"/>
          <p:cNvSpPr/>
          <p:nvPr/>
        </p:nvSpPr>
        <p:spPr>
          <a:xfrm>
            <a:off x="3497475" y="1866025"/>
            <a:ext cx="1294800" cy="853200"/>
          </a:xfrm>
          <a:prstGeom prst="wedgeRoundRectCallout">
            <a:avLst>
              <a:gd name="adj1" fmla="val -20833"/>
              <a:gd name="adj2" fmla="val 62500"/>
              <a:gd name="adj3" fmla="val 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04" name="Google Shape;404;p28" title="House icon vector clip art | Free SV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880175" y="494425"/>
            <a:ext cx="2414224" cy="2414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05" name="Google Shape;405;p28" title="House icon vector clip art | Free SV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19375" y="410250"/>
            <a:ext cx="2414225" cy="2414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06" name="Google Shape;406;p28" descr="Elephant | Free Stock Photo | Illustration of an elephant | # 11454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686250" y="1989524"/>
            <a:ext cx="917249" cy="6062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600"/>
                                        <p:tgtEl>
                                          <p:spTgt spid="4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900"/>
                                        <p:tgtEl>
                                          <p:spTgt spid="4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1" name="Google Shape;411;p29" descr="A cartoon of a white and purple animal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556516" y="2346673"/>
            <a:ext cx="1437410" cy="1755556"/>
          </a:xfrm>
          <a:prstGeom prst="rect">
            <a:avLst/>
          </a:prstGeom>
          <a:noFill/>
          <a:ln>
            <a:noFill/>
          </a:ln>
        </p:spPr>
      </p:pic>
      <p:pic>
        <p:nvPicPr>
          <p:cNvPr id="412" name="Google Shape;412;p29" descr="A cartoon character with orange and white face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745300" y="2479600"/>
            <a:ext cx="1367325" cy="1669949"/>
          </a:xfrm>
          <a:prstGeom prst="rect">
            <a:avLst/>
          </a:prstGeom>
          <a:noFill/>
          <a:ln>
            <a:noFill/>
          </a:ln>
        </p:spPr>
      </p:pic>
      <p:sp>
        <p:nvSpPr>
          <p:cNvPr id="413" name="Google Shape;413;p29"/>
          <p:cNvSpPr/>
          <p:nvPr/>
        </p:nvSpPr>
        <p:spPr>
          <a:xfrm>
            <a:off x="3497475" y="1866025"/>
            <a:ext cx="1294800" cy="853200"/>
          </a:xfrm>
          <a:prstGeom prst="wedgeRoundRectCallout">
            <a:avLst>
              <a:gd name="adj1" fmla="val -20833"/>
              <a:gd name="adj2" fmla="val 62500"/>
              <a:gd name="adj3" fmla="val 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14" name="Google Shape;414;p29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868478" y="1927538"/>
            <a:ext cx="635893" cy="730174"/>
          </a:xfrm>
          <a:prstGeom prst="rect">
            <a:avLst/>
          </a:prstGeom>
          <a:noFill/>
          <a:ln>
            <a:noFill/>
          </a:ln>
        </p:spPr>
      </p:pic>
      <p:sp>
        <p:nvSpPr>
          <p:cNvPr id="415" name="Google Shape;415;p29"/>
          <p:cNvSpPr/>
          <p:nvPr/>
        </p:nvSpPr>
        <p:spPr>
          <a:xfrm>
            <a:off x="3993925" y="2281275"/>
            <a:ext cx="379200" cy="376500"/>
          </a:xfrm>
          <a:prstGeom prst="noSmoking">
            <a:avLst>
              <a:gd name="adj" fmla="val 18750"/>
            </a:avLst>
          </a:prstGeom>
          <a:solidFill>
            <a:srgbClr val="CC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16" name="Google Shape;416;p29" title="House icon vector clip art | Free SV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880175" y="494425"/>
            <a:ext cx="2414224" cy="2414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17" name="Google Shape;417;p29" title="House icon vector clip art | Free SV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19375" y="410250"/>
            <a:ext cx="2414225" cy="2414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2" name="Google Shape;422;p30" descr="A cartoon of a white and purple animal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556516" y="2346673"/>
            <a:ext cx="1437410" cy="1755556"/>
          </a:xfrm>
          <a:prstGeom prst="rect">
            <a:avLst/>
          </a:prstGeom>
          <a:noFill/>
          <a:ln>
            <a:noFill/>
          </a:ln>
        </p:spPr>
      </p:pic>
      <p:sp>
        <p:nvSpPr>
          <p:cNvPr id="423" name="Google Shape;423;p30"/>
          <p:cNvSpPr/>
          <p:nvPr/>
        </p:nvSpPr>
        <p:spPr>
          <a:xfrm>
            <a:off x="3497475" y="1866025"/>
            <a:ext cx="1294800" cy="853200"/>
          </a:xfrm>
          <a:prstGeom prst="wedgeRoundRectCallout">
            <a:avLst>
              <a:gd name="adj1" fmla="val -20833"/>
              <a:gd name="adj2" fmla="val 62500"/>
              <a:gd name="adj3" fmla="val 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24" name="Google Shape;424;p30" title="House icon vector clip art | Free SV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80175" y="494425"/>
            <a:ext cx="2414224" cy="2414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25" name="Google Shape;425;p30" title="House icon vector clip art | Free SV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19375" y="410250"/>
            <a:ext cx="2414225" cy="2414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26" name="Google Shape;426;p30" descr="Elephant | Free Stock Photo | Illustration of an elephant | # 1145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686250" y="1989524"/>
            <a:ext cx="917249" cy="606209"/>
          </a:xfrm>
          <a:prstGeom prst="rect">
            <a:avLst/>
          </a:prstGeom>
          <a:noFill/>
          <a:ln>
            <a:noFill/>
          </a:ln>
        </p:spPr>
      </p:pic>
      <p:sp>
        <p:nvSpPr>
          <p:cNvPr id="427" name="Google Shape;427;p30"/>
          <p:cNvSpPr/>
          <p:nvPr/>
        </p:nvSpPr>
        <p:spPr>
          <a:xfrm>
            <a:off x="3861375" y="2060275"/>
            <a:ext cx="567000" cy="568500"/>
          </a:xfrm>
          <a:prstGeom prst="noSmoking">
            <a:avLst>
              <a:gd name="adj" fmla="val 18750"/>
            </a:avLst>
          </a:prstGeom>
          <a:solidFill>
            <a:srgbClr val="CC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28" name="Google Shape;428;p30" descr="A cartoon character with orange and white face&#10;&#10;Description automatically generated"/>
          <p:cNvPicPr preferRelativeResize="0"/>
          <p:nvPr/>
        </p:nvPicPr>
        <p:blipFill rotWithShape="1">
          <a:blip r:embed="rId6">
            <a:alphaModFix amt="91000"/>
          </a:blip>
          <a:srcRect/>
          <a:stretch/>
        </p:blipFill>
        <p:spPr>
          <a:xfrm>
            <a:off x="4938242" y="2346670"/>
            <a:ext cx="1437410" cy="1755556"/>
          </a:xfrm>
          <a:prstGeom prst="rect">
            <a:avLst/>
          </a:prstGeom>
          <a:noFill/>
          <a:ln>
            <a:noFill/>
          </a:ln>
          <a:effectLst>
            <a:outerShdw blurRad="57150" dist="19050" dir="6840000" algn="bl" rotWithShape="0">
              <a:srgbClr val="000000">
                <a:alpha val="50980"/>
              </a:srgbClr>
            </a:outerShdw>
          </a:effec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200"/>
                                        <p:tgtEl>
                                          <p:spTgt spid="4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3" name="Google Shape;433;p31" descr="A cartoon of a white and purple animal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556516" y="2346673"/>
            <a:ext cx="1437410" cy="1755556"/>
          </a:xfrm>
          <a:prstGeom prst="rect">
            <a:avLst/>
          </a:prstGeom>
          <a:noFill/>
          <a:ln>
            <a:noFill/>
          </a:ln>
        </p:spPr>
      </p:pic>
      <p:sp>
        <p:nvSpPr>
          <p:cNvPr id="434" name="Google Shape;434;p31"/>
          <p:cNvSpPr/>
          <p:nvPr/>
        </p:nvSpPr>
        <p:spPr>
          <a:xfrm>
            <a:off x="3497475" y="1866025"/>
            <a:ext cx="1294800" cy="853200"/>
          </a:xfrm>
          <a:prstGeom prst="wedgeRoundRectCallout">
            <a:avLst>
              <a:gd name="adj1" fmla="val -20833"/>
              <a:gd name="adj2" fmla="val 62500"/>
              <a:gd name="adj3" fmla="val 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35" name="Google Shape;435;p31" title="House icon vector clip art | Free SV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80175" y="494425"/>
            <a:ext cx="2414224" cy="2414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36" name="Google Shape;436;p31" title="House icon vector clip art | Free SV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19375" y="410250"/>
            <a:ext cx="2414225" cy="2414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37" name="Google Shape;437;p3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868478" y="1927538"/>
            <a:ext cx="635893" cy="730174"/>
          </a:xfrm>
          <a:prstGeom prst="rect">
            <a:avLst/>
          </a:prstGeom>
          <a:noFill/>
          <a:ln>
            <a:noFill/>
          </a:ln>
        </p:spPr>
      </p:pic>
      <p:pic>
        <p:nvPicPr>
          <p:cNvPr id="438" name="Google Shape;438;p31" descr="A cartoon character with orange and white face&#10;&#10;Description automatically generated"/>
          <p:cNvPicPr preferRelativeResize="0"/>
          <p:nvPr/>
        </p:nvPicPr>
        <p:blipFill rotWithShape="1">
          <a:blip r:embed="rId6">
            <a:alphaModFix amt="91000"/>
          </a:blip>
          <a:srcRect/>
          <a:stretch/>
        </p:blipFill>
        <p:spPr>
          <a:xfrm>
            <a:off x="5132367" y="2375845"/>
            <a:ext cx="1437410" cy="1755556"/>
          </a:xfrm>
          <a:prstGeom prst="rect">
            <a:avLst/>
          </a:prstGeom>
          <a:noFill/>
          <a:ln>
            <a:noFill/>
          </a:ln>
          <a:effectLst>
            <a:outerShdw blurRad="57150" dist="19050" dir="6840000" algn="bl" rotWithShape="0">
              <a:srgbClr val="000000">
                <a:alpha val="50980"/>
              </a:srgbClr>
            </a:outerShdw>
          </a:effec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9" name="Google Shape;449;p3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334644" y="384525"/>
            <a:ext cx="2323880" cy="232388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0" name="Google Shape;450;p3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928233" y="2966925"/>
            <a:ext cx="923784" cy="10607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9" name="Google Shape;499;p36" descr="A cartoon character with orange and white face&#10;&#10;Description automatically generated"/>
          <p:cNvPicPr preferRelativeResize="0"/>
          <p:nvPr/>
        </p:nvPicPr>
        <p:blipFill rotWithShape="1">
          <a:blip r:embed="rId3">
            <a:alphaModFix amt="91000"/>
          </a:blip>
          <a:srcRect/>
          <a:stretch/>
        </p:blipFill>
        <p:spPr>
          <a:xfrm>
            <a:off x="5034733" y="2080925"/>
            <a:ext cx="1408018" cy="1719650"/>
          </a:xfrm>
          <a:prstGeom prst="rect">
            <a:avLst/>
          </a:prstGeom>
          <a:noFill/>
          <a:ln>
            <a:noFill/>
          </a:ln>
          <a:effectLst>
            <a:outerShdw blurRad="57150" dist="19050" dir="6840000" algn="bl" rotWithShape="0">
              <a:srgbClr val="000000">
                <a:alpha val="50980"/>
              </a:srgbClr>
            </a:outerShdw>
          </a:effectLst>
        </p:spPr>
      </p:pic>
      <p:sp>
        <p:nvSpPr>
          <p:cNvPr id="500" name="Google Shape;500;p36"/>
          <p:cNvSpPr txBox="1"/>
          <p:nvPr/>
        </p:nvSpPr>
        <p:spPr>
          <a:xfrm>
            <a:off x="2334250" y="927250"/>
            <a:ext cx="41085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Who do you think is a better friend?</a:t>
            </a:r>
            <a:endParaRPr sz="1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01" name="Google Shape;501;p36" descr="A cartoon character with orange and white face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038000" y="2080917"/>
            <a:ext cx="1408025" cy="17196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8" name="Google Shape;378;p25" descr="A cartoon of a white and purple animal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638000" y="1820500"/>
            <a:ext cx="1775900" cy="2168974"/>
          </a:xfrm>
          <a:prstGeom prst="rect">
            <a:avLst/>
          </a:prstGeom>
          <a:noFill/>
          <a:ln>
            <a:noFill/>
          </a:ln>
        </p:spPr>
      </p:pic>
      <p:sp>
        <p:nvSpPr>
          <p:cNvPr id="379" name="Google Shape;379;p25"/>
          <p:cNvSpPr/>
          <p:nvPr/>
        </p:nvSpPr>
        <p:spPr>
          <a:xfrm rot="-5400000">
            <a:off x="4422600" y="2601825"/>
            <a:ext cx="206700" cy="606300"/>
          </a:xfrm>
          <a:prstGeom prst="moon">
            <a:avLst>
              <a:gd name="adj" fmla="val 50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id="6" dur="1000" fill="hold"/>
                                        <p:tgtEl>
                                          <p:spTgt spid="37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26"/>
          <p:cNvSpPr/>
          <p:nvPr/>
        </p:nvSpPr>
        <p:spPr>
          <a:xfrm>
            <a:off x="4771150" y="1491525"/>
            <a:ext cx="1567800" cy="1161000"/>
          </a:xfrm>
          <a:prstGeom prst="cloudCallout">
            <a:avLst>
              <a:gd name="adj1" fmla="val -20833"/>
              <a:gd name="adj2" fmla="val 625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85" name="Google Shape;385;p26" descr="A cartoon of a white and purple animal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512250" y="1958775"/>
            <a:ext cx="1979225" cy="2417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86" name="Google Shape;386;p26" title="School desk | Free SV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638400" y="3381875"/>
            <a:ext cx="1801076" cy="1801076"/>
          </a:xfrm>
          <a:prstGeom prst="rect">
            <a:avLst/>
          </a:prstGeom>
          <a:noFill/>
          <a:ln>
            <a:noFill/>
          </a:ln>
        </p:spPr>
      </p:pic>
      <p:pic>
        <p:nvPicPr>
          <p:cNvPr id="387" name="Google Shape;387;p26" title="Royalty-Free photo: Rectangular green board on brown background ...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64085" y="141100"/>
            <a:ext cx="3148605" cy="1969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8" name="Google Shape;388;p26" descr="Elephant | Free Stock Photo | Illustration of an elephant | # 11454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246537" y="1717276"/>
            <a:ext cx="617025" cy="7094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26"/>
          <p:cNvSpPr/>
          <p:nvPr/>
        </p:nvSpPr>
        <p:spPr>
          <a:xfrm>
            <a:off x="4771150" y="1491525"/>
            <a:ext cx="1567800" cy="1161000"/>
          </a:xfrm>
          <a:prstGeom prst="cloudCallout">
            <a:avLst>
              <a:gd name="adj1" fmla="val -20833"/>
              <a:gd name="adj2" fmla="val 625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85" name="Google Shape;385;p26" descr="A cartoon of a white and purple animal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512250" y="1958775"/>
            <a:ext cx="1979225" cy="2417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86" name="Google Shape;386;p26" title="School desk | Free SV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638400" y="3381875"/>
            <a:ext cx="1801076" cy="1801076"/>
          </a:xfrm>
          <a:prstGeom prst="rect">
            <a:avLst/>
          </a:prstGeom>
          <a:noFill/>
          <a:ln>
            <a:noFill/>
          </a:ln>
        </p:spPr>
      </p:pic>
      <p:pic>
        <p:nvPicPr>
          <p:cNvPr id="387" name="Google Shape;387;p26" title="Royalty-Free photo: Rectangular green board on brown background ...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64525" y="141100"/>
            <a:ext cx="3347725" cy="1969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8" name="Google Shape;388;p26" descr="Elephant | Free Stock Photo | Illustration of an elephant | # 11454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096425" y="1776810"/>
            <a:ext cx="917249" cy="5904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1" name="Google Shape;401;p28" descr="A cartoon of a white and purple animal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556516" y="2346673"/>
            <a:ext cx="1437410" cy="1755556"/>
          </a:xfrm>
          <a:prstGeom prst="rect">
            <a:avLst/>
          </a:prstGeom>
          <a:noFill/>
          <a:ln>
            <a:noFill/>
          </a:ln>
        </p:spPr>
      </p:pic>
      <p:pic>
        <p:nvPicPr>
          <p:cNvPr id="402" name="Google Shape;402;p28" descr="A cartoon character with orange and white face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792275" y="2479600"/>
            <a:ext cx="1367325" cy="1669949"/>
          </a:xfrm>
          <a:prstGeom prst="rect">
            <a:avLst/>
          </a:prstGeom>
          <a:noFill/>
          <a:ln>
            <a:noFill/>
          </a:ln>
        </p:spPr>
      </p:pic>
      <p:sp>
        <p:nvSpPr>
          <p:cNvPr id="403" name="Google Shape;403;p28"/>
          <p:cNvSpPr/>
          <p:nvPr/>
        </p:nvSpPr>
        <p:spPr>
          <a:xfrm>
            <a:off x="3497475" y="1866025"/>
            <a:ext cx="1294800" cy="853200"/>
          </a:xfrm>
          <a:prstGeom prst="wedgeRoundRectCallout">
            <a:avLst>
              <a:gd name="adj1" fmla="val -20833"/>
              <a:gd name="adj2" fmla="val 62500"/>
              <a:gd name="adj3" fmla="val 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04" name="Google Shape;404;p28" title="House icon vector clip art | Free SV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880175" y="494425"/>
            <a:ext cx="2414224" cy="2414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05" name="Google Shape;405;p28" title="House icon vector clip art | Free SV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19375" y="410250"/>
            <a:ext cx="2414225" cy="2414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06" name="Google Shape;406;p28" descr="Elephant | Free Stock Photo | Illustration of an elephant | # 11454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686250" y="1997422"/>
            <a:ext cx="917249" cy="5904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600"/>
                                        <p:tgtEl>
                                          <p:spTgt spid="4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900"/>
                                        <p:tgtEl>
                                          <p:spTgt spid="4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1" name="Google Shape;411;p29" descr="A cartoon of a white and purple animal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556516" y="2346673"/>
            <a:ext cx="1437410" cy="1755556"/>
          </a:xfrm>
          <a:prstGeom prst="rect">
            <a:avLst/>
          </a:prstGeom>
          <a:noFill/>
          <a:ln>
            <a:noFill/>
          </a:ln>
        </p:spPr>
      </p:pic>
      <p:pic>
        <p:nvPicPr>
          <p:cNvPr id="412" name="Google Shape;412;p29" descr="A cartoon character with orange and white face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745300" y="2479600"/>
            <a:ext cx="1367325" cy="1669949"/>
          </a:xfrm>
          <a:prstGeom prst="rect">
            <a:avLst/>
          </a:prstGeom>
          <a:noFill/>
          <a:ln>
            <a:noFill/>
          </a:ln>
        </p:spPr>
      </p:pic>
      <p:sp>
        <p:nvSpPr>
          <p:cNvPr id="413" name="Google Shape;413;p29"/>
          <p:cNvSpPr/>
          <p:nvPr/>
        </p:nvSpPr>
        <p:spPr>
          <a:xfrm>
            <a:off x="3497475" y="1866025"/>
            <a:ext cx="1294800" cy="853200"/>
          </a:xfrm>
          <a:prstGeom prst="wedgeRoundRectCallout">
            <a:avLst>
              <a:gd name="adj1" fmla="val -20833"/>
              <a:gd name="adj2" fmla="val 62500"/>
              <a:gd name="adj3" fmla="val 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14" name="Google Shape;414;p29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868914" y="1927538"/>
            <a:ext cx="635021" cy="730174"/>
          </a:xfrm>
          <a:prstGeom prst="rect">
            <a:avLst/>
          </a:prstGeom>
          <a:noFill/>
          <a:ln>
            <a:noFill/>
          </a:ln>
        </p:spPr>
      </p:pic>
      <p:sp>
        <p:nvSpPr>
          <p:cNvPr id="415" name="Google Shape;415;p29"/>
          <p:cNvSpPr/>
          <p:nvPr/>
        </p:nvSpPr>
        <p:spPr>
          <a:xfrm>
            <a:off x="3993925" y="2281275"/>
            <a:ext cx="379200" cy="376500"/>
          </a:xfrm>
          <a:prstGeom prst="noSmoking">
            <a:avLst>
              <a:gd name="adj" fmla="val 18750"/>
            </a:avLst>
          </a:prstGeom>
          <a:solidFill>
            <a:srgbClr val="CC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16" name="Google Shape;416;p29" title="House icon vector clip art | Free SV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880175" y="494425"/>
            <a:ext cx="2414224" cy="2414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17" name="Google Shape;417;p29" title="House icon vector clip art | Free SV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19375" y="410250"/>
            <a:ext cx="2414225" cy="2414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2" name="Google Shape;422;p30" descr="A cartoon of a white and purple animal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556516" y="2346673"/>
            <a:ext cx="1437410" cy="1755556"/>
          </a:xfrm>
          <a:prstGeom prst="rect">
            <a:avLst/>
          </a:prstGeom>
          <a:noFill/>
          <a:ln>
            <a:noFill/>
          </a:ln>
        </p:spPr>
      </p:pic>
      <p:sp>
        <p:nvSpPr>
          <p:cNvPr id="423" name="Google Shape;423;p30"/>
          <p:cNvSpPr/>
          <p:nvPr/>
        </p:nvSpPr>
        <p:spPr>
          <a:xfrm>
            <a:off x="3497475" y="1866025"/>
            <a:ext cx="1294800" cy="853200"/>
          </a:xfrm>
          <a:prstGeom prst="wedgeRoundRectCallout">
            <a:avLst>
              <a:gd name="adj1" fmla="val -20833"/>
              <a:gd name="adj2" fmla="val 62500"/>
              <a:gd name="adj3" fmla="val 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24" name="Google Shape;424;p30" title="House icon vector clip art | Free SV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80175" y="494425"/>
            <a:ext cx="2414224" cy="2414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25" name="Google Shape;425;p30" title="House icon vector clip art | Free SV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19375" y="410250"/>
            <a:ext cx="2414225" cy="2414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26" name="Google Shape;426;p30" descr="Elephant | Free Stock Photo | Illustration of an elephant | # 1145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686250" y="1997422"/>
            <a:ext cx="917249" cy="590413"/>
          </a:xfrm>
          <a:prstGeom prst="rect">
            <a:avLst/>
          </a:prstGeom>
          <a:noFill/>
          <a:ln>
            <a:noFill/>
          </a:ln>
        </p:spPr>
      </p:pic>
      <p:sp>
        <p:nvSpPr>
          <p:cNvPr id="427" name="Google Shape;427;p30"/>
          <p:cNvSpPr/>
          <p:nvPr/>
        </p:nvSpPr>
        <p:spPr>
          <a:xfrm>
            <a:off x="3861375" y="2060275"/>
            <a:ext cx="567000" cy="568500"/>
          </a:xfrm>
          <a:prstGeom prst="noSmoking">
            <a:avLst>
              <a:gd name="adj" fmla="val 18750"/>
            </a:avLst>
          </a:prstGeom>
          <a:solidFill>
            <a:srgbClr val="CC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28" name="Google Shape;428;p30" descr="A cartoon character with orange and white face&#10;&#10;Description automatically generated"/>
          <p:cNvPicPr preferRelativeResize="0"/>
          <p:nvPr/>
        </p:nvPicPr>
        <p:blipFill rotWithShape="1">
          <a:blip r:embed="rId6">
            <a:alphaModFix amt="91000"/>
          </a:blip>
          <a:srcRect/>
          <a:stretch/>
        </p:blipFill>
        <p:spPr>
          <a:xfrm>
            <a:off x="4938242" y="2346670"/>
            <a:ext cx="1437410" cy="1755556"/>
          </a:xfrm>
          <a:prstGeom prst="rect">
            <a:avLst/>
          </a:prstGeom>
          <a:noFill/>
          <a:ln>
            <a:noFill/>
          </a:ln>
          <a:effectLst>
            <a:outerShdw blurRad="57150" dist="19050" dir="6840000" algn="bl" rotWithShape="0">
              <a:srgbClr val="000000">
                <a:alpha val="50980"/>
              </a:srgbClr>
            </a:outerShdw>
          </a:effec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200"/>
                                        <p:tgtEl>
                                          <p:spTgt spid="4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3" name="Google Shape;433;p31" descr="A cartoon of a white and purple animal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556516" y="2346673"/>
            <a:ext cx="1437410" cy="1755556"/>
          </a:xfrm>
          <a:prstGeom prst="rect">
            <a:avLst/>
          </a:prstGeom>
          <a:noFill/>
          <a:ln>
            <a:noFill/>
          </a:ln>
        </p:spPr>
      </p:pic>
      <p:sp>
        <p:nvSpPr>
          <p:cNvPr id="434" name="Google Shape;434;p31"/>
          <p:cNvSpPr/>
          <p:nvPr/>
        </p:nvSpPr>
        <p:spPr>
          <a:xfrm>
            <a:off x="3497475" y="1866025"/>
            <a:ext cx="1294800" cy="853200"/>
          </a:xfrm>
          <a:prstGeom prst="wedgeRoundRectCallout">
            <a:avLst>
              <a:gd name="adj1" fmla="val -20833"/>
              <a:gd name="adj2" fmla="val 62500"/>
              <a:gd name="adj3" fmla="val 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35" name="Google Shape;435;p31" title="House icon vector clip art | Free SV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80175" y="494425"/>
            <a:ext cx="2414224" cy="2414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36" name="Google Shape;436;p31" title="House icon vector clip art | Free SV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19375" y="410250"/>
            <a:ext cx="2414225" cy="2414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37" name="Google Shape;437;p3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868914" y="1927538"/>
            <a:ext cx="635021" cy="730174"/>
          </a:xfrm>
          <a:prstGeom prst="rect">
            <a:avLst/>
          </a:prstGeom>
          <a:noFill/>
          <a:ln>
            <a:noFill/>
          </a:ln>
        </p:spPr>
      </p:pic>
      <p:pic>
        <p:nvPicPr>
          <p:cNvPr id="438" name="Google Shape;438;p31" descr="A cartoon character with orange and white face&#10;&#10;Description automatically generated"/>
          <p:cNvPicPr preferRelativeResize="0"/>
          <p:nvPr/>
        </p:nvPicPr>
        <p:blipFill rotWithShape="1">
          <a:blip r:embed="rId6">
            <a:alphaModFix amt="91000"/>
          </a:blip>
          <a:srcRect/>
          <a:stretch/>
        </p:blipFill>
        <p:spPr>
          <a:xfrm>
            <a:off x="5132367" y="2375845"/>
            <a:ext cx="1437410" cy="1755556"/>
          </a:xfrm>
          <a:prstGeom prst="rect">
            <a:avLst/>
          </a:prstGeom>
          <a:noFill/>
          <a:ln>
            <a:noFill/>
          </a:ln>
          <a:effectLst>
            <a:outerShdw blurRad="57150" dist="19050" dir="6840000" algn="bl" rotWithShape="0">
              <a:srgbClr val="000000">
                <a:alpha val="50980"/>
              </a:srgbClr>
            </a:outerShdw>
          </a:effec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9" name="Google Shape;449;p3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334644" y="384525"/>
            <a:ext cx="2323880" cy="232388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0" name="Google Shape;450;p3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928867" y="2966925"/>
            <a:ext cx="922516" cy="10607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9" name="Google Shape;499;p36" descr="A cartoon character with orange and white face&#10;&#10;Description automatically generated"/>
          <p:cNvPicPr preferRelativeResize="0"/>
          <p:nvPr/>
        </p:nvPicPr>
        <p:blipFill rotWithShape="1">
          <a:blip r:embed="rId3">
            <a:alphaModFix amt="91000"/>
          </a:blip>
          <a:srcRect/>
          <a:stretch/>
        </p:blipFill>
        <p:spPr>
          <a:xfrm>
            <a:off x="5034733" y="2080925"/>
            <a:ext cx="1408018" cy="1719650"/>
          </a:xfrm>
          <a:prstGeom prst="rect">
            <a:avLst/>
          </a:prstGeom>
          <a:noFill/>
          <a:ln>
            <a:noFill/>
          </a:ln>
          <a:effectLst>
            <a:outerShdw blurRad="57150" dist="19050" dir="6840000" algn="bl" rotWithShape="0">
              <a:srgbClr val="000000">
                <a:alpha val="50980"/>
              </a:srgbClr>
            </a:outerShdw>
          </a:effectLst>
        </p:spPr>
      </p:pic>
      <p:sp>
        <p:nvSpPr>
          <p:cNvPr id="500" name="Google Shape;500;p36"/>
          <p:cNvSpPr txBox="1"/>
          <p:nvPr/>
        </p:nvSpPr>
        <p:spPr>
          <a:xfrm>
            <a:off x="2334250" y="927250"/>
            <a:ext cx="41085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Who do you think is a better friend?</a:t>
            </a:r>
            <a:endParaRPr sz="1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01" name="Google Shape;501;p36" descr="A cartoon character with orange and white face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038000" y="2080917"/>
            <a:ext cx="1408025" cy="17196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8" name="Google Shape;378;p25" descr="A cartoon of a white and purple animal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638000" y="1820500"/>
            <a:ext cx="1775900" cy="2168974"/>
          </a:xfrm>
          <a:prstGeom prst="rect">
            <a:avLst/>
          </a:prstGeom>
          <a:noFill/>
          <a:ln>
            <a:noFill/>
          </a:ln>
        </p:spPr>
      </p:pic>
      <p:sp>
        <p:nvSpPr>
          <p:cNvPr id="379" name="Google Shape;379;p25"/>
          <p:cNvSpPr/>
          <p:nvPr/>
        </p:nvSpPr>
        <p:spPr>
          <a:xfrm rot="-5400000">
            <a:off x="4422600" y="2601825"/>
            <a:ext cx="206700" cy="606300"/>
          </a:xfrm>
          <a:prstGeom prst="moon">
            <a:avLst>
              <a:gd name="adj" fmla="val 50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id="6" dur="1000" fill="hold"/>
                                        <p:tgtEl>
                                          <p:spTgt spid="37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26"/>
          <p:cNvSpPr/>
          <p:nvPr/>
        </p:nvSpPr>
        <p:spPr>
          <a:xfrm>
            <a:off x="4771150" y="1491525"/>
            <a:ext cx="1567800" cy="1161000"/>
          </a:xfrm>
          <a:prstGeom prst="cloudCallout">
            <a:avLst>
              <a:gd name="adj1" fmla="val -20833"/>
              <a:gd name="adj2" fmla="val 625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85" name="Google Shape;385;p26" descr="A cartoon of a white and purple animal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512250" y="1958775"/>
            <a:ext cx="1979225" cy="2417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86" name="Google Shape;386;p26" title="School desk | Free SV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638400" y="3381875"/>
            <a:ext cx="1801076" cy="1801076"/>
          </a:xfrm>
          <a:prstGeom prst="rect">
            <a:avLst/>
          </a:prstGeom>
          <a:noFill/>
          <a:ln>
            <a:noFill/>
          </a:ln>
        </p:spPr>
      </p:pic>
      <p:pic>
        <p:nvPicPr>
          <p:cNvPr id="387" name="Google Shape;387;p26" title="Royalty-Free photo: Rectangular green board on brown background ...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64085" y="141100"/>
            <a:ext cx="3148605" cy="1969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8" name="Google Shape;388;p26" descr="Elephant | Free Stock Photo | Illustration of an elephant | # 11454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245968" y="1717276"/>
            <a:ext cx="618162" cy="7094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26"/>
          <p:cNvSpPr/>
          <p:nvPr/>
        </p:nvSpPr>
        <p:spPr>
          <a:xfrm>
            <a:off x="4771150" y="1491525"/>
            <a:ext cx="1567800" cy="1161000"/>
          </a:xfrm>
          <a:prstGeom prst="cloudCallout">
            <a:avLst>
              <a:gd name="adj1" fmla="val -20833"/>
              <a:gd name="adj2" fmla="val 625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85" name="Google Shape;385;p26" descr="A cartoon of a white and purple animal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512250" y="1958775"/>
            <a:ext cx="1979225" cy="2417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86" name="Google Shape;386;p26" title="School desk | Free SV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638400" y="3381875"/>
            <a:ext cx="1801076" cy="1801076"/>
          </a:xfrm>
          <a:prstGeom prst="rect">
            <a:avLst/>
          </a:prstGeom>
          <a:noFill/>
          <a:ln>
            <a:noFill/>
          </a:ln>
        </p:spPr>
      </p:pic>
      <p:pic>
        <p:nvPicPr>
          <p:cNvPr id="387" name="Google Shape;387;p26" title="Royalty-Free photo: Rectangular green board on brown background ...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64525" y="141100"/>
            <a:ext cx="3347725" cy="1969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8" name="Google Shape;388;p26" descr="Elephant | Free Stock Photo | Illustration of an elephant | # 11454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096425" y="1717276"/>
            <a:ext cx="917249" cy="7094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1" name="Google Shape;401;p28" descr="A cartoon of a white and purple animal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556516" y="2346673"/>
            <a:ext cx="1437410" cy="1755556"/>
          </a:xfrm>
          <a:prstGeom prst="rect">
            <a:avLst/>
          </a:prstGeom>
          <a:noFill/>
          <a:ln>
            <a:noFill/>
          </a:ln>
        </p:spPr>
      </p:pic>
      <p:pic>
        <p:nvPicPr>
          <p:cNvPr id="402" name="Google Shape;402;p28" descr="A cartoon character with orange and white face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792275" y="2479600"/>
            <a:ext cx="1367325" cy="1669949"/>
          </a:xfrm>
          <a:prstGeom prst="rect">
            <a:avLst/>
          </a:prstGeom>
          <a:noFill/>
          <a:ln>
            <a:noFill/>
          </a:ln>
        </p:spPr>
      </p:pic>
      <p:sp>
        <p:nvSpPr>
          <p:cNvPr id="403" name="Google Shape;403;p28"/>
          <p:cNvSpPr/>
          <p:nvPr/>
        </p:nvSpPr>
        <p:spPr>
          <a:xfrm>
            <a:off x="3497475" y="1866025"/>
            <a:ext cx="1294800" cy="853200"/>
          </a:xfrm>
          <a:prstGeom prst="wedgeRoundRectCallout">
            <a:avLst>
              <a:gd name="adj1" fmla="val -20833"/>
              <a:gd name="adj2" fmla="val 62500"/>
              <a:gd name="adj3" fmla="val 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04" name="Google Shape;404;p28" title="House icon vector clip art | Free SV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880175" y="494425"/>
            <a:ext cx="2414224" cy="2414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05" name="Google Shape;405;p28" title="House icon vector clip art | Free SV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19375" y="410250"/>
            <a:ext cx="2414225" cy="2414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06" name="Google Shape;406;p28" descr="Elephant | Free Stock Photo | Illustration of an elephant | # 11454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686250" y="1937888"/>
            <a:ext cx="917249" cy="7094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600"/>
                                        <p:tgtEl>
                                          <p:spTgt spid="4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900"/>
                                        <p:tgtEl>
                                          <p:spTgt spid="4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1" name="Google Shape;411;p29" descr="A cartoon of a white and purple animal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556516" y="2346673"/>
            <a:ext cx="1437410" cy="1755556"/>
          </a:xfrm>
          <a:prstGeom prst="rect">
            <a:avLst/>
          </a:prstGeom>
          <a:noFill/>
          <a:ln>
            <a:noFill/>
          </a:ln>
        </p:spPr>
      </p:pic>
      <p:pic>
        <p:nvPicPr>
          <p:cNvPr id="412" name="Google Shape;412;p29" descr="A cartoon character with orange and white face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745300" y="2479600"/>
            <a:ext cx="1367325" cy="1669949"/>
          </a:xfrm>
          <a:prstGeom prst="rect">
            <a:avLst/>
          </a:prstGeom>
          <a:noFill/>
          <a:ln>
            <a:noFill/>
          </a:ln>
        </p:spPr>
      </p:pic>
      <p:sp>
        <p:nvSpPr>
          <p:cNvPr id="413" name="Google Shape;413;p29"/>
          <p:cNvSpPr/>
          <p:nvPr/>
        </p:nvSpPr>
        <p:spPr>
          <a:xfrm>
            <a:off x="3497475" y="1866025"/>
            <a:ext cx="1294800" cy="853200"/>
          </a:xfrm>
          <a:prstGeom prst="wedgeRoundRectCallout">
            <a:avLst>
              <a:gd name="adj1" fmla="val -20833"/>
              <a:gd name="adj2" fmla="val 62500"/>
              <a:gd name="adj3" fmla="val 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14" name="Google Shape;414;p29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868329" y="1927538"/>
            <a:ext cx="636191" cy="730174"/>
          </a:xfrm>
          <a:prstGeom prst="rect">
            <a:avLst/>
          </a:prstGeom>
          <a:noFill/>
          <a:ln>
            <a:noFill/>
          </a:ln>
        </p:spPr>
      </p:pic>
      <p:sp>
        <p:nvSpPr>
          <p:cNvPr id="415" name="Google Shape;415;p29"/>
          <p:cNvSpPr/>
          <p:nvPr/>
        </p:nvSpPr>
        <p:spPr>
          <a:xfrm>
            <a:off x="3993925" y="2281275"/>
            <a:ext cx="379200" cy="376500"/>
          </a:xfrm>
          <a:prstGeom prst="noSmoking">
            <a:avLst>
              <a:gd name="adj" fmla="val 18750"/>
            </a:avLst>
          </a:prstGeom>
          <a:solidFill>
            <a:srgbClr val="CC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16" name="Google Shape;416;p29" title="House icon vector clip art | Free SV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880175" y="494425"/>
            <a:ext cx="2414224" cy="2414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17" name="Google Shape;417;p29" title="House icon vector clip art | Free SV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19375" y="410250"/>
            <a:ext cx="2414225" cy="2414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2" name="Google Shape;422;p30" descr="A cartoon of a white and purple animal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556516" y="2346673"/>
            <a:ext cx="1437410" cy="1755556"/>
          </a:xfrm>
          <a:prstGeom prst="rect">
            <a:avLst/>
          </a:prstGeom>
          <a:noFill/>
          <a:ln>
            <a:noFill/>
          </a:ln>
        </p:spPr>
      </p:pic>
      <p:sp>
        <p:nvSpPr>
          <p:cNvPr id="423" name="Google Shape;423;p30"/>
          <p:cNvSpPr/>
          <p:nvPr/>
        </p:nvSpPr>
        <p:spPr>
          <a:xfrm>
            <a:off x="3497475" y="1866025"/>
            <a:ext cx="1294800" cy="853200"/>
          </a:xfrm>
          <a:prstGeom prst="wedgeRoundRectCallout">
            <a:avLst>
              <a:gd name="adj1" fmla="val -20833"/>
              <a:gd name="adj2" fmla="val 62500"/>
              <a:gd name="adj3" fmla="val 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24" name="Google Shape;424;p30" title="House icon vector clip art | Free SV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80175" y="494425"/>
            <a:ext cx="2414224" cy="2414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25" name="Google Shape;425;p30" title="House icon vector clip art | Free SV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19375" y="410250"/>
            <a:ext cx="2414225" cy="2414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26" name="Google Shape;426;p30" descr="Elephant | Free Stock Photo | Illustration of an elephant | # 1145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686250" y="1937888"/>
            <a:ext cx="917249" cy="709482"/>
          </a:xfrm>
          <a:prstGeom prst="rect">
            <a:avLst/>
          </a:prstGeom>
          <a:noFill/>
          <a:ln>
            <a:noFill/>
          </a:ln>
        </p:spPr>
      </p:pic>
      <p:sp>
        <p:nvSpPr>
          <p:cNvPr id="427" name="Google Shape;427;p30"/>
          <p:cNvSpPr/>
          <p:nvPr/>
        </p:nvSpPr>
        <p:spPr>
          <a:xfrm>
            <a:off x="3861375" y="2060275"/>
            <a:ext cx="567000" cy="568500"/>
          </a:xfrm>
          <a:prstGeom prst="noSmoking">
            <a:avLst>
              <a:gd name="adj" fmla="val 18750"/>
            </a:avLst>
          </a:prstGeom>
          <a:solidFill>
            <a:srgbClr val="CC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28" name="Google Shape;428;p30" descr="A cartoon character with orange and white face&#10;&#10;Description automatically generated"/>
          <p:cNvPicPr preferRelativeResize="0"/>
          <p:nvPr/>
        </p:nvPicPr>
        <p:blipFill rotWithShape="1">
          <a:blip r:embed="rId6">
            <a:alphaModFix amt="91000"/>
          </a:blip>
          <a:srcRect/>
          <a:stretch/>
        </p:blipFill>
        <p:spPr>
          <a:xfrm>
            <a:off x="4938242" y="2346670"/>
            <a:ext cx="1437410" cy="1755556"/>
          </a:xfrm>
          <a:prstGeom prst="rect">
            <a:avLst/>
          </a:prstGeom>
          <a:noFill/>
          <a:ln>
            <a:noFill/>
          </a:ln>
          <a:effectLst>
            <a:outerShdw blurRad="57150" dist="19050" dir="6840000" algn="bl" rotWithShape="0">
              <a:srgbClr val="000000">
                <a:alpha val="50980"/>
              </a:srgbClr>
            </a:outerShdw>
          </a:effec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200"/>
                                        <p:tgtEl>
                                          <p:spTgt spid="4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3" name="Google Shape;433;p31" descr="A cartoon of a white and purple animal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556516" y="2346673"/>
            <a:ext cx="1437410" cy="1755556"/>
          </a:xfrm>
          <a:prstGeom prst="rect">
            <a:avLst/>
          </a:prstGeom>
          <a:noFill/>
          <a:ln>
            <a:noFill/>
          </a:ln>
        </p:spPr>
      </p:pic>
      <p:sp>
        <p:nvSpPr>
          <p:cNvPr id="434" name="Google Shape;434;p31"/>
          <p:cNvSpPr/>
          <p:nvPr/>
        </p:nvSpPr>
        <p:spPr>
          <a:xfrm>
            <a:off x="3497475" y="1866025"/>
            <a:ext cx="1294800" cy="853200"/>
          </a:xfrm>
          <a:prstGeom prst="wedgeRoundRectCallout">
            <a:avLst>
              <a:gd name="adj1" fmla="val -20833"/>
              <a:gd name="adj2" fmla="val 62500"/>
              <a:gd name="adj3" fmla="val 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35" name="Google Shape;435;p31" title="House icon vector clip art | Free SV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80175" y="494425"/>
            <a:ext cx="2414224" cy="2414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36" name="Google Shape;436;p31" title="House icon vector clip art | Free SV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19375" y="410250"/>
            <a:ext cx="2414225" cy="2414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37" name="Google Shape;437;p3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868329" y="1927538"/>
            <a:ext cx="636191" cy="730174"/>
          </a:xfrm>
          <a:prstGeom prst="rect">
            <a:avLst/>
          </a:prstGeom>
          <a:noFill/>
          <a:ln>
            <a:noFill/>
          </a:ln>
        </p:spPr>
      </p:pic>
      <p:pic>
        <p:nvPicPr>
          <p:cNvPr id="438" name="Google Shape;438;p31" descr="A cartoon character with orange and white face&#10;&#10;Description automatically generated"/>
          <p:cNvPicPr preferRelativeResize="0"/>
          <p:nvPr/>
        </p:nvPicPr>
        <p:blipFill rotWithShape="1">
          <a:blip r:embed="rId6">
            <a:alphaModFix amt="91000"/>
          </a:blip>
          <a:srcRect/>
          <a:stretch/>
        </p:blipFill>
        <p:spPr>
          <a:xfrm>
            <a:off x="5132367" y="2375845"/>
            <a:ext cx="1437410" cy="1755556"/>
          </a:xfrm>
          <a:prstGeom prst="rect">
            <a:avLst/>
          </a:prstGeom>
          <a:noFill/>
          <a:ln>
            <a:noFill/>
          </a:ln>
          <a:effectLst>
            <a:outerShdw blurRad="57150" dist="19050" dir="6840000" algn="bl" rotWithShape="0">
              <a:srgbClr val="000000">
                <a:alpha val="50980"/>
              </a:srgbClr>
            </a:outerShdw>
          </a:effec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9" name="Google Shape;449;p3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334644" y="384525"/>
            <a:ext cx="2323880" cy="232388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0" name="Google Shape;450;p3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928017" y="2966925"/>
            <a:ext cx="924216" cy="10607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9" name="Google Shape;499;p36" descr="A cartoon character with orange and white face&#10;&#10;Description automatically generated"/>
          <p:cNvPicPr preferRelativeResize="0"/>
          <p:nvPr/>
        </p:nvPicPr>
        <p:blipFill rotWithShape="1">
          <a:blip r:embed="rId3">
            <a:alphaModFix amt="91000"/>
          </a:blip>
          <a:srcRect/>
          <a:stretch/>
        </p:blipFill>
        <p:spPr>
          <a:xfrm>
            <a:off x="5034733" y="2080925"/>
            <a:ext cx="1408018" cy="1719650"/>
          </a:xfrm>
          <a:prstGeom prst="rect">
            <a:avLst/>
          </a:prstGeom>
          <a:noFill/>
          <a:ln>
            <a:noFill/>
          </a:ln>
          <a:effectLst>
            <a:outerShdw blurRad="57150" dist="19050" dir="6840000" algn="bl" rotWithShape="0">
              <a:srgbClr val="000000">
                <a:alpha val="50980"/>
              </a:srgbClr>
            </a:outerShdw>
          </a:effectLst>
        </p:spPr>
      </p:pic>
      <p:sp>
        <p:nvSpPr>
          <p:cNvPr id="500" name="Google Shape;500;p36"/>
          <p:cNvSpPr txBox="1"/>
          <p:nvPr/>
        </p:nvSpPr>
        <p:spPr>
          <a:xfrm>
            <a:off x="2334250" y="927250"/>
            <a:ext cx="41085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Who do you think is a better friend?</a:t>
            </a:r>
            <a:endParaRPr sz="1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01" name="Google Shape;501;p36" descr="A cartoon character with orange and white face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038000" y="2080917"/>
            <a:ext cx="1408025" cy="17196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8" name="Google Shape;378;p25" descr="A cartoon of a white and purple animal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638000" y="1820500"/>
            <a:ext cx="1775900" cy="2168974"/>
          </a:xfrm>
          <a:prstGeom prst="rect">
            <a:avLst/>
          </a:prstGeom>
          <a:noFill/>
          <a:ln>
            <a:noFill/>
          </a:ln>
        </p:spPr>
      </p:pic>
      <p:sp>
        <p:nvSpPr>
          <p:cNvPr id="379" name="Google Shape;379;p25"/>
          <p:cNvSpPr/>
          <p:nvPr/>
        </p:nvSpPr>
        <p:spPr>
          <a:xfrm rot="-5400000">
            <a:off x="4422600" y="2601825"/>
            <a:ext cx="206700" cy="606300"/>
          </a:xfrm>
          <a:prstGeom prst="moon">
            <a:avLst>
              <a:gd name="adj" fmla="val 50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id="6" dur="1000" fill="hold"/>
                                        <p:tgtEl>
                                          <p:spTgt spid="37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26"/>
          <p:cNvSpPr/>
          <p:nvPr/>
        </p:nvSpPr>
        <p:spPr>
          <a:xfrm>
            <a:off x="4771150" y="1491525"/>
            <a:ext cx="1567800" cy="1161000"/>
          </a:xfrm>
          <a:prstGeom prst="cloudCallout">
            <a:avLst>
              <a:gd name="adj1" fmla="val -20833"/>
              <a:gd name="adj2" fmla="val 625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85" name="Google Shape;385;p26" descr="A cartoon of a white and purple animal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512250" y="1958775"/>
            <a:ext cx="1979225" cy="2417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86" name="Google Shape;386;p26" title="School desk | Free SV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638400" y="3381875"/>
            <a:ext cx="1801076" cy="1801076"/>
          </a:xfrm>
          <a:prstGeom prst="rect">
            <a:avLst/>
          </a:prstGeom>
          <a:noFill/>
          <a:ln>
            <a:noFill/>
          </a:ln>
        </p:spPr>
      </p:pic>
      <p:pic>
        <p:nvPicPr>
          <p:cNvPr id="387" name="Google Shape;387;p26" title="Royalty-Free photo: Rectangular green board on brown background ...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64525" y="141100"/>
            <a:ext cx="3347725" cy="1969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8" name="Google Shape;388;p26" descr="Elephant | Free Stock Photo | Illustration of an elephant | # 11454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096425" y="1776810"/>
            <a:ext cx="917249" cy="5904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26"/>
          <p:cNvSpPr/>
          <p:nvPr/>
        </p:nvSpPr>
        <p:spPr>
          <a:xfrm>
            <a:off x="4771150" y="1491525"/>
            <a:ext cx="1567800" cy="1161000"/>
          </a:xfrm>
          <a:prstGeom prst="cloudCallout">
            <a:avLst>
              <a:gd name="adj1" fmla="val -20833"/>
              <a:gd name="adj2" fmla="val 625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85" name="Google Shape;385;p26" descr="A cartoon of a white and purple animal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512250" y="1958775"/>
            <a:ext cx="1979225" cy="2417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86" name="Google Shape;386;p26" title="School desk | Free SV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638400" y="3381875"/>
            <a:ext cx="1801076" cy="1801076"/>
          </a:xfrm>
          <a:prstGeom prst="rect">
            <a:avLst/>
          </a:prstGeom>
          <a:noFill/>
          <a:ln>
            <a:noFill/>
          </a:ln>
        </p:spPr>
      </p:pic>
      <p:pic>
        <p:nvPicPr>
          <p:cNvPr id="387" name="Google Shape;387;p26" title="Royalty-Free photo: Rectangular green board on brown background ...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64525" y="141100"/>
            <a:ext cx="3347725" cy="1969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8" name="Google Shape;388;p26" descr="Elephant | Free Stock Photo | Illustration of an elephant | # 11454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306263" y="1717276"/>
            <a:ext cx="497572" cy="7094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1" name="Google Shape;401;p28" descr="A cartoon of a white and purple animal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556516" y="2346673"/>
            <a:ext cx="1437410" cy="1755556"/>
          </a:xfrm>
          <a:prstGeom prst="rect">
            <a:avLst/>
          </a:prstGeom>
          <a:noFill/>
          <a:ln>
            <a:noFill/>
          </a:ln>
        </p:spPr>
      </p:pic>
      <p:pic>
        <p:nvPicPr>
          <p:cNvPr id="402" name="Google Shape;402;p28" descr="A cartoon character with orange and white face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792275" y="2479600"/>
            <a:ext cx="1367325" cy="1669949"/>
          </a:xfrm>
          <a:prstGeom prst="rect">
            <a:avLst/>
          </a:prstGeom>
          <a:noFill/>
          <a:ln>
            <a:noFill/>
          </a:ln>
        </p:spPr>
      </p:pic>
      <p:sp>
        <p:nvSpPr>
          <p:cNvPr id="403" name="Google Shape;403;p28"/>
          <p:cNvSpPr/>
          <p:nvPr/>
        </p:nvSpPr>
        <p:spPr>
          <a:xfrm>
            <a:off x="3497475" y="1866025"/>
            <a:ext cx="1294800" cy="853200"/>
          </a:xfrm>
          <a:prstGeom prst="wedgeRoundRectCallout">
            <a:avLst>
              <a:gd name="adj1" fmla="val -20833"/>
              <a:gd name="adj2" fmla="val 62500"/>
              <a:gd name="adj3" fmla="val 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04" name="Google Shape;404;p28" title="House icon vector clip art | Free SV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880175" y="494425"/>
            <a:ext cx="2414224" cy="2414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05" name="Google Shape;405;p28" title="House icon vector clip art | Free SV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19375" y="410250"/>
            <a:ext cx="2414225" cy="2414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06" name="Google Shape;406;p28" descr="Elephant | Free Stock Photo | Illustration of an elephant | # 11454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896088" y="1937888"/>
            <a:ext cx="497572" cy="7094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600"/>
                                        <p:tgtEl>
                                          <p:spTgt spid="4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900"/>
                                        <p:tgtEl>
                                          <p:spTgt spid="4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1" name="Google Shape;411;p29" descr="A cartoon of a white and purple animal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556516" y="2346673"/>
            <a:ext cx="1437410" cy="1755556"/>
          </a:xfrm>
          <a:prstGeom prst="rect">
            <a:avLst/>
          </a:prstGeom>
          <a:noFill/>
          <a:ln>
            <a:noFill/>
          </a:ln>
        </p:spPr>
      </p:pic>
      <p:pic>
        <p:nvPicPr>
          <p:cNvPr id="412" name="Google Shape;412;p29" descr="A cartoon character with orange and white face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745300" y="2479600"/>
            <a:ext cx="1367325" cy="1669949"/>
          </a:xfrm>
          <a:prstGeom prst="rect">
            <a:avLst/>
          </a:prstGeom>
          <a:noFill/>
          <a:ln>
            <a:noFill/>
          </a:ln>
        </p:spPr>
      </p:pic>
      <p:sp>
        <p:nvSpPr>
          <p:cNvPr id="413" name="Google Shape;413;p29"/>
          <p:cNvSpPr/>
          <p:nvPr/>
        </p:nvSpPr>
        <p:spPr>
          <a:xfrm>
            <a:off x="3497475" y="1866025"/>
            <a:ext cx="1294800" cy="853200"/>
          </a:xfrm>
          <a:prstGeom prst="wedgeRoundRectCallout">
            <a:avLst>
              <a:gd name="adj1" fmla="val -20833"/>
              <a:gd name="adj2" fmla="val 62500"/>
              <a:gd name="adj3" fmla="val 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14" name="Google Shape;414;p29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833000" y="2065133"/>
            <a:ext cx="706850" cy="454983"/>
          </a:xfrm>
          <a:prstGeom prst="rect">
            <a:avLst/>
          </a:prstGeom>
          <a:noFill/>
          <a:ln>
            <a:noFill/>
          </a:ln>
        </p:spPr>
      </p:pic>
      <p:sp>
        <p:nvSpPr>
          <p:cNvPr id="415" name="Google Shape;415;p29"/>
          <p:cNvSpPr/>
          <p:nvPr/>
        </p:nvSpPr>
        <p:spPr>
          <a:xfrm>
            <a:off x="3993925" y="2281275"/>
            <a:ext cx="379200" cy="376500"/>
          </a:xfrm>
          <a:prstGeom prst="noSmoking">
            <a:avLst>
              <a:gd name="adj" fmla="val 18750"/>
            </a:avLst>
          </a:prstGeom>
          <a:solidFill>
            <a:srgbClr val="CC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16" name="Google Shape;416;p29" title="House icon vector clip art | Free SV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880175" y="494425"/>
            <a:ext cx="2414224" cy="2414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17" name="Google Shape;417;p29" title="House icon vector clip art | Free SV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19375" y="410250"/>
            <a:ext cx="2414225" cy="2414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2" name="Google Shape;422;p30" descr="A cartoon of a white and purple animal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556516" y="2346673"/>
            <a:ext cx="1437410" cy="1755556"/>
          </a:xfrm>
          <a:prstGeom prst="rect">
            <a:avLst/>
          </a:prstGeom>
          <a:noFill/>
          <a:ln>
            <a:noFill/>
          </a:ln>
        </p:spPr>
      </p:pic>
      <p:sp>
        <p:nvSpPr>
          <p:cNvPr id="423" name="Google Shape;423;p30"/>
          <p:cNvSpPr/>
          <p:nvPr/>
        </p:nvSpPr>
        <p:spPr>
          <a:xfrm>
            <a:off x="3497475" y="1866025"/>
            <a:ext cx="1294800" cy="853200"/>
          </a:xfrm>
          <a:prstGeom prst="wedgeRoundRectCallout">
            <a:avLst>
              <a:gd name="adj1" fmla="val -20833"/>
              <a:gd name="adj2" fmla="val 62500"/>
              <a:gd name="adj3" fmla="val 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24" name="Google Shape;424;p30" title="House icon vector clip art | Free SV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80175" y="494425"/>
            <a:ext cx="2414224" cy="2414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25" name="Google Shape;425;p30" title="House icon vector clip art | Free SV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19375" y="410250"/>
            <a:ext cx="2414225" cy="2414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26" name="Google Shape;426;p30" descr="Elephant | Free Stock Photo | Illustration of an elephant | # 1145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896088" y="1937888"/>
            <a:ext cx="497572" cy="709482"/>
          </a:xfrm>
          <a:prstGeom prst="rect">
            <a:avLst/>
          </a:prstGeom>
          <a:noFill/>
          <a:ln>
            <a:noFill/>
          </a:ln>
        </p:spPr>
      </p:pic>
      <p:sp>
        <p:nvSpPr>
          <p:cNvPr id="427" name="Google Shape;427;p30"/>
          <p:cNvSpPr/>
          <p:nvPr/>
        </p:nvSpPr>
        <p:spPr>
          <a:xfrm>
            <a:off x="3861375" y="2060275"/>
            <a:ext cx="567000" cy="568500"/>
          </a:xfrm>
          <a:prstGeom prst="noSmoking">
            <a:avLst>
              <a:gd name="adj" fmla="val 18750"/>
            </a:avLst>
          </a:prstGeom>
          <a:solidFill>
            <a:srgbClr val="CC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28" name="Google Shape;428;p30" descr="A cartoon character with orange and white face&#10;&#10;Description automatically generated"/>
          <p:cNvPicPr preferRelativeResize="0"/>
          <p:nvPr/>
        </p:nvPicPr>
        <p:blipFill rotWithShape="1">
          <a:blip r:embed="rId6">
            <a:alphaModFix amt="91000"/>
          </a:blip>
          <a:srcRect/>
          <a:stretch/>
        </p:blipFill>
        <p:spPr>
          <a:xfrm>
            <a:off x="4938242" y="2346670"/>
            <a:ext cx="1437410" cy="1755556"/>
          </a:xfrm>
          <a:prstGeom prst="rect">
            <a:avLst/>
          </a:prstGeom>
          <a:noFill/>
          <a:ln>
            <a:noFill/>
          </a:ln>
          <a:effectLst>
            <a:outerShdw blurRad="57150" dist="19050" dir="6840000" algn="bl" rotWithShape="0">
              <a:srgbClr val="000000">
                <a:alpha val="50980"/>
              </a:srgbClr>
            </a:outerShdw>
          </a:effec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200"/>
                                        <p:tgtEl>
                                          <p:spTgt spid="4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3" name="Google Shape;433;p31" descr="A cartoon of a white and purple animal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556516" y="2346673"/>
            <a:ext cx="1437410" cy="1755556"/>
          </a:xfrm>
          <a:prstGeom prst="rect">
            <a:avLst/>
          </a:prstGeom>
          <a:noFill/>
          <a:ln>
            <a:noFill/>
          </a:ln>
        </p:spPr>
      </p:pic>
      <p:sp>
        <p:nvSpPr>
          <p:cNvPr id="434" name="Google Shape;434;p31"/>
          <p:cNvSpPr/>
          <p:nvPr/>
        </p:nvSpPr>
        <p:spPr>
          <a:xfrm>
            <a:off x="3497475" y="1866025"/>
            <a:ext cx="1294800" cy="853200"/>
          </a:xfrm>
          <a:prstGeom prst="wedgeRoundRectCallout">
            <a:avLst>
              <a:gd name="adj1" fmla="val -20833"/>
              <a:gd name="adj2" fmla="val 62500"/>
              <a:gd name="adj3" fmla="val 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35" name="Google Shape;435;p31" title="House icon vector clip art | Free SV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80175" y="494425"/>
            <a:ext cx="2414224" cy="2414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36" name="Google Shape;436;p31" title="House icon vector clip art | Free SV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19375" y="410250"/>
            <a:ext cx="2414225" cy="2414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37" name="Google Shape;437;p3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833000" y="2065133"/>
            <a:ext cx="706850" cy="454983"/>
          </a:xfrm>
          <a:prstGeom prst="rect">
            <a:avLst/>
          </a:prstGeom>
          <a:noFill/>
          <a:ln>
            <a:noFill/>
          </a:ln>
        </p:spPr>
      </p:pic>
      <p:pic>
        <p:nvPicPr>
          <p:cNvPr id="438" name="Google Shape;438;p31" descr="A cartoon character with orange and white face&#10;&#10;Description automatically generated"/>
          <p:cNvPicPr preferRelativeResize="0"/>
          <p:nvPr/>
        </p:nvPicPr>
        <p:blipFill rotWithShape="1">
          <a:blip r:embed="rId6">
            <a:alphaModFix amt="91000"/>
          </a:blip>
          <a:srcRect/>
          <a:stretch/>
        </p:blipFill>
        <p:spPr>
          <a:xfrm>
            <a:off x="5132367" y="2375845"/>
            <a:ext cx="1437410" cy="1755556"/>
          </a:xfrm>
          <a:prstGeom prst="rect">
            <a:avLst/>
          </a:prstGeom>
          <a:noFill/>
          <a:ln>
            <a:noFill/>
          </a:ln>
          <a:effectLst>
            <a:outerShdw blurRad="57150" dist="19050" dir="6840000" algn="bl" rotWithShape="0">
              <a:srgbClr val="000000">
                <a:alpha val="50980"/>
              </a:srgbClr>
            </a:outerShdw>
          </a:effec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9" name="Google Shape;449;p3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334644" y="384525"/>
            <a:ext cx="2323880" cy="232388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0" name="Google Shape;450;p3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876675" y="3166803"/>
            <a:ext cx="1026900" cy="66099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9" name="Google Shape;499;p36" descr="A cartoon character with orange and white face&#10;&#10;Description automatically generated"/>
          <p:cNvPicPr preferRelativeResize="0"/>
          <p:nvPr/>
        </p:nvPicPr>
        <p:blipFill rotWithShape="1">
          <a:blip r:embed="rId3">
            <a:alphaModFix amt="91000"/>
          </a:blip>
          <a:srcRect/>
          <a:stretch/>
        </p:blipFill>
        <p:spPr>
          <a:xfrm>
            <a:off x="5034733" y="2080925"/>
            <a:ext cx="1408018" cy="1719650"/>
          </a:xfrm>
          <a:prstGeom prst="rect">
            <a:avLst/>
          </a:prstGeom>
          <a:noFill/>
          <a:ln>
            <a:noFill/>
          </a:ln>
          <a:effectLst>
            <a:outerShdw blurRad="57150" dist="19050" dir="6840000" algn="bl" rotWithShape="0">
              <a:srgbClr val="000000">
                <a:alpha val="50980"/>
              </a:srgbClr>
            </a:outerShdw>
          </a:effectLst>
        </p:spPr>
      </p:pic>
      <p:sp>
        <p:nvSpPr>
          <p:cNvPr id="500" name="Google Shape;500;p36"/>
          <p:cNvSpPr txBox="1"/>
          <p:nvPr/>
        </p:nvSpPr>
        <p:spPr>
          <a:xfrm>
            <a:off x="2334250" y="927250"/>
            <a:ext cx="41085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Who do you think is a better friend?</a:t>
            </a:r>
            <a:endParaRPr sz="1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01" name="Google Shape;501;p36" descr="A cartoon character with orange and white face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038000" y="2080917"/>
            <a:ext cx="1408025" cy="17196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p42"/>
          <p:cNvSpPr/>
          <p:nvPr/>
        </p:nvSpPr>
        <p:spPr>
          <a:xfrm>
            <a:off x="1143" y="0"/>
            <a:ext cx="9141900" cy="514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57" name="Google Shape;557;p42" descr="A blue sky with clouds and text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 b="19"/>
          <a:stretch/>
        </p:blipFill>
        <p:spPr>
          <a:xfrm>
            <a:off x="15" y="962"/>
            <a:ext cx="9143987" cy="51425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Google Shape;562;p4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endParaRPr/>
          </a:p>
        </p:txBody>
      </p:sp>
      <p:sp>
        <p:nvSpPr>
          <p:cNvPr id="563" name="Google Shape;563;p4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endParaRPr/>
          </a:p>
        </p:txBody>
      </p:sp>
      <p:pic>
        <p:nvPicPr>
          <p:cNvPr id="564" name="Google Shape;564;p4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Google Shape;569;p4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endParaRPr/>
          </a:p>
        </p:txBody>
      </p:sp>
      <p:sp>
        <p:nvSpPr>
          <p:cNvPr id="570" name="Google Shape;570;p4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endParaRPr/>
          </a:p>
        </p:txBody>
      </p:sp>
      <p:pic>
        <p:nvPicPr>
          <p:cNvPr id="571" name="Google Shape;571;p4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1090</Words>
  <Application>Microsoft Macintosh PowerPoint</Application>
  <PresentationFormat>On-screen Show (16:9)</PresentationFormat>
  <Paragraphs>66</Paragraphs>
  <Slides>65</Slides>
  <Notes>65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65</vt:i4>
      </vt:variant>
    </vt:vector>
  </HeadingPairs>
  <TitlesOfParts>
    <vt:vector size="71" baseType="lpstr">
      <vt:lpstr>Helvetica Neue</vt:lpstr>
      <vt:lpstr>Calibri</vt:lpstr>
      <vt:lpstr>Arial</vt:lpstr>
      <vt:lpstr>Helvetica Neue Light</vt:lpstr>
      <vt:lpstr>Simple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Thomas, Ashley J.</cp:lastModifiedBy>
  <cp:revision>1</cp:revision>
  <dcterms:modified xsi:type="dcterms:W3CDTF">2026-09-22T14:07:45Z</dcterms:modified>
</cp:coreProperties>
</file>