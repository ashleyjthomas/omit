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7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7" roundtripDataSignature="AMtx7mhz1mleq4P1m1FpJFLd7fZxm/mY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8767"/>
  </p:normalViewPr>
  <p:slideViewPr>
    <p:cSldViewPr snapToGrid="0">
      <p:cViewPr varScale="1">
        <p:scale>
          <a:sx n="139" d="100"/>
          <a:sy n="139" d="100"/>
        </p:scale>
        <p:origin x="176" y="3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Casey. I'm going to tell you a story about Casey.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morning Casey felt sad, and Casey didn't know why.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And this afternoon Casey felt happy, and Casey didn't know why.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Casey saw a classmate named Blake. Blake said, "Hi Casey! How was school today?"  Casey told Blake about feeling happy today.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Casey did not tell Blake about feeling sad today.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Casey saw another classmate named Morgan. Morgan said, "Hi Casey! How was school today?"  Casey did not tell Morgan about feeling happy today.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Casey did tell Morgan about feeling sad today.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Casey tell about feeling sad today?  [memory check]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Casey?  Why?   [PRIMARY DV]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a single ice cream cone with? Why?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Casey would want to share candy with? Why?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Rowan. I'm going to tell you a story about Rowan.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feels sad today, and Rowan doesn't know why.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Rowan decided that rabbits were his </a:t>
            </a:r>
            <a:r>
              <a:rPr lang="en-US" dirty="0" err="1"/>
              <a:t>favourite</a:t>
            </a:r>
            <a:r>
              <a:rPr lang="en-US" dirty="0"/>
              <a:t> animal.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Rowan saw a classmate named Jesse. Jesse said, "Hi Rowan! How was school today?"  Rowan told Jesse about rabbits being Rowan's favourite animal.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Rowan did not tell Jesse about feeling sad today.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Rowan saw another classmate named Kai. Kai said, "Hi Rowan! How was school today?"  Rowan did not tell Kai about rabbits being Rowan's favourite animal.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Rowan did tell Kai about feeling sad today.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Rowan tell about feeling sad today?  [memory check]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Rowan?  Why?   [PRIMARY DV]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an ice cream cone with? Why?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Rowan would want to share candy with? Why?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Percy. I'm going to tell you a story about Percy.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feels sad today, and Percy doesn't know why.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Percy learned that foxes move without making any sound.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Percy saw a classmate named Avery. Avery said, "Hi Percy! How was school today?"  Percy told Avery about how foxes move without making any sound.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Percy did not tell Avery about feeling sad today.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Percy saw another classmate named Orin. Orin said, "Hi Percy! How was school today?"  Percy did not tell Orin about how foxes move without making any sound.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Percy did tell Orin about feeling sad today.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Percy tell about feeling sad today?  [memory check]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Percy?  Why?   [PRIMARY DV]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an ice cream cone with? Why?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Percy would want to share candy with? Why?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Devon. I'm going to tell you a story about Devon.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feels happy today, and Devon doesn't know why.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Devon found out about owls and decided they were their favourite animal.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Devon saw a classmate named Harper. Harper said, "Hi Devon! How was school today?"  Devon told Harper about owls being Devon's favourite animal.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Devon did not tell Harper about feeling happy today.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Devon saw another classmate named Quinn. Quinn said, "Hi Devon! How was school today?"  Devon did not tell Quinn about owls being Devon's favourite animal.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Devon did tell Quinn about feeling happy today.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Devon tell about feeling happy today?  [memory check]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Devon?  Why?   [PRIMARY DV]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Devon would want to share an ice cream cone with? Why?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Devon would want to share candy with? Why?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Kendall. I'm going to tell you a story about Kendall.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feels happy today, and Kendall doesn't know why.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Kendall learned that elephants move mostly in the morning.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Kendall saw a classmate named Riley. Riley said, "Hi Kendall! How was school today?"  Kendall told Riley about how elephants move mostly in the morning.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Kendall did not tell Riley about feeling happy today.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Kendall saw another classmate named Cameron. Cameron said, "Hi Kendall! How was school today?"  Kendall did not tell Cameron about how elephants move mostly in the morning.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Kendall did tell Cameron about feeling happy today.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Kendall tell about feeling happy today?  [memory check]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Kendall?  Why?   [PRIMARY DV]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an ice cream cone with? Why?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Kendall would want to share candy with? Why?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is Jamie. I'm going to tell you a story about Jamie.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found out that owls are Jamie's favourite animal.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 school today, Jamie learned that rabbits move by hopping on their back legs.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After school, Jamie saw a classmate named Elliot. Elliot said, "Hi Jamie! How was school today?"  Jamie told Elliot about how rabbits move by hopping on their back legs.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Jamie did not tell Elliot about owls being Jamie's favourite animal.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Then Jamie saw another classmate named Parker. Parker said, "Hi Jamie! How was school today?"  Jamie did not tell Parker about how rabbits move by hopping on their back legs.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But Jamie did tell Parker about owls being Jamie's favourite animal.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Which classmate did Jamie tell about the owls?  [memory check]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is a better friend to Jamie?  Why?   [PRIMARY DV]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would want to share an ice cream cone with? Why?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Who do you think Jamie would want to share candy with? Why?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7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Helvetica Neue"/>
              <a:buNone/>
              <a:defRPr sz="4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8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3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6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6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8" name="Google Shape;98;p6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14" name="Google Shape;114;p6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5" name="Google Shape;115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6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6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22" name="Google Shape;122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0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1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1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4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1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3574709" y="1282069"/>
            <a:ext cx="1994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</a:pPr>
            <a:r>
              <a:rPr lang="en" sz="21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Verbal Consent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657349" y="1782953"/>
            <a:ext cx="5829300" cy="15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800" tIns="26800" rIns="26800" bIns="26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None/>
            </a:pPr>
            <a:r>
              <a:rPr lang="en" sz="2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 have read and understand the consent document. I am this child's parent or legal guardian and we both agree to participate in this study." </a:t>
            </a:r>
            <a:endParaRPr sz="2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6362" y="1937888"/>
            <a:ext cx="617025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4416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5028"/>
            <a:ext cx="917248" cy="595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525" y="229278"/>
            <a:ext cx="7247701" cy="388154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113" y="1717276"/>
            <a:ext cx="617873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68912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89524"/>
            <a:ext cx="917249" cy="606209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478" y="1927538"/>
            <a:ext cx="635893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233" y="2966925"/>
            <a:ext cx="923784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6537" y="1717276"/>
            <a:ext cx="617025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97422"/>
            <a:ext cx="917249" cy="59041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914" y="1927538"/>
            <a:ext cx="63502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867" y="2966925"/>
            <a:ext cx="9225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85" y="141100"/>
            <a:ext cx="6192374" cy="38729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5968" y="1717276"/>
            <a:ext cx="61816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17276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86250" y="1937888"/>
            <a:ext cx="917249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8329" y="1927538"/>
            <a:ext cx="636191" cy="73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8017" y="2966925"/>
            <a:ext cx="924216" cy="106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5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000" y="1820500"/>
            <a:ext cx="1775900" cy="21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6425" y="1776810"/>
            <a:ext cx="917249" cy="59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4771150" y="1491525"/>
            <a:ext cx="1567800" cy="1161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26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2250" y="1958775"/>
            <a:ext cx="1979225" cy="24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 title="School desk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8400" y="3381875"/>
            <a:ext cx="1801076" cy="180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6" title="Royalty-Free photo: Rectangular green board on brown background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525" y="141100"/>
            <a:ext cx="3347725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6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6263" y="1717276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8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2275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8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House icon vector clip art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descr="Elephant | Free Stock Photo | Illustration of an elephant | # 114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9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9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9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300" y="2479600"/>
            <a:ext cx="1367325" cy="166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9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3993925" y="2281275"/>
            <a:ext cx="379200" cy="376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title="House icon vector clip art | Free SV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0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0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Elephant | Free Stock Photo | Illustration of an elephant | # 114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6088" y="1937888"/>
            <a:ext cx="497572" cy="7094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/>
          <p:nvPr/>
        </p:nvSpPr>
        <p:spPr>
          <a:xfrm>
            <a:off x="3861375" y="2060275"/>
            <a:ext cx="567000" cy="568500"/>
          </a:xfrm>
          <a:prstGeom prst="noSmoking">
            <a:avLst>
              <a:gd name="adj" fmla="val 1875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30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4938242" y="2346670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 descr="A cartoon of a white and purple animal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516" y="2346673"/>
            <a:ext cx="1437410" cy="17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3497475" y="1866025"/>
            <a:ext cx="1294800" cy="85320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175" y="494425"/>
            <a:ext cx="2414224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1" title="House icon vector clip art | Free SV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75" y="410250"/>
            <a:ext cx="2414225" cy="241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3000" y="2065133"/>
            <a:ext cx="706850" cy="45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descr="A cartoon character with orange and white face&#10;&#10;Description automatically generated"/>
          <p:cNvPicPr preferRelativeResize="0"/>
          <p:nvPr/>
        </p:nvPicPr>
        <p:blipFill rotWithShape="1">
          <a:blip r:embed="rId6">
            <a:alphaModFix amt="91000"/>
          </a:blip>
          <a:srcRect/>
          <a:stretch/>
        </p:blipFill>
        <p:spPr>
          <a:xfrm>
            <a:off x="5132367" y="2375845"/>
            <a:ext cx="1437410" cy="1755556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4644" y="384525"/>
            <a:ext cx="2323880" cy="232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3166803"/>
            <a:ext cx="1026900" cy="66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6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sp>
        <p:nvSpPr>
          <p:cNvPr id="500" name="Google Shape;500;p36"/>
          <p:cNvSpPr txBox="1"/>
          <p:nvPr/>
        </p:nvSpPr>
        <p:spPr>
          <a:xfrm>
            <a:off x="2334250" y="927250"/>
            <a:ext cx="410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Who do you think is a better friend?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p36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7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07" name="Google Shape;507;p37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7" descr="Vanilla ice cream in cone vector image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7675" y="2773675"/>
            <a:ext cx="1609350" cy="16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38" descr="A cartoon character with orange and white face&#10;&#10;Description automatically generated"/>
          <p:cNvPicPr preferRelativeResize="0"/>
          <p:nvPr/>
        </p:nvPicPr>
        <p:blipFill rotWithShape="1">
          <a:blip r:embed="rId3">
            <a:alphaModFix amt="91000"/>
          </a:blip>
          <a:srcRect/>
          <a:stretch/>
        </p:blipFill>
        <p:spPr>
          <a:xfrm>
            <a:off x="5034733" y="2080925"/>
            <a:ext cx="1408018" cy="1719650"/>
          </a:xfrm>
          <a:prstGeom prst="rect">
            <a:avLst/>
          </a:prstGeom>
          <a:noFill/>
          <a:ln>
            <a:noFill/>
          </a:ln>
          <a:effectLst>
            <a:outerShdw blurRad="57150" dist="19050" dir="6840000" algn="bl" rotWithShape="0">
              <a:srgbClr val="000000">
                <a:alpha val="50980"/>
              </a:srgbClr>
            </a:outerShdw>
          </a:effectLst>
        </p:spPr>
      </p:pic>
      <p:pic>
        <p:nvPicPr>
          <p:cNvPr id="514" name="Google Shape;514;p38" descr="A cartoon character with orange and white 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8000" y="2080917"/>
            <a:ext cx="1408025" cy="171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Foffee collection | Free SV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4250" y="2349175"/>
            <a:ext cx="1301876" cy="13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/>
          <p:nvPr/>
        </p:nvSpPr>
        <p:spPr>
          <a:xfrm>
            <a:off x="1143" y="0"/>
            <a:ext cx="91419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42" descr="A blue sky with clouds and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9"/>
          <a:stretch/>
        </p:blipFill>
        <p:spPr>
          <a:xfrm>
            <a:off x="15" y="962"/>
            <a:ext cx="9143987" cy="514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63" name="Google Shape;563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64" name="Google Shape;564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570" name="Google Shape;570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571" name="Google Shape;57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1217</Words>
  <Application>Microsoft Macintosh PowerPoint</Application>
  <PresentationFormat>On-screen Show (16:9)</PresentationFormat>
  <Paragraphs>74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Helvetica Neue</vt:lpstr>
      <vt:lpstr>Calibri</vt:lpstr>
      <vt:lpstr>Arial</vt:lpstr>
      <vt:lpstr>Helvetica Neue Light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Thomas, Ashley J.</cp:lastModifiedBy>
  <cp:revision>3</cp:revision>
  <dcterms:modified xsi:type="dcterms:W3CDTF">2026-09-23T14:17:32Z</dcterms:modified>
</cp:coreProperties>
</file>