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58"/>
  </p:notesMasterIdLst>
  <p:sldIdLst>
    <p:sldId id="256" r:id="rId3"/>
    <p:sldId id="257" r:id="rId4"/>
    <p:sldId id="258" r:id="rId5"/>
    <p:sldId id="259" r:id="rId6"/>
    <p:sldId id="333" r:id="rId64"/>
    <p:sldId id="334" r:id="rId65"/>
    <p:sldId id="335" r:id="rId66"/>
    <p:sldId id="336" r:id="rId67"/>
    <p:sldId id="337" r:id="rId68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  <p:sldId id="329" r:id="rId15"/>
    <p:sldId id="268" r:id="rId16"/>
    <p:sldId id="269" r:id="rId17"/>
    <p:sldId id="270" r:id="rId18"/>
    <p:sldId id="282" r:id="rId19"/>
    <p:sldId id="283" r:id="rId20"/>
    <p:sldId id="284" r:id="rId21"/>
    <p:sldId id="285" r:id="rId22"/>
    <p:sldId id="286" r:id="rId23"/>
    <p:sldId id="288" r:id="rId25"/>
    <p:sldId id="287" r:id="rId24"/>
    <p:sldId id="289" r:id="rId26"/>
    <p:sldId id="330" r:id="rId27"/>
    <p:sldId id="290" r:id="rId28"/>
    <p:sldId id="291" r:id="rId29"/>
    <p:sldId id="292" r:id="rId30"/>
    <p:sldId id="304" r:id="rId31"/>
    <p:sldId id="305" r:id="rId32"/>
    <p:sldId id="306" r:id="rId33"/>
    <p:sldId id="307" r:id="rId34"/>
    <p:sldId id="308" r:id="rId35"/>
    <p:sldId id="310" r:id="rId36"/>
    <p:sldId id="309" r:id="rId37"/>
    <p:sldId id="311" r:id="rId38"/>
    <p:sldId id="33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1" r:id="rId48"/>
    <p:sldId id="320" r:id="rId49"/>
    <p:sldId id="322" r:id="rId50"/>
    <p:sldId id="332" r:id="rId51"/>
    <p:sldId id="323" r:id="rId52"/>
    <p:sldId id="324" r:id="rId53"/>
    <p:sldId id="325" r:id="rId54"/>
    <p:sldId id="326" r:id="rId55"/>
    <p:sldId id="327" r:id="rId56"/>
    <p:sldId id="328" r:id="rId5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hz1mleq4P1m1FpJFLd7fZxm/mY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767"/>
  </p:normalViewPr>
  <p:slideViewPr>
    <p:cSldViewPr snapToGrid="0">
      <p:cViewPr varScale="1">
        <p:scale>
          <a:sx n="150" d="100"/>
          <a:sy n="150" d="100"/>
        </p:scale>
        <p:origin x="1064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8.xml"/><Relationship Id="rId25" Type="http://schemas.openxmlformats.org/officeDocument/2006/relationships/slide" Target="slides/slide27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slide" Target="slides/slide44.xml"/><Relationship Id="rId42" Type="http://schemas.openxmlformats.org/officeDocument/2006/relationships/slide" Target="slides/slide45.xml"/><Relationship Id="rId43" Type="http://schemas.openxmlformats.org/officeDocument/2006/relationships/slide" Target="slides/slide46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0.xml"/><Relationship Id="rId48" Type="http://schemas.openxmlformats.org/officeDocument/2006/relationships/slide" Target="slides/slide51.xml"/><Relationship Id="rId49" Type="http://schemas.openxmlformats.org/officeDocument/2006/relationships/slide" Target="slides/slide52.xml"/><Relationship Id="rId50" Type="http://schemas.openxmlformats.org/officeDocument/2006/relationships/slide" Target="slides/slide53.xml"/><Relationship Id="rId51" Type="http://schemas.openxmlformats.org/officeDocument/2006/relationships/slide" Target="slides/slide54.xml"/><Relationship Id="rId52" Type="http://schemas.openxmlformats.org/officeDocument/2006/relationships/slide" Target="slides/slide55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notesMaster" Target="notesMasters/notesMaster1.xml"/><Relationship Id="rId64" Type="http://schemas.openxmlformats.org/officeDocument/2006/relationships/slide" Target="slides/slide5.xml"/><Relationship Id="rId65" Type="http://schemas.openxmlformats.org/officeDocument/2006/relationships/slide" Target="slides/slide6.xml"/><Relationship Id="rId66" Type="http://schemas.openxmlformats.org/officeDocument/2006/relationships/slide" Target="slides/slide7.xml"/><Relationship Id="rId67" Type="http://schemas.openxmlformats.org/officeDocument/2006/relationships/slide" Target="slides/slide8.xml"/><Relationship Id="rId68" Type="http://schemas.openxmlformats.org/officeDocument/2006/relationships/slide" Target="slides/slide9.xml"/><Relationship Id="rId77" Type="http://customschemas.google.com/relationships/presentationmetadata" Target="metadata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Casey. I'm going to tell you a story about Casey.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This morning Casey felt sad, and Casey didn't know why.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And this afternoon Casey felt happy, and Casey didn't know why.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Casey saw a classmate named Blake. Blake said, "Hi Casey! How was school today?"  Casey told Blake about feeling happy today.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Casey did not tell Blake about feeling sad today.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Then Casey saw another classmate named Morgan. Morgan said, "Hi Casey! How was school today?" Casey told Morgan about feeling sad today.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Casey did not tell Morgan about feeling happy today.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Casey tell about feeling sad today?  [memory check]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EE926F25-607B-5D7B-1FF2-01E51778A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1B18747B-F26E-E607-6E23-4E62347CC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>
            <a:extLst>
              <a:ext uri="{FF2B5EF4-FFF2-40B4-BE49-F238E27FC236}">
                <a16:creationId xmlns:a16="http://schemas.microsoft.com/office/drawing/2014/main" id="{B2A2A098-4FCC-FD0A-08C3-DAF5FB660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Casey tell about feeling happy today?  [memory check]</a:t>
            </a:r>
          </a:p>
        </p:txBody>
      </p:sp>
    </p:spTree>
    <p:extLst>
      <p:ext uri="{BB962C8B-B14F-4D97-AF65-F5344CB8AC3E}">
        <p14:creationId xmlns:p14="http://schemas.microsoft.com/office/powerpoint/2010/main" val="2481776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is better friends with?  Why?   [PRIMARY DV]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would want to share a single ice cream cone with? Why?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Who do you think Casey would want to share candy with? Why?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Percy. I'm going to tell you a story about Percy.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Percy feels sad today, and Percy doesn't know why.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Percy learned that foxes move without making any sound.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Percy saw a classmate named Avery. Avery said, "Hi Percy! How was school today?"  Percy told Avery about how foxes move without making any sound.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Percy did not tell Avery about feeling sad today.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Percy did not tell Orin about how foxes move without making any sound.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Then Percy saw another classmate named Orin. Orin said, "Hi Percy! How was school today?" Percy told Orin about feeling sad today.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Percy tell about feeling sad today?  [memory check]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3960994-71C0-AD2A-3E8A-539D87EEA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866C3854-1559-A709-4025-5A1057D7F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>
            <a:extLst>
              <a:ext uri="{FF2B5EF4-FFF2-40B4-BE49-F238E27FC236}">
                <a16:creationId xmlns:a16="http://schemas.microsoft.com/office/drawing/2014/main" id="{5D2CF460-AA2E-6852-8881-608235316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Percy tell the fact about foxes?  [memory check]</a:t>
            </a:r>
          </a:p>
        </p:txBody>
      </p:sp>
    </p:spTree>
    <p:extLst>
      <p:ext uri="{BB962C8B-B14F-4D97-AF65-F5344CB8AC3E}">
        <p14:creationId xmlns:p14="http://schemas.microsoft.com/office/powerpoint/2010/main" val="29435045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Percy is better friends with?  Why?   [PRIMARY DV]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Percy would want to share a single ice cream cone with? Why?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Percy would want to share candy with? Why?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Kendall. I'm going to tell you a story about Kendall.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Kendall feels happy today, and Kendall doesn't know why.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Kendall learned that elephants move mostly in the morning.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Kendall saw a classmate named Riley. Riley said, "Hi Kendall! How was school today?"  Kendall told Riley about how elephants move mostly in the morning.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Kendall did not tell Riley about feeling happy today.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Then Kendall saw another classmate named Cameron. Cameron said, "Hi Kendall! How was school today?" Kendall told Cameron about feeling happy today.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Kendall did not tell Cameron about how elephants move mostly in the morning.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Kendall tell about feeling happy today?  [memory check]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BA9DE03-29A1-AE91-0038-FF7E704F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EA745964-8C4A-EF4A-D87E-31A72DF92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>
            <a:extLst>
              <a:ext uri="{FF2B5EF4-FFF2-40B4-BE49-F238E27FC236}">
                <a16:creationId xmlns:a16="http://schemas.microsoft.com/office/drawing/2014/main" id="{05C32D37-32B0-A2EA-49F0-C850D892D9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Kendall tell the fact about elephants?  [memory check]</a:t>
            </a:r>
          </a:p>
        </p:txBody>
      </p:sp>
    </p:spTree>
    <p:extLst>
      <p:ext uri="{BB962C8B-B14F-4D97-AF65-F5344CB8AC3E}">
        <p14:creationId xmlns:p14="http://schemas.microsoft.com/office/powerpoint/2010/main" val="41636721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Kendall is better friends with?  Why?   [PRIMARY DV]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Kendall would want to share a single ice cream cone with? Why?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Kendall would want to share candy with? Why?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Jamie. I'm going to tell you a story about Jamie.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In school today, Jamie found out that owls are their favorite animal.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Jamie learned that rabbits move by hopping on their back legs.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Jamie saw a classmate named Elliot. Elliot said, "Hi Jamie! How was school today?"  Jamie told Elliot about how rabbits move by hopping on their back legs.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Jamie did not tell Elliot that owls are their favorite animal.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Then Jamie saw another classmate named Parker. Parker said, "Hi Jamie! How was school today?" Jamie told Parker that owls are their favorite animal.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Jamie did not tell Parker about how rabbits move by hopping on their back legs.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Which classmate did Jamie tell that owls are their favorite animal?  [memory check]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906D6E16-AC6B-F94F-FBDA-1D57B6E8E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2AE0DDAB-1269-2A29-F066-3F421CE5A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>
            <a:extLst>
              <a:ext uri="{FF2B5EF4-FFF2-40B4-BE49-F238E27FC236}">
                <a16:creationId xmlns:a16="http://schemas.microsoft.com/office/drawing/2014/main" id="{7EE69B73-1778-ABC9-C752-8312CDA60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Which classmate did Jamie tell the fact about rabbits?  [memory check]</a:t>
            </a:r>
          </a:p>
        </p:txBody>
      </p:sp>
    </p:spTree>
    <p:extLst>
      <p:ext uri="{BB962C8B-B14F-4D97-AF65-F5344CB8AC3E}">
        <p14:creationId xmlns:p14="http://schemas.microsoft.com/office/powerpoint/2010/main" val="212388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Jamie is better friends with?  Why?   [PRIMARY DV]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Who do you think Jamie would want to share a single ice cream cone with? Why?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Jamie would want to share candy with? Why?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4" name="Google Shape;55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 we start, let's practice. This is Sam.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 has two friends. This is Quinn. Quinn is Sam's best friend. And this is Rowan. Rowan is Sam's friend.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Look, one of them is holding a ball. Which one is holding a ball?  [PRACTICE: response training; correct = Rowan (friend)]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 has a juice box with one straw. Who do you think Sam would want to share the juice box with? Why?  [PRACTICE / manipulation check: physical-intimacy item; expected = best friend (Quinn)]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 has some cookies. Who do you think Sam would want to share the cookies with? Why?  [PRACTICE / manipulation check: divisible item; no directional prediction]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9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3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6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6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6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6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6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6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2" name="Google Shape;122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70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1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71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5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notesSlide" Target="../notesSlides/notesSlide5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notesSlide" Target="../notesSlides/notesSlide5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notesSlide" Target="../notesSlides/notesSlide5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notesSlide" Target="../notesSlides/notesSlide6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8.jpg"/><Relationship Id="rId6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1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18.jpg"/><Relationship Id="rId6" Type="http://schemas.openxmlformats.org/officeDocument/2006/relationships/image" Target="../media/image2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5" Type="http://schemas.openxmlformats.org/officeDocument/2006/relationships/image" Target="../media/image18.jpg"/><Relationship Id="rId6" Type="http://schemas.openxmlformats.org/officeDocument/2006/relationships/image" Target="../media/image2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5" Type="http://schemas.openxmlformats.org/officeDocument/2006/relationships/image" Target="../media/image18.jpg"/><Relationship Id="rId6" Type="http://schemas.openxmlformats.org/officeDocument/2006/relationships/image" Target="../media/image3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1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Relationship Id="rId4" Type="http://schemas.openxmlformats.org/officeDocument/2006/relationships/image" Target="../media/image11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1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1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sz="2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liv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819656"/>
            <a:ext cx="1773936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liv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691640"/>
            <a:ext cx="1408176" cy="1719072"/>
          </a:xfrm>
          <a:prstGeom prst="rect">
            <a:avLst/>
          </a:prstGeom>
        </p:spPr>
      </p:pic>
      <p:pic>
        <p:nvPicPr>
          <p:cNvPr id="3" name="Picture 2" descr="lavender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084831"/>
            <a:ext cx="1408176" cy="1719072"/>
          </a:xfrm>
          <a:prstGeom prst="rect">
            <a:avLst/>
          </a:prstGeom>
        </p:spPr>
      </p:pic>
      <p:pic>
        <p:nvPicPr>
          <p:cNvPr id="4" name="Picture 3" descr="darkgreen_neu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084831"/>
            <a:ext cx="1408176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vender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2084831"/>
            <a:ext cx="1408176" cy="1719072"/>
          </a:xfrm>
          <a:prstGeom prst="rect">
            <a:avLst/>
          </a:prstGeom>
        </p:spPr>
      </p:pic>
      <p:pic>
        <p:nvPicPr>
          <p:cNvPr id="3" name="Picture 2" descr="darkgreen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084831"/>
            <a:ext cx="1408176" cy="1719072"/>
          </a:xfrm>
          <a:prstGeom prst="rect">
            <a:avLst/>
          </a:prstGeom>
        </p:spPr>
      </p:pic>
      <p:pic>
        <p:nvPicPr>
          <p:cNvPr id="4" name="Picture 3" descr="b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3136391"/>
            <a:ext cx="658368" cy="658368"/>
          </a:xfrm>
          <a:prstGeom prst="rect">
            <a:avLst/>
          </a:prstGeom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Which one is holding a ball?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vender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2084831"/>
            <a:ext cx="1408176" cy="1719072"/>
          </a:xfrm>
          <a:prstGeom prst="rect">
            <a:avLst/>
          </a:prstGeom>
        </p:spPr>
      </p:pic>
      <p:pic>
        <p:nvPicPr>
          <p:cNvPr id="3" name="Picture 2" descr="darkgreen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084831"/>
            <a:ext cx="1408176" cy="1719072"/>
          </a:xfrm>
          <a:prstGeom prst="rect">
            <a:avLst/>
          </a:prstGeom>
        </p:spPr>
      </p:pic>
      <p:pic>
        <p:nvPicPr>
          <p:cNvPr id="4" name="Picture 3" descr="juicebox_one_st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770632"/>
            <a:ext cx="1609344" cy="1609344"/>
          </a:xfrm>
          <a:prstGeom prst="rect">
            <a:avLst/>
          </a:prstGeom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would Sam want to share a juice box with one straw with?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vender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2084831"/>
            <a:ext cx="1408176" cy="1719072"/>
          </a:xfrm>
          <a:prstGeom prst="rect">
            <a:avLst/>
          </a:prstGeom>
        </p:spPr>
      </p:pic>
      <p:pic>
        <p:nvPicPr>
          <p:cNvPr id="3" name="Picture 2" descr="darkgreen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084831"/>
            <a:ext cx="1408176" cy="1719072"/>
          </a:xfrm>
          <a:prstGeom prst="rect">
            <a:avLst/>
          </a:prstGeom>
        </p:spPr>
      </p:pic>
      <p:pic>
        <p:nvPicPr>
          <p:cNvPr id="4" name="Picture 3" descr="cook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770632"/>
            <a:ext cx="1609344" cy="1609344"/>
          </a:xfrm>
          <a:prstGeom prst="rect">
            <a:avLst/>
          </a:prstGeom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would Sam want to share cookies with?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6017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721264" y="2054291"/>
            <a:ext cx="480086" cy="476668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70600" y="1937884"/>
            <a:ext cx="617025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748763" y="20083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73707602-6F77-B3B7-881E-8AEB249D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>
            <a:extLst>
              <a:ext uri="{FF2B5EF4-FFF2-40B4-BE49-F238E27FC236}">
                <a16:creationId xmlns:a16="http://schemas.microsoft.com/office/drawing/2014/main" id="{83CBAF84-C6F3-2977-B0D3-4E8B2B2804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06;p28" descr="Elephant | Free Stock Photo | Illustration of an elephant | # 11454">
            <a:extLst>
              <a:ext uri="{FF2B5EF4-FFF2-40B4-BE49-F238E27FC236}">
                <a16:creationId xmlns:a16="http://schemas.microsoft.com/office/drawing/2014/main" id="{2627072D-8F59-B1A1-49BA-486213079F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3362" y="2962355"/>
            <a:ext cx="947305" cy="10892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623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Casey is better friends with?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6113" y="1717276"/>
            <a:ext cx="617873" cy="709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87;p26" title="Royalty-Free photo: Rectangular green board on brown background ...">
            <a:extLst>
              <a:ext uri="{FF2B5EF4-FFF2-40B4-BE49-F238E27FC236}">
                <a16:creationId xmlns:a16="http://schemas.microsoft.com/office/drawing/2014/main" id="{CEBC2A4A-0F7C-0F3F-6256-3649CFA2E0A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68912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735191" y="2150232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233" y="2966925"/>
            <a:ext cx="923784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0D81E234-9DF0-88A5-2FA1-124AE22D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>
            <a:extLst>
              <a:ext uri="{FF2B5EF4-FFF2-40B4-BE49-F238E27FC236}">
                <a16:creationId xmlns:a16="http://schemas.microsoft.com/office/drawing/2014/main" id="{4649F32B-8873-3571-211C-5E84412890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06;p28" descr="Elephant | Free Stock Photo | Illustration of an elephant | # 11454">
            <a:extLst>
              <a:ext uri="{FF2B5EF4-FFF2-40B4-BE49-F238E27FC236}">
                <a16:creationId xmlns:a16="http://schemas.microsoft.com/office/drawing/2014/main" id="{66E2E804-7B1E-1B3D-A0B4-0A1CCB13C1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4751" y="2870057"/>
            <a:ext cx="1575949" cy="10415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722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Percy is better friends with?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5968" y="1717276"/>
            <a:ext cx="618162" cy="709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87;p26" title="Royalty-Free photo: Rectangular green board on brown background ...">
            <a:extLst>
              <a:ext uri="{FF2B5EF4-FFF2-40B4-BE49-F238E27FC236}">
                <a16:creationId xmlns:a16="http://schemas.microsoft.com/office/drawing/2014/main" id="{5B9FDF6B-6C63-9EE6-5D17-4C4CF8C187A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17276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609063" y="2158423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017" y="2966925"/>
            <a:ext cx="9242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25680248-2614-30E6-FD78-844FAD34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>
            <a:extLst>
              <a:ext uri="{FF2B5EF4-FFF2-40B4-BE49-F238E27FC236}">
                <a16:creationId xmlns:a16="http://schemas.microsoft.com/office/drawing/2014/main" id="{05887630-1505-C149-493B-F01DD08C2D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406;p28" descr="Elephant | Free Stock Photo | Illustration of an elephant | # 11454">
            <a:extLst>
              <a:ext uri="{FF2B5EF4-FFF2-40B4-BE49-F238E27FC236}">
                <a16:creationId xmlns:a16="http://schemas.microsoft.com/office/drawing/2014/main" id="{D106821E-F699-DA97-D3BE-46B879979D2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6959" y="2903088"/>
            <a:ext cx="1457092" cy="11270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306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Kendall is better friends with?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6263" y="1717276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6675" y="3166803"/>
            <a:ext cx="1026900" cy="66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7EEF7ACC-95DF-A63D-50A2-AF55D02A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>
            <a:extLst>
              <a:ext uri="{FF2B5EF4-FFF2-40B4-BE49-F238E27FC236}">
                <a16:creationId xmlns:a16="http://schemas.microsoft.com/office/drawing/2014/main" id="{C68D8F27-BCE2-7F77-17BE-1FAC75A35D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06;p28" descr="Elephant | Free Stock Photo | Illustration of an elephant | # 11454">
            <a:extLst>
              <a:ext uri="{FF2B5EF4-FFF2-40B4-BE49-F238E27FC236}">
                <a16:creationId xmlns:a16="http://schemas.microsoft.com/office/drawing/2014/main" id="{58A96A6F-FB84-8200-011F-71E15843898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06155" y="2860753"/>
            <a:ext cx="794446" cy="11327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917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Jamie is better friends with?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42" descr="A blue sky with clouds an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19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63" name="Google Shape;563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64" name="Google Shape;56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70" name="Google Shape;57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71" name="Google Shape;57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891</Words>
  <Application>Microsoft Macintosh PowerPoint</Application>
  <PresentationFormat>On-screen Show (16:9)</PresentationFormat>
  <Paragraphs>54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Helvetica Neue</vt:lpstr>
      <vt:lpstr>Arial</vt:lpstr>
      <vt:lpstr>Helvetica Neue Light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Thomas, Ashley J.</cp:lastModifiedBy>
  <cp:revision>4</cp:revision>
  <dcterms:modified xsi:type="dcterms:W3CDTF">2026-10-18T10:11:48Z</dcterms:modified>
</cp:coreProperties>
</file>