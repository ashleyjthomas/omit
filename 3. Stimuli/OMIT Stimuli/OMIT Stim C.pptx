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y="5143500" cx="9144000"/>
  <p:notesSz cx="6858000" cy="9144000"/>
  <p:embeddedFontLst>
    <p:embeddedFont>
      <p:font typeface="Helvetica Neue"/>
      <p:regular r:id="rId51"/>
      <p:bold r:id="rId52"/>
      <p:italic r:id="rId53"/>
      <p:boldItalic r:id="rId54"/>
    </p:embeddedFont>
    <p:embeddedFont>
      <p:font typeface="Helvetica Neue Light"/>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59" roundtripDataSignature="AMtx7mghmKfQY4zDolY3V4iMp5NBaqPYG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HelveticaNeue-regular.fntdata"/><Relationship Id="rId50" Type="http://schemas.openxmlformats.org/officeDocument/2006/relationships/slide" Target="slides/slide44.xml"/><Relationship Id="rId53" Type="http://schemas.openxmlformats.org/officeDocument/2006/relationships/font" Target="fonts/HelveticaNeue-italic.fntdata"/><Relationship Id="rId52" Type="http://schemas.openxmlformats.org/officeDocument/2006/relationships/font" Target="fonts/HelveticaNeue-bold.fntdata"/><Relationship Id="rId11" Type="http://schemas.openxmlformats.org/officeDocument/2006/relationships/slide" Target="slides/slide5.xml"/><Relationship Id="rId55" Type="http://schemas.openxmlformats.org/officeDocument/2006/relationships/font" Target="fonts/HelveticaNeueLight-regular.fntdata"/><Relationship Id="rId10" Type="http://schemas.openxmlformats.org/officeDocument/2006/relationships/slide" Target="slides/slide4.xml"/><Relationship Id="rId54" Type="http://schemas.openxmlformats.org/officeDocument/2006/relationships/font" Target="fonts/HelveticaNeue-boldItalic.fntdata"/><Relationship Id="rId13" Type="http://schemas.openxmlformats.org/officeDocument/2006/relationships/slide" Target="slides/slide7.xml"/><Relationship Id="rId57" Type="http://schemas.openxmlformats.org/officeDocument/2006/relationships/font" Target="fonts/HelveticaNeueLight-italic.fntdata"/><Relationship Id="rId12" Type="http://schemas.openxmlformats.org/officeDocument/2006/relationships/slide" Target="slides/slide6.xml"/><Relationship Id="rId56" Type="http://schemas.openxmlformats.org/officeDocument/2006/relationships/font" Target="fonts/HelveticaNeueLight-bold.fntdata"/><Relationship Id="rId15" Type="http://schemas.openxmlformats.org/officeDocument/2006/relationships/slide" Target="slides/slide9.xml"/><Relationship Id="rId59" Type="http://customschemas.google.com/relationships/presentationmetadata" Target="metadata"/><Relationship Id="rId14" Type="http://schemas.openxmlformats.org/officeDocument/2006/relationships/slide" Target="slides/slide8.xml"/><Relationship Id="rId58" Type="http://schemas.openxmlformats.org/officeDocument/2006/relationships/font" Target="fonts/HelveticaNeueLight-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 name="Google Shape;15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 name="Google Shape;1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First, we’re going to look at some shapes. [child name], I want you to imagine the two shapes in each box to be two people. </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What colors are the boxes?</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1: </a:t>
            </a:r>
            <a:r>
              <a:rPr b="0" i="0" lang="en" sz="1800" u="none" strike="noStrike">
                <a:solidFill>
                  <a:srgbClr val="000000"/>
                </a:solidFill>
                <a:latin typeface="Arial"/>
                <a:ea typeface="Arial"/>
                <a:cs typeface="Arial"/>
                <a:sym typeface="Arial"/>
              </a:rPr>
              <a:t>Which shapes do you think are most like a mom and her baby?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2: </a:t>
            </a:r>
            <a:r>
              <a:rPr b="0" i="0" lang="en" sz="1800" u="none" strike="noStrike">
                <a:solidFill>
                  <a:srgbClr val="000000"/>
                </a:solidFill>
                <a:latin typeface="Arial"/>
                <a:ea typeface="Arial"/>
                <a:cs typeface="Arial"/>
                <a:sym typeface="Arial"/>
              </a:rPr>
              <a:t>Which shapes do you think are most like two people who don’t know each other?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3: </a:t>
            </a:r>
            <a:r>
              <a:rPr b="0" i="0" lang="en" sz="1800" u="none" strike="noStrike">
                <a:solidFill>
                  <a:srgbClr val="000000"/>
                </a:solidFill>
                <a:latin typeface="Arial"/>
                <a:ea typeface="Arial"/>
                <a:cs typeface="Arial"/>
                <a:sym typeface="Arial"/>
              </a:rPr>
              <a:t>Which shapes do you think are most like friends?</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Percy! [click] I am going to tell you a story about him!</a:t>
            </a:r>
            <a:endParaRPr/>
          </a:p>
          <a:p>
            <a:pPr indent="0" lvl="0" marL="0" rtl="0" algn="l">
              <a:lnSpc>
                <a:spcPct val="100000"/>
              </a:lnSpc>
              <a:spcBef>
                <a:spcPts val="0"/>
              </a:spcBef>
              <a:spcAft>
                <a:spcPts val="0"/>
              </a:spcAft>
              <a:buSzPts val="1100"/>
              <a:buNone/>
            </a:pPr>
            <a:r>
              <a:rPr lang="en"/>
              <a:t>Percy feels sad today [click] and doesn’t know why</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4" name="Google Shape;194;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9" name="Google Shape;199;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Percy learned that foxes move without making any sound.</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But Percy is still feeling sad, even after he learned an interesting fact about foxes.</a:t>
            </a:r>
            <a:endParaRPr b="1"/>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While waiting to get on the bus after school, Percy saw a classmate named Orin. Orin said “Hi Percy! How was school today?”</a:t>
            </a:r>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told Orin that he was feeling sad today. </a:t>
            </a:r>
            <a:r>
              <a:rPr b="1" lang="en" sz="1200">
                <a:solidFill>
                  <a:schemeClr val="dk1"/>
                </a:solidFill>
              </a:rPr>
              <a:t>[click 2x]</a:t>
            </a:r>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not tell Orin about how he learned foxes move without making sounds. </a:t>
            </a:r>
            <a:r>
              <a:rPr b="1" lang="en" sz="1200">
                <a:solidFill>
                  <a:schemeClr val="dk1"/>
                </a:solidFill>
              </a:rPr>
              <a:t>[click 3x]</a:t>
            </a:r>
            <a:endParaRPr b="1" sz="1200">
              <a:solidFill>
                <a:schemeClr val="dk1"/>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Percy saw another classmate named Avery. Avery said “Hi Percy! How was school today?” Percy did not tell Avery that he was feeling sad today. </a:t>
            </a:r>
            <a:r>
              <a:rPr b="1" lang="en" sz="1200">
                <a:solidFill>
                  <a:schemeClr val="dk1"/>
                </a:solidFill>
              </a:rPr>
              <a:t>[click 3x]</a:t>
            </a:r>
            <a:endParaRPr b="1"/>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tell Avery about how he learned foxes move without making sounds.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sz="1800"/>
              <a:t>Which classmate did Percy tell about feeling sad today?</a:t>
            </a:r>
            <a:endParaRPr sz="1800"/>
          </a:p>
          <a:p>
            <a:pPr indent="0" lvl="0" marL="0" rtl="0" algn="l">
              <a:lnSpc>
                <a:spcPct val="100000"/>
              </a:lnSpc>
              <a:spcBef>
                <a:spcPts val="0"/>
              </a:spcBef>
              <a:spcAft>
                <a:spcPts val="0"/>
              </a:spcAft>
              <a:buSzPts val="1100"/>
              <a:buNone/>
            </a:pPr>
            <a:r>
              <a:t/>
            </a:r>
            <a:endParaRPr sz="1800"/>
          </a:p>
          <a:p>
            <a:pPr indent="0" lvl="0" marL="0" rtl="0" algn="l">
              <a:lnSpc>
                <a:spcPct val="100000"/>
              </a:lnSpc>
              <a:spcBef>
                <a:spcPts val="0"/>
              </a:spcBef>
              <a:spcAft>
                <a:spcPts val="0"/>
              </a:spcAft>
              <a:buSzPts val="1100"/>
              <a:buNone/>
            </a:pPr>
            <a:r>
              <a:rPr lang="en" sz="1800">
                <a:solidFill>
                  <a:schemeClr val="accent1"/>
                </a:solidFill>
              </a:rPr>
              <a:t>[wait for and record the child’s response]</a:t>
            </a:r>
            <a:endParaRPr sz="1800">
              <a:solidFill>
                <a:schemeClr val="accent1"/>
              </a:solidFill>
            </a:endParaRPr>
          </a:p>
          <a:p>
            <a:pPr indent="0" lvl="0" marL="0" rtl="0" algn="l">
              <a:lnSpc>
                <a:spcPct val="100000"/>
              </a:lnSpc>
              <a:spcBef>
                <a:spcPts val="0"/>
              </a:spcBef>
              <a:spcAft>
                <a:spcPts val="0"/>
              </a:spcAft>
              <a:buSzPts val="1100"/>
              <a:buNone/>
            </a:pPr>
            <a:r>
              <a:t/>
            </a:r>
            <a:endParaRPr sz="1800">
              <a:solidFill>
                <a:schemeClr val="accent1"/>
              </a:solidFill>
            </a:endParaRPr>
          </a:p>
          <a:p>
            <a:pPr indent="0" lvl="0" marL="0" rtl="0" algn="l">
              <a:lnSpc>
                <a:spcPct val="100000"/>
              </a:lnSpc>
              <a:spcBef>
                <a:spcPts val="0"/>
              </a:spcBef>
              <a:spcAft>
                <a:spcPts val="0"/>
              </a:spcAft>
              <a:buSzPts val="1100"/>
              <a:buNone/>
            </a:pPr>
            <a:r>
              <a:rPr lang="en" sz="1800">
                <a:solidFill>
                  <a:schemeClr val="dk1"/>
                </a:solidFill>
              </a:rPr>
              <a:t>Okay thank you.</a:t>
            </a:r>
            <a:endParaRPr sz="1800">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4" name="Google Shape;264;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Percy tell about foxes?</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F9900"/>
                </a:solidFill>
              </a:rPr>
              <a:t>Orin</a:t>
            </a:r>
            <a:r>
              <a:rPr lang="en" sz="1800">
                <a:solidFill>
                  <a:schemeClr val="dk1"/>
                </a:solidFill>
              </a:rPr>
              <a:t>? Why?</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A4C2F4"/>
                </a:solidFill>
              </a:rPr>
              <a:t>Avery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4" name="Google Shape;314;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Percy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1" name="Google Shape;32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candy with?Why?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5" name="Google Shape;335;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Percy went to the playground and met someone who he wanted to be friends with. Do you think Percy  should tell them about feeling sad today or about the foxes?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7" name="Google Shape;347;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After the playground, Percy saw his mom in the park! Percy’s mom said “Hey Percy how was school today?” Do you think Percy should tell his mom about feeling sad today or about the foxes?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9" name="Google Shape;359;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Then Percy saw his friend’s mom and she said “Hey Percy! How was school today?” Do you think Percy should tell her that he’s feeling sad or about the foxes?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1" name="Google Shape;371;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6" name="Google Shape;376;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Kendall! [click] I am going to tell you a story about him! Kendall feels happy today [click]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Kendall learned that elephants move mostly in the morning.</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1" name="Google Shape;391;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And Kendall is still feeling happy today, even after learning an interesting fact about elephants.</a:t>
            </a:r>
            <a:endParaRPr b="1"/>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9" name="Google Shape;399;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100">
                <a:solidFill>
                  <a:schemeClr val="dk1"/>
                </a:solidFill>
              </a:rPr>
              <a:t>On the way home, Kendall saw a classmate named Cameron. Cameron said “Hey Kendall! How was school today?” </a:t>
            </a:r>
            <a:endParaRPr/>
          </a:p>
          <a:p>
            <a:pPr indent="0" lvl="0" marL="0" rtl="0" algn="l">
              <a:lnSpc>
                <a:spcPct val="100000"/>
              </a:lnSpc>
              <a:spcBef>
                <a:spcPts val="0"/>
              </a:spcBef>
              <a:spcAft>
                <a:spcPts val="0"/>
              </a:spcAft>
              <a:buSzPts val="1100"/>
              <a:buNone/>
            </a:pPr>
            <a:r>
              <a:t/>
            </a:r>
            <a:endParaRPr sz="1100"/>
          </a:p>
          <a:p>
            <a:pPr indent="0" lvl="0" marL="0" rtl="0" algn="l">
              <a:lnSpc>
                <a:spcPct val="100000"/>
              </a:lnSpc>
              <a:spcBef>
                <a:spcPts val="0"/>
              </a:spcBef>
              <a:spcAft>
                <a:spcPts val="0"/>
              </a:spcAft>
              <a:buSzPts val="1100"/>
              <a:buNone/>
            </a:pPr>
            <a:r>
              <a:rPr lang="en" sz="1100"/>
              <a:t>Kendall told Cameron that he was feeling happy today. </a:t>
            </a:r>
            <a:r>
              <a:rPr b="1" lang="en" sz="1100"/>
              <a:t>[click 2x]</a:t>
            </a:r>
            <a:endParaRPr/>
          </a:p>
          <a:p>
            <a:pPr indent="0" lvl="0" marL="0" rtl="0" algn="l">
              <a:lnSpc>
                <a:spcPct val="115000"/>
              </a:lnSpc>
              <a:spcBef>
                <a:spcPts val="0"/>
              </a:spcBef>
              <a:spcAft>
                <a:spcPts val="0"/>
              </a:spcAft>
              <a:buClr>
                <a:schemeClr val="dk1"/>
              </a:buClr>
              <a:buSzPts val="1100"/>
              <a:buFont typeface="Arial"/>
              <a:buNone/>
            </a:pPr>
            <a:r>
              <a:t/>
            </a:r>
            <a:endParaRPr b="1"/>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9" name="Google Shape;409;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000000"/>
                </a:solidFill>
              </a:rPr>
              <a:t>But </a:t>
            </a:r>
            <a:r>
              <a:rPr lang="en" sz="1200">
                <a:solidFill>
                  <a:schemeClr val="dk1"/>
                </a:solidFill>
              </a:rPr>
              <a:t>Kendall did not tell Cameron about how he learned that elephants move mostly in the morning. </a:t>
            </a:r>
            <a:r>
              <a:rPr b="1" lang="en" sz="1200">
                <a:solidFill>
                  <a:schemeClr val="dk1"/>
                </a:solidFill>
              </a:rPr>
              <a:t>[click 2x]</a:t>
            </a:r>
            <a:endParaRPr b="1"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3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0" name="Google Shape;420;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Kendall saw another classmate named Riley. Riley said “Hey Kendall! How was school today?” Kendall did not tell Riley that he was feeling happy today. </a:t>
            </a:r>
            <a:r>
              <a:rPr b="1" lang="en" sz="1200">
                <a:solidFill>
                  <a:schemeClr val="dk1"/>
                </a:solidFill>
              </a:rPr>
              <a:t>[click 3x]</a:t>
            </a:r>
            <a:endParaRPr b="1"/>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1" name="Google Shape;431;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t>But Kendall did tell Riley about how he learned that elephants move mostly in the morning. </a:t>
            </a:r>
            <a:r>
              <a:rPr b="1" lang="en" sz="1200"/>
              <a:t>[click 2x]</a:t>
            </a:r>
            <a:endParaRPr b="1"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Which classmate did Kendall tell about feeling happy?</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7" name="Google Shape;447;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Which classmate did Kendall tell about elephants?</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ACAA5"/>
                </a:solidFill>
              </a:rPr>
              <a:t>Cameron</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93C47D"/>
                </a:solidFill>
              </a:rPr>
              <a:t>Riley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7" name="Google Shape;49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Kendall?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4" name="Google Shape;504;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1" name="Google Shape;51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candy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8" name="Google Shape;518;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Kendall  went to the playground and met someone who he wanted to be friends with. Do you think Kendall should tell them about feeling happy today or about the elephants?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After the playground, Kendall saw his mom in the park! Kendall’s mom said “Hey Kendall how was school today?” Do you think Kendall should tell his mom about the elephants or about feeling happy today?</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2" name="Google Shape;542;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Then Kendall saw his friend’s mom and she said “Hey Kendall! How was school today?” Do you think Kendall should tell her about the elephants or that he’s feeling happy today?</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2: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0" name="Google Shape;560;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7" name="Google Shape;567;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TITLE_AND_BODY_1">
    <p:spTree>
      <p:nvGrpSpPr>
        <p:cNvPr id="13" name="Shape 13"/>
        <p:cNvGrpSpPr/>
        <p:nvPr/>
      </p:nvGrpSpPr>
      <p:grpSpPr>
        <a:xfrm>
          <a:off x="0" y="0"/>
          <a:ext cx="0" cy="0"/>
          <a:chOff x="0" y="0"/>
          <a:chExt cx="0" cy="0"/>
        </a:xfrm>
      </p:grpSpPr>
      <p:sp>
        <p:nvSpPr>
          <p:cNvPr id="14" name="Google Shape;14;p47"/>
          <p:cNvSpPr txBox="1"/>
          <p:nvPr>
            <p:ph idx="12" type="sldNum"/>
          </p:nvPr>
        </p:nvSpPr>
        <p:spPr>
          <a:xfrm>
            <a:off x="4482789" y="4902398"/>
            <a:ext cx="174900" cy="177300"/>
          </a:xfrm>
          <a:prstGeom prst="rect">
            <a:avLst/>
          </a:prstGeom>
          <a:noFill/>
          <a:ln>
            <a:noFill/>
          </a:ln>
        </p:spPr>
        <p:txBody>
          <a:bodyPr anchorCtr="0" anchor="t" bIns="26800" lIns="26800" spcFirstLastPara="1" rIns="26800" wrap="square" tIns="26800">
            <a:spAutoFit/>
          </a:bodyPr>
          <a:lstStyle>
            <a:lvl1pPr indent="0" lvl="0"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5" name="Shape 15"/>
        <p:cNvGrpSpPr/>
        <p:nvPr/>
      </p:nvGrpSpPr>
      <p:grpSpPr>
        <a:xfrm>
          <a:off x="0" y="0"/>
          <a:ext cx="0" cy="0"/>
          <a:chOff x="0" y="0"/>
          <a:chExt cx="0" cy="0"/>
        </a:xfrm>
      </p:grpSpPr>
      <p:sp>
        <p:nvSpPr>
          <p:cNvPr id="16" name="Google Shape;16;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7" name="Google Shape;17;p5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8" name="Google Shape;18;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1" name="Google Shape;21;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1200"/>
              </a:spcBef>
              <a:spcAft>
                <a:spcPts val="0"/>
              </a:spcAft>
              <a:buClr>
                <a:schemeClr val="dk1"/>
              </a:buClr>
              <a:buSzPts val="1400"/>
              <a:buChar char="○"/>
              <a:defRPr/>
            </a:lvl2pPr>
            <a:lvl3pPr indent="-317500" lvl="2" marL="1371600" algn="l">
              <a:lnSpc>
                <a:spcPct val="90000"/>
              </a:lnSpc>
              <a:spcBef>
                <a:spcPts val="1200"/>
              </a:spcBef>
              <a:spcAft>
                <a:spcPts val="0"/>
              </a:spcAft>
              <a:buClr>
                <a:schemeClr val="dk1"/>
              </a:buClr>
              <a:buSzPts val="1400"/>
              <a:buChar char="■"/>
              <a:defRPr/>
            </a:lvl3pPr>
            <a:lvl4pPr indent="-317500" lvl="3" marL="1828800" algn="l">
              <a:lnSpc>
                <a:spcPct val="90000"/>
              </a:lnSpc>
              <a:spcBef>
                <a:spcPts val="1200"/>
              </a:spcBef>
              <a:spcAft>
                <a:spcPts val="0"/>
              </a:spcAft>
              <a:buClr>
                <a:schemeClr val="dk1"/>
              </a:buClr>
              <a:buSzPts val="1400"/>
              <a:buChar char="●"/>
              <a:defRPr/>
            </a:lvl4pPr>
            <a:lvl5pPr indent="-317500" lvl="4" marL="2286000" algn="l">
              <a:lnSpc>
                <a:spcPct val="90000"/>
              </a:lnSpc>
              <a:spcBef>
                <a:spcPts val="1200"/>
              </a:spcBef>
              <a:spcAft>
                <a:spcPts val="0"/>
              </a:spcAft>
              <a:buClr>
                <a:schemeClr val="dk1"/>
              </a:buClr>
              <a:buSzPts val="1400"/>
              <a:buChar char="○"/>
              <a:defRPr/>
            </a:lvl5pPr>
            <a:lvl6pPr indent="-317500" lvl="5" marL="2743200" algn="l">
              <a:lnSpc>
                <a:spcPct val="90000"/>
              </a:lnSpc>
              <a:spcBef>
                <a:spcPts val="1200"/>
              </a:spcBef>
              <a:spcAft>
                <a:spcPts val="0"/>
              </a:spcAft>
              <a:buClr>
                <a:schemeClr val="dk1"/>
              </a:buClr>
              <a:buSzPts val="1400"/>
              <a:buChar char="■"/>
              <a:defRPr/>
            </a:lvl6pPr>
            <a:lvl7pPr indent="-317500" lvl="6" marL="3200400" algn="l">
              <a:lnSpc>
                <a:spcPct val="90000"/>
              </a:lnSpc>
              <a:spcBef>
                <a:spcPts val="1200"/>
              </a:spcBef>
              <a:spcAft>
                <a:spcPts val="0"/>
              </a:spcAft>
              <a:buClr>
                <a:schemeClr val="dk1"/>
              </a:buClr>
              <a:buSzPts val="1400"/>
              <a:buChar char="●"/>
              <a:defRPr/>
            </a:lvl7pPr>
            <a:lvl8pPr indent="-317500" lvl="7" marL="3657600" algn="l">
              <a:lnSpc>
                <a:spcPct val="90000"/>
              </a:lnSpc>
              <a:spcBef>
                <a:spcPts val="1200"/>
              </a:spcBef>
              <a:spcAft>
                <a:spcPts val="0"/>
              </a:spcAft>
              <a:buClr>
                <a:schemeClr val="dk1"/>
              </a:buClr>
              <a:buSzPts val="1400"/>
              <a:buChar char="○"/>
              <a:defRPr/>
            </a:lvl8pPr>
            <a:lvl9pPr indent="-317500" lvl="8" marL="4114800" algn="l">
              <a:lnSpc>
                <a:spcPct val="90000"/>
              </a:lnSpc>
              <a:spcBef>
                <a:spcPts val="1200"/>
              </a:spcBef>
              <a:spcAft>
                <a:spcPts val="1200"/>
              </a:spcAft>
              <a:buClr>
                <a:schemeClr val="dk1"/>
              </a:buClr>
              <a:buSzPts val="1400"/>
              <a:buChar char="■"/>
              <a:defRPr/>
            </a:lvl9pPr>
          </a:lstStyle>
          <a:p/>
        </p:txBody>
      </p:sp>
      <p:sp>
        <p:nvSpPr>
          <p:cNvPr id="22" name="Google Shape;22;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3" name="Google Shape;23;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4" name="Google Shape;24;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5" name="Shape 25"/>
        <p:cNvGrpSpPr/>
        <p:nvPr/>
      </p:nvGrpSpPr>
      <p:grpSpPr>
        <a:xfrm>
          <a:off x="0" y="0"/>
          <a:ext cx="0" cy="0"/>
          <a:chOff x="0" y="0"/>
          <a:chExt cx="0" cy="0"/>
        </a:xfrm>
      </p:grpSpPr>
      <p:sp>
        <p:nvSpPr>
          <p:cNvPr id="26" name="Google Shape;26;p53"/>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7" name="Google Shape;27;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sp>
        <p:nvSpPr>
          <p:cNvPr id="29" name="Google Shape;29;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54"/>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54"/>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56"/>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8" name="Google Shape;38;p56"/>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9" name="Google Shape;39;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0" name="Shape 40"/>
        <p:cNvGrpSpPr/>
        <p:nvPr/>
      </p:nvGrpSpPr>
      <p:grpSpPr>
        <a:xfrm>
          <a:off x="0" y="0"/>
          <a:ext cx="0" cy="0"/>
          <a:chOff x="0" y="0"/>
          <a:chExt cx="0" cy="0"/>
        </a:xfrm>
      </p:grpSpPr>
      <p:sp>
        <p:nvSpPr>
          <p:cNvPr id="41" name="Google Shape;41;p57"/>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2" name="Google Shape;42;p5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 name="Shape 43"/>
        <p:cNvGrpSpPr/>
        <p:nvPr/>
      </p:nvGrpSpPr>
      <p:grpSpPr>
        <a:xfrm>
          <a:off x="0" y="0"/>
          <a:ext cx="0" cy="0"/>
          <a:chOff x="0" y="0"/>
          <a:chExt cx="0" cy="0"/>
        </a:xfrm>
      </p:grpSpPr>
      <p:sp>
        <p:nvSpPr>
          <p:cNvPr id="44" name="Google Shape;44;p58"/>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8"/>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6" name="Google Shape;46;p58"/>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7" name="Google Shape;47;p58"/>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5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59"/>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1" name="Google Shape;51;p5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60"/>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60"/>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5" name="Google Shape;55;p6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Subtitle" type="tx">
  <p:cSld name="TITLE_AND_BODY">
    <p:spTree>
      <p:nvGrpSpPr>
        <p:cNvPr id="64" name="Shape 64"/>
        <p:cNvGrpSpPr/>
        <p:nvPr/>
      </p:nvGrpSpPr>
      <p:grpSpPr>
        <a:xfrm>
          <a:off x="0" y="0"/>
          <a:ext cx="0" cy="0"/>
          <a:chOff x="0" y="0"/>
          <a:chExt cx="0" cy="0"/>
        </a:xfrm>
      </p:grpSpPr>
      <p:sp>
        <p:nvSpPr>
          <p:cNvPr id="65" name="Google Shape;65;p49"/>
          <p:cNvSpPr txBox="1"/>
          <p:nvPr>
            <p:ph type="title"/>
          </p:nvPr>
        </p:nvSpPr>
        <p:spPr>
          <a:xfrm>
            <a:off x="666750" y="862013"/>
            <a:ext cx="7810500" cy="1743000"/>
          </a:xfrm>
          <a:prstGeom prst="rect">
            <a:avLst/>
          </a:prstGeom>
          <a:noFill/>
          <a:ln>
            <a:noFill/>
          </a:ln>
        </p:spPr>
        <p:txBody>
          <a:bodyPr anchorCtr="0" anchor="b" bIns="34275" lIns="68575" spcFirstLastPara="1" rIns="68575" wrap="square" tIns="34275">
            <a:normAutofit/>
          </a:bodyPr>
          <a:lstStyle>
            <a:lvl1pPr lvl="0" algn="l">
              <a:lnSpc>
                <a:spcPct val="100000"/>
              </a:lnSpc>
              <a:spcBef>
                <a:spcPts val="0"/>
              </a:spcBef>
              <a:spcAft>
                <a:spcPts val="0"/>
              </a:spcAft>
              <a:buClr>
                <a:schemeClr val="dk1"/>
              </a:buClr>
              <a:buSzPts val="4200"/>
              <a:buFont typeface="Helvetica Neue"/>
              <a:buNone/>
              <a:defRPr sz="4200">
                <a:latin typeface="Helvetica Neue"/>
                <a:ea typeface="Helvetica Neue"/>
                <a:cs typeface="Helvetica Neue"/>
                <a:sym typeface="Helvetica Neu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49"/>
          <p:cNvSpPr txBox="1"/>
          <p:nvPr>
            <p:ph idx="1" type="body"/>
          </p:nvPr>
        </p:nvSpPr>
        <p:spPr>
          <a:xfrm>
            <a:off x="666750" y="2652713"/>
            <a:ext cx="7810500" cy="595500"/>
          </a:xfrm>
          <a:prstGeom prst="rect">
            <a:avLst/>
          </a:prstGeom>
          <a:noFill/>
          <a:ln>
            <a:noFill/>
          </a:ln>
        </p:spPr>
        <p:txBody>
          <a:bodyPr anchorCtr="0" anchor="t" bIns="34275" lIns="68575" spcFirstLastPara="1" rIns="68575" wrap="square" tIns="34275">
            <a:normAutofit/>
          </a:bodyPr>
          <a:lstStyle>
            <a:lvl1pPr indent="-228600" lvl="0" marL="4572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1pPr>
            <a:lvl2pPr indent="-228600" lvl="1" marL="9144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2pPr>
            <a:lvl3pPr indent="-228600" lvl="2" marL="1371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3pPr>
            <a:lvl4pPr indent="-228600" lvl="3" marL="18288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4pPr>
            <a:lvl5pPr indent="-228600" lvl="4" marL="22860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7" name="Google Shape;67;p49"/>
          <p:cNvSpPr txBox="1"/>
          <p:nvPr>
            <p:ph idx="12" type="sldNum"/>
          </p:nvPr>
        </p:nvSpPr>
        <p:spPr>
          <a:xfrm>
            <a:off x="4484637" y="4905375"/>
            <a:ext cx="169800" cy="1728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8" name="Shape 68"/>
        <p:cNvGrpSpPr/>
        <p:nvPr/>
      </p:nvGrpSpPr>
      <p:grpSpPr>
        <a:xfrm>
          <a:off x="0" y="0"/>
          <a:ext cx="0" cy="0"/>
          <a:chOff x="0" y="0"/>
          <a:chExt cx="0" cy="0"/>
        </a:xfrm>
      </p:grpSpPr>
      <p:sp>
        <p:nvSpPr>
          <p:cNvPr id="69" name="Google Shape;69;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71" name="Google Shape;71;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4" name="Shape 74"/>
        <p:cNvGrpSpPr/>
        <p:nvPr/>
      </p:nvGrpSpPr>
      <p:grpSpPr>
        <a:xfrm>
          <a:off x="0" y="0"/>
          <a:ext cx="0" cy="0"/>
          <a:chOff x="0" y="0"/>
          <a:chExt cx="0" cy="0"/>
        </a:xfrm>
      </p:grpSpPr>
      <p:sp>
        <p:nvSpPr>
          <p:cNvPr id="75" name="Google Shape;75;p6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6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6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6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6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0" name="Shape 80"/>
        <p:cNvGrpSpPr/>
        <p:nvPr/>
      </p:nvGrpSpPr>
      <p:grpSpPr>
        <a:xfrm>
          <a:off x="0" y="0"/>
          <a:ext cx="0" cy="0"/>
          <a:chOff x="0" y="0"/>
          <a:chExt cx="0" cy="0"/>
        </a:xfrm>
      </p:grpSpPr>
      <p:sp>
        <p:nvSpPr>
          <p:cNvPr id="81" name="Google Shape;81;p6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2" name="Google Shape;82;p6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83" name="Google Shape;83;p6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6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6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6" name="Shape 86"/>
        <p:cNvGrpSpPr/>
        <p:nvPr/>
      </p:nvGrpSpPr>
      <p:grpSpPr>
        <a:xfrm>
          <a:off x="0" y="0"/>
          <a:ext cx="0" cy="0"/>
          <a:chOff x="0" y="0"/>
          <a:chExt cx="0" cy="0"/>
        </a:xfrm>
      </p:grpSpPr>
      <p:sp>
        <p:nvSpPr>
          <p:cNvPr id="87" name="Google Shape;87;p6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6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9" name="Google Shape;89;p6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0" name="Google Shape;90;p6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1" name="Google Shape;91;p6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2" name="Google Shape;92;p6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3" name="Shape 93"/>
        <p:cNvGrpSpPr/>
        <p:nvPr/>
      </p:nvGrpSpPr>
      <p:grpSpPr>
        <a:xfrm>
          <a:off x="0" y="0"/>
          <a:ext cx="0" cy="0"/>
          <a:chOff x="0" y="0"/>
          <a:chExt cx="0" cy="0"/>
        </a:xfrm>
      </p:grpSpPr>
      <p:sp>
        <p:nvSpPr>
          <p:cNvPr id="94" name="Google Shape;94;p6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5" name="Google Shape;95;p6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6" name="Google Shape;96;p6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7" name="Google Shape;97;p6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8" name="Google Shape;98;p6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9" name="Google Shape;99;p6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6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6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6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4" name="Google Shape;104;p6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6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6" name="Google Shape;106;p6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6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6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6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11" name="Shape 111"/>
        <p:cNvGrpSpPr/>
        <p:nvPr/>
      </p:nvGrpSpPr>
      <p:grpSpPr>
        <a:xfrm>
          <a:off x="0" y="0"/>
          <a:ext cx="0" cy="0"/>
          <a:chOff x="0" y="0"/>
          <a:chExt cx="0" cy="0"/>
        </a:xfrm>
      </p:grpSpPr>
      <p:sp>
        <p:nvSpPr>
          <p:cNvPr id="112" name="Google Shape;112;p6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6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14" name="Google Shape;114;p6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5" name="Google Shape;115;p6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6" name="Google Shape;116;p6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6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8" name="Shape 118"/>
        <p:cNvGrpSpPr/>
        <p:nvPr/>
      </p:nvGrpSpPr>
      <p:grpSpPr>
        <a:xfrm>
          <a:off x="0" y="0"/>
          <a:ext cx="0" cy="0"/>
          <a:chOff x="0" y="0"/>
          <a:chExt cx="0" cy="0"/>
        </a:xfrm>
      </p:grpSpPr>
      <p:sp>
        <p:nvSpPr>
          <p:cNvPr id="119" name="Google Shape;119;p6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69"/>
          <p:cNvSpPr/>
          <p:nvPr>
            <p:ph idx="2" type="pic"/>
          </p:nvPr>
        </p:nvSpPr>
        <p:spPr>
          <a:xfrm>
            <a:off x="3887391" y="740569"/>
            <a:ext cx="4629300" cy="3655200"/>
          </a:xfrm>
          <a:prstGeom prst="rect">
            <a:avLst/>
          </a:prstGeom>
          <a:noFill/>
          <a:ln>
            <a:noFill/>
          </a:ln>
        </p:spPr>
      </p:sp>
      <p:sp>
        <p:nvSpPr>
          <p:cNvPr id="121" name="Google Shape;121;p6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22" name="Google Shape;122;p6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6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6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5" name="Shape 125"/>
        <p:cNvGrpSpPr/>
        <p:nvPr/>
      </p:nvGrpSpPr>
      <p:grpSpPr>
        <a:xfrm>
          <a:off x="0" y="0"/>
          <a:ext cx="0" cy="0"/>
          <a:chOff x="0" y="0"/>
          <a:chExt cx="0" cy="0"/>
        </a:xfrm>
      </p:grpSpPr>
      <p:sp>
        <p:nvSpPr>
          <p:cNvPr id="126" name="Google Shape;126;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7" name="Google Shape;127;p7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8" name="Google Shape;128;p7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7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7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1" name="Shape 131"/>
        <p:cNvGrpSpPr/>
        <p:nvPr/>
      </p:nvGrpSpPr>
      <p:grpSpPr>
        <a:xfrm>
          <a:off x="0" y="0"/>
          <a:ext cx="0" cy="0"/>
          <a:chOff x="0" y="0"/>
          <a:chExt cx="0" cy="0"/>
        </a:xfrm>
      </p:grpSpPr>
      <p:sp>
        <p:nvSpPr>
          <p:cNvPr id="132" name="Google Shape;132;p7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7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7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7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7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theme" Target="../theme/theme2.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0" name="Google Shape;60;p4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61" name="Google Shape;61;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2" name="Google Shape;62;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3" name="Google Shape;63;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6.jpg"/><Relationship Id="rId6"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15.png"/><Relationship Id="rId6" Type="http://schemas.openxmlformats.org/officeDocument/2006/relationships/image" Target="../media/image14.png"/><Relationship Id="rId7"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15.png"/><Relationship Id="rId6" Type="http://schemas.openxmlformats.org/officeDocument/2006/relationships/image" Target="../media/image14.png"/><Relationship Id="rId7"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6.png"/><Relationship Id="rId5"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6.png"/><Relationship Id="rId5"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26.png"/><Relationship Id="rId4" Type="http://schemas.openxmlformats.org/officeDocument/2006/relationships/image" Target="../media/image2.png"/><Relationship Id="rId5" Type="http://schemas.openxmlformats.org/officeDocument/2006/relationships/image" Target="../media/image29.png"/><Relationship Id="rId6" Type="http://schemas.openxmlformats.org/officeDocument/2006/relationships/image" Target="../media/image8.png"/><Relationship Id="rId7" Type="http://schemas.openxmlformats.org/officeDocument/2006/relationships/image" Target="../media/image35.png"/><Relationship Id="rId8"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37.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6.png"/><Relationship Id="rId4" Type="http://schemas.openxmlformats.org/officeDocument/2006/relationships/image" Target="../media/image10.png"/><Relationship Id="rId5" Type="http://schemas.openxmlformats.org/officeDocument/2006/relationships/image" Target="../media/image16.jpg"/><Relationship Id="rId6"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10.png"/><Relationship Id="rId5" Type="http://schemas.openxmlformats.org/officeDocument/2006/relationships/image" Target="../media/image16.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6.png"/><Relationship Id="rId4" Type="http://schemas.openxmlformats.org/officeDocument/2006/relationships/image" Target="../media/image34.png"/><Relationship Id="rId5" Type="http://schemas.openxmlformats.org/officeDocument/2006/relationships/image" Target="../media/image39.png"/><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6.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6.png"/><Relationship Id="rId4" Type="http://schemas.openxmlformats.org/officeDocument/2006/relationships/image" Target="../media/image44.png"/><Relationship Id="rId5" Type="http://schemas.openxmlformats.org/officeDocument/2006/relationships/image" Target="../media/image39.png"/><Relationship Id="rId6"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6.png"/><Relationship Id="rId4" Type="http://schemas.openxmlformats.org/officeDocument/2006/relationships/image" Target="../media/image44.png"/><Relationship Id="rId5" Type="http://schemas.openxmlformats.org/officeDocument/2006/relationships/image" Target="../media/image34.png"/><Relationship Id="rId6"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9.png"/><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9.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28.png"/><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44.png"/><Relationship Id="rId5"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8.png"/><Relationship Id="rId4" Type="http://schemas.openxmlformats.org/officeDocument/2006/relationships/image" Target="../media/image44.png"/><Relationship Id="rId5"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9.xml"/><Relationship Id="rId3" Type="http://schemas.openxmlformats.org/officeDocument/2006/relationships/image" Target="../media/image26.png"/><Relationship Id="rId4" Type="http://schemas.openxmlformats.org/officeDocument/2006/relationships/image" Target="../media/image29.png"/><Relationship Id="rId5" Type="http://schemas.openxmlformats.org/officeDocument/2006/relationships/image" Target="../media/image54.png"/><Relationship Id="rId6" Type="http://schemas.openxmlformats.org/officeDocument/2006/relationships/image" Target="../media/image36.png"/><Relationship Id="rId7" Type="http://schemas.openxmlformats.org/officeDocument/2006/relationships/image" Target="../media/image39.png"/><Relationship Id="rId8"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3.png"/><Relationship Id="rId6"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image" Target="../media/image36.png"/><Relationship Id="rId4" Type="http://schemas.openxmlformats.org/officeDocument/2006/relationships/image" Target="../media/image50.png"/><Relationship Id="rId5" Type="http://schemas.openxmlformats.org/officeDocument/2006/relationships/image" Target="../media/image37.png"/><Relationship Id="rId6" Type="http://schemas.openxmlformats.org/officeDocument/2006/relationships/image" Target="../media/image33.png"/><Relationship Id="rId7"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5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2" name="Google Shape;142;p1"/>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43" name="Google Shape;143;p1"/>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9" name="Google Shape;149;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50" name="Google Shape;150;p2"/>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
          <p:cNvSpPr txBox="1"/>
          <p:nvPr/>
        </p:nvSpPr>
        <p:spPr>
          <a:xfrm>
            <a:off x="3574709" y="1282069"/>
            <a:ext cx="1994700" cy="3774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100"/>
              <a:buFont typeface="Helvetica Neue"/>
              <a:buNone/>
            </a:pPr>
            <a:r>
              <a:rPr b="1" i="0" lang="en" sz="2100" u="none" cap="none" strike="noStrike">
                <a:solidFill>
                  <a:srgbClr val="000000"/>
                </a:solidFill>
                <a:latin typeface="Helvetica Neue"/>
                <a:ea typeface="Helvetica Neue"/>
                <a:cs typeface="Helvetica Neue"/>
                <a:sym typeface="Helvetica Neue"/>
              </a:rPr>
              <a:t>Verbal Consent</a:t>
            </a:r>
            <a:endParaRPr b="0" i="0" sz="500" u="none" cap="none" strike="noStrike">
              <a:solidFill>
                <a:srgbClr val="000000"/>
              </a:solidFill>
              <a:latin typeface="Arial"/>
              <a:ea typeface="Arial"/>
              <a:cs typeface="Arial"/>
              <a:sym typeface="Arial"/>
            </a:endParaRPr>
          </a:p>
        </p:txBody>
      </p:sp>
      <p:sp>
        <p:nvSpPr>
          <p:cNvPr id="156" name="Google Shape;156;p3"/>
          <p:cNvSpPr txBox="1"/>
          <p:nvPr/>
        </p:nvSpPr>
        <p:spPr>
          <a:xfrm>
            <a:off x="1657349" y="1782953"/>
            <a:ext cx="5829300" cy="15933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500"/>
              <a:buFont typeface="Helvetica Neue"/>
              <a:buNone/>
            </a:pPr>
            <a:r>
              <a:rPr b="0" i="0" lang="en" sz="2500" u="none" cap="none" strike="noStrike">
                <a:solidFill>
                  <a:srgbClr val="000000"/>
                </a:solidFill>
                <a:latin typeface="Helvetica Neue"/>
                <a:ea typeface="Helvetica Neue"/>
                <a:cs typeface="Helvetica Neue"/>
                <a:sym typeface="Helvetica Neue"/>
              </a:rPr>
              <a:t>"I have read and understand the consent document. I am this child's parent or legal guardian and we both agree to participate in this study." </a:t>
            </a:r>
            <a:endParaRPr b="0" i="0" sz="250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62" name="Google Shape;162;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63" name="Google Shape;163;p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69" name="Google Shape;169;p5"/>
          <p:cNvSpPr/>
          <p:nvPr/>
        </p:nvSpPr>
        <p:spPr>
          <a:xfrm>
            <a:off x="4652975" y="10389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0" name="Google Shape;170;p5"/>
          <p:cNvSpPr/>
          <p:nvPr/>
        </p:nvSpPr>
        <p:spPr>
          <a:xfrm>
            <a:off x="3946457" y="10389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1" name="Google Shape;171;p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2" name="Google Shape;172;p5"/>
          <p:cNvSpPr/>
          <p:nvPr/>
        </p:nvSpPr>
        <p:spPr>
          <a:xfrm>
            <a:off x="4751702" y="2258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3" name="Google Shape;173;p5"/>
          <p:cNvSpPr/>
          <p:nvPr/>
        </p:nvSpPr>
        <p:spPr>
          <a:xfrm>
            <a:off x="3855193" y="2258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4" name="Google Shape;174;p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5" name="Google Shape;175;p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6" name="Google Shape;176;p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7" name="Google Shape;177;p5"/>
          <p:cNvSpPr/>
          <p:nvPr/>
        </p:nvSpPr>
        <p:spPr>
          <a:xfrm>
            <a:off x="4552173"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8" name="Google Shape;178;p5"/>
          <p:cNvSpPr/>
          <p:nvPr/>
        </p:nvSpPr>
        <p:spPr>
          <a:xfrm>
            <a:off x="4036155"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9" name="Google Shape;179;p5"/>
          <p:cNvSpPr/>
          <p:nvPr/>
        </p:nvSpPr>
        <p:spPr>
          <a:xfrm>
            <a:off x="4489307"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0" name="Google Shape;180;p5"/>
          <p:cNvSpPr/>
          <p:nvPr/>
        </p:nvSpPr>
        <p:spPr>
          <a:xfrm>
            <a:off x="4116164"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1" name="Google Shape;181;p5"/>
          <p:cNvSpPr/>
          <p:nvPr/>
        </p:nvSpPr>
        <p:spPr>
          <a:xfrm>
            <a:off x="4407803"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2" name="Google Shape;182;p5"/>
          <p:cNvSpPr/>
          <p:nvPr/>
        </p:nvSpPr>
        <p:spPr>
          <a:xfrm>
            <a:off x="4215635"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3" name="Google Shape;183;p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84" name="Google Shape;184;p5"/>
          <p:cNvSpPr/>
          <p:nvPr/>
        </p:nvSpPr>
        <p:spPr>
          <a:xfrm>
            <a:off x="434505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5" name="Google Shape;185;p5"/>
          <p:cNvSpPr/>
          <p:nvPr/>
        </p:nvSpPr>
        <p:spPr>
          <a:xfrm>
            <a:off x="426366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descr="A cartoon of a white and purple animal&#10;&#10;Description automatically generated" id="190" name="Google Shape;190;p6"/>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pic>
        <p:nvPicPr>
          <p:cNvPr descr="Water with solid fill" id="191" name="Google Shape;191;p6"/>
          <p:cNvPicPr preferRelativeResize="0"/>
          <p:nvPr/>
        </p:nvPicPr>
        <p:blipFill rotWithShape="1">
          <a:blip r:embed="rId4">
            <a:alphaModFix/>
          </a:blip>
          <a:srcRect b="0" l="0" r="0" t="0"/>
          <a:stretch/>
        </p:blipFill>
        <p:spPr>
          <a:xfrm>
            <a:off x="4572000" y="2758950"/>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190"/>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5" name="Shape 195"/>
        <p:cNvGrpSpPr/>
        <p:nvPr/>
      </p:nvGrpSpPr>
      <p:grpSpPr>
        <a:xfrm>
          <a:off x="0" y="0"/>
          <a:ext cx="0" cy="0"/>
          <a:chOff x="0" y="0"/>
          <a:chExt cx="0" cy="0"/>
        </a:xfrm>
      </p:grpSpPr>
      <p:sp>
        <p:nvSpPr>
          <p:cNvPr id="196" name="Google Shape;196;p7"/>
          <p:cNvSpPr txBox="1"/>
          <p:nvPr>
            <p:ph type="title"/>
          </p:nvPr>
        </p:nvSpPr>
        <p:spPr>
          <a:xfrm>
            <a:off x="2888250" y="1999525"/>
            <a:ext cx="3367500" cy="6315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800"/>
              <a:buNone/>
            </a:pPr>
            <a:r>
              <a:rPr lang="en"/>
              <a:t>Sad Condition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8"/>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202" name="Google Shape;202;p8"/>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03" name="Google Shape;203;p8" title="Cute fox | Free SVG"/>
          <p:cNvPicPr preferRelativeResize="0"/>
          <p:nvPr/>
        </p:nvPicPr>
        <p:blipFill rotWithShape="1">
          <a:blip r:embed="rId4">
            <a:alphaModFix/>
          </a:blip>
          <a:srcRect b="0" l="0" r="0" t="0"/>
          <a:stretch/>
        </p:blipFill>
        <p:spPr>
          <a:xfrm>
            <a:off x="5002250" y="1597637"/>
            <a:ext cx="948775" cy="948775"/>
          </a:xfrm>
          <a:prstGeom prst="rect">
            <a:avLst/>
          </a:prstGeom>
          <a:noFill/>
          <a:ln>
            <a:noFill/>
          </a:ln>
        </p:spPr>
      </p:pic>
      <p:pic>
        <p:nvPicPr>
          <p:cNvPr id="204" name="Google Shape;204;p8" title="School desk | Free SVG"/>
          <p:cNvPicPr preferRelativeResize="0"/>
          <p:nvPr/>
        </p:nvPicPr>
        <p:blipFill rotWithShape="1">
          <a:blip r:embed="rId5">
            <a:alphaModFix/>
          </a:blip>
          <a:srcRect b="0" l="0" r="0" t="0"/>
          <a:stretch/>
        </p:blipFill>
        <p:spPr>
          <a:xfrm>
            <a:off x="3638400" y="3381875"/>
            <a:ext cx="1801076" cy="1801076"/>
          </a:xfrm>
          <a:prstGeom prst="rect">
            <a:avLst/>
          </a:prstGeom>
          <a:noFill/>
          <a:ln>
            <a:noFill/>
          </a:ln>
        </p:spPr>
      </p:pic>
      <p:pic>
        <p:nvPicPr>
          <p:cNvPr id="205" name="Google Shape;205;p8" title="Royalty-Free photo: Rectangular green board on brown background ..."/>
          <p:cNvPicPr preferRelativeResize="0"/>
          <p:nvPr/>
        </p:nvPicPr>
        <p:blipFill rotWithShape="1">
          <a:blip r:embed="rId6">
            <a:alphaModFix/>
          </a:blip>
          <a:srcRect b="0" l="0" r="0" t="0"/>
          <a:stretch/>
        </p:blipFill>
        <p:spPr>
          <a:xfrm>
            <a:off x="164525" y="141100"/>
            <a:ext cx="3347725" cy="19692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descr="A cartoon of a white and purple animal&#10;&#10;Description automatically generated" id="210" name="Google Shape;210;p9"/>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11" name="Google Shape;211;p9"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12" name="Google Shape;212;p9"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Water with solid fill" id="213" name="Google Shape;213;p9"/>
          <p:cNvPicPr preferRelativeResize="0"/>
          <p:nvPr/>
        </p:nvPicPr>
        <p:blipFill rotWithShape="1">
          <a:blip r:embed="rId6">
            <a:alphaModFix/>
          </a:blip>
          <a:srcRect b="0" l="0" r="0" t="0"/>
          <a:stretch/>
        </p:blipFill>
        <p:spPr>
          <a:xfrm>
            <a:off x="4572000" y="3021388"/>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pic>
        <p:nvPicPr>
          <p:cNvPr descr="A cartoon of a white and purple animal&#10;&#10;Description automatically generated" id="218" name="Google Shape;218;p10"/>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219" name="Google Shape;219;p10"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220" name="Google Shape;220;p10"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221" name="Google Shape;221;p10"/>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2" name="Google Shape;222;p10"/>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pic>
        <p:nvPicPr>
          <p:cNvPr descr="A cartoon character with orange and white face&#10;&#10;Description automatically generated" id="223" name="Google Shape;223;p10"/>
          <p:cNvPicPr preferRelativeResize="0"/>
          <p:nvPr/>
        </p:nvPicPr>
        <p:blipFill rotWithShape="1">
          <a:blip r:embed="rId7">
            <a:alphaModFix/>
          </a:blip>
          <a:srcRect b="0" l="0" r="0" t="0"/>
          <a:stretch/>
        </p:blipFill>
        <p:spPr>
          <a:xfrm>
            <a:off x="2152300" y="2968300"/>
            <a:ext cx="1437400" cy="17555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218"/>
                                        </p:tgtEl>
                                        <p:attrNameLst>
                                          <p:attrName>style.visibility</p:attrName>
                                        </p:attrNameLst>
                                      </p:cBhvr>
                                      <p:to>
                                        <p:strVal val="visible"/>
                                      </p:to>
                                    </p:set>
                                    <p:anim calcmode="lin" valueType="num">
                                      <p:cBhvr additive="base">
                                        <p:cTn dur="500"/>
                                        <p:tgtEl>
                                          <p:spTgt spid="21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23"/>
                                        </p:tgtEl>
                                        <p:attrNameLst>
                                          <p:attrName>style.visibility</p:attrName>
                                        </p:attrNameLst>
                                      </p:cBhvr>
                                      <p:to>
                                        <p:strVal val="visible"/>
                                      </p:to>
                                    </p:set>
                                    <p:anim calcmode="lin" valueType="num">
                                      <p:cBhvr additive="base">
                                        <p:cTn dur="1000"/>
                                        <p:tgtEl>
                                          <p:spTgt spid="22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pic>
        <p:nvPicPr>
          <p:cNvPr descr="A cartoon of a white and purple animal&#10;&#10;Description automatically generated" id="228" name="Google Shape;228;p11"/>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229" name="Google Shape;229;p11"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230" name="Google Shape;230;p11"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231" name="Google Shape;231;p11"/>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2" name="Google Shape;232;p11" title="Cute fox | Free SVG"/>
          <p:cNvPicPr preferRelativeResize="0"/>
          <p:nvPr/>
        </p:nvPicPr>
        <p:blipFill rotWithShape="1">
          <a:blip r:embed="rId6">
            <a:alphaModFix/>
          </a:blip>
          <a:srcRect b="0" l="0" r="0" t="0"/>
          <a:stretch/>
        </p:blipFill>
        <p:spPr>
          <a:xfrm>
            <a:off x="1544025" y="2532412"/>
            <a:ext cx="948776" cy="948775"/>
          </a:xfrm>
          <a:prstGeom prst="rect">
            <a:avLst/>
          </a:prstGeom>
          <a:noFill/>
          <a:ln>
            <a:noFill/>
          </a:ln>
        </p:spPr>
      </p:pic>
      <p:pic>
        <p:nvPicPr>
          <p:cNvPr descr="A cartoon character with orange and white face&#10;&#10;Description automatically generated" id="233" name="Google Shape;233;p11"/>
          <p:cNvPicPr preferRelativeResize="0"/>
          <p:nvPr/>
        </p:nvPicPr>
        <p:blipFill rotWithShape="1">
          <a:blip r:embed="rId7">
            <a:alphaModFix/>
          </a:blip>
          <a:srcRect b="0" l="0" r="0" t="0"/>
          <a:stretch/>
        </p:blipFill>
        <p:spPr>
          <a:xfrm>
            <a:off x="2152300" y="2968311"/>
            <a:ext cx="1437400" cy="1755528"/>
          </a:xfrm>
          <a:prstGeom prst="rect">
            <a:avLst/>
          </a:prstGeom>
          <a:noFill/>
          <a:ln>
            <a:noFill/>
          </a:ln>
        </p:spPr>
      </p:pic>
      <p:sp>
        <p:nvSpPr>
          <p:cNvPr id="234" name="Google Shape;234;p11"/>
          <p:cNvSpPr/>
          <p:nvPr/>
        </p:nvSpPr>
        <p:spPr>
          <a:xfrm>
            <a:off x="1780988" y="2771250"/>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descr="A cartoon of a white and purple animal&#10;&#10;Description automatically generated" id="239" name="Google Shape;239;p12"/>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240" name="Google Shape;240;p12"/>
          <p:cNvPicPr preferRelativeResize="0"/>
          <p:nvPr/>
        </p:nvPicPr>
        <p:blipFill rotWithShape="1">
          <a:blip r:embed="rId4">
            <a:alphaModFix/>
          </a:blip>
          <a:srcRect b="0" l="0" r="0" t="0"/>
          <a:stretch/>
        </p:blipFill>
        <p:spPr>
          <a:xfrm>
            <a:off x="2164100" y="2946923"/>
            <a:ext cx="1437400" cy="1755528"/>
          </a:xfrm>
          <a:prstGeom prst="rect">
            <a:avLst/>
          </a:prstGeom>
          <a:noFill/>
          <a:ln>
            <a:noFill/>
          </a:ln>
        </p:spPr>
      </p:pic>
      <p:pic>
        <p:nvPicPr>
          <p:cNvPr id="241" name="Google Shape;241;p12"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242" name="Google Shape;242;p12"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243" name="Google Shape;243;p12"/>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4" name="Google Shape;244;p12"/>
          <p:cNvPicPr preferRelativeResize="0"/>
          <p:nvPr/>
        </p:nvPicPr>
        <p:blipFill rotWithShape="1">
          <a:blip r:embed="rId7">
            <a:alphaModFix/>
          </a:blip>
          <a:srcRect b="0" l="0" r="0" t="0"/>
          <a:stretch/>
        </p:blipFill>
        <p:spPr>
          <a:xfrm>
            <a:off x="1738088" y="2771249"/>
            <a:ext cx="652831" cy="568500"/>
          </a:xfrm>
          <a:prstGeom prst="rect">
            <a:avLst/>
          </a:prstGeom>
          <a:noFill/>
          <a:ln>
            <a:noFill/>
          </a:ln>
        </p:spPr>
      </p:pic>
      <p:sp>
        <p:nvSpPr>
          <p:cNvPr id="245" name="Google Shape;245;p12"/>
          <p:cNvSpPr/>
          <p:nvPr/>
        </p:nvSpPr>
        <p:spPr>
          <a:xfrm>
            <a:off x="1964911" y="3011100"/>
            <a:ext cx="199200" cy="1788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40"/>
                                        </p:tgtEl>
                                        <p:attrNameLst>
                                          <p:attrName>style.visibility</p:attrName>
                                        </p:attrNameLst>
                                      </p:cBhvr>
                                      <p:to>
                                        <p:strVal val="visible"/>
                                      </p:to>
                                    </p:set>
                                    <p:anim calcmode="lin" valueType="num">
                                      <p:cBhvr additive="base">
                                        <p:cTn dur="1000"/>
                                        <p:tgtEl>
                                          <p:spTgt spid="24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descr="A cartoon of a white and purple animal&#10;&#10;Description automatically generated" id="250" name="Google Shape;250;p13"/>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251" name="Google Shape;251;p13"/>
          <p:cNvPicPr preferRelativeResize="0"/>
          <p:nvPr/>
        </p:nvPicPr>
        <p:blipFill rotWithShape="1">
          <a:blip r:embed="rId4">
            <a:alphaModFix/>
          </a:blip>
          <a:srcRect b="0" l="0" r="0" t="0"/>
          <a:stretch/>
        </p:blipFill>
        <p:spPr>
          <a:xfrm>
            <a:off x="2152300" y="2968303"/>
            <a:ext cx="1437400" cy="1755534"/>
          </a:xfrm>
          <a:prstGeom prst="rect">
            <a:avLst/>
          </a:prstGeom>
          <a:noFill/>
          <a:ln>
            <a:noFill/>
          </a:ln>
        </p:spPr>
      </p:pic>
      <p:pic>
        <p:nvPicPr>
          <p:cNvPr id="252" name="Google Shape;252;p13"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253" name="Google Shape;253;p13"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254" name="Google Shape;254;p13"/>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55" name="Google Shape;255;p13" title="Cute fox | Free SVG"/>
          <p:cNvPicPr preferRelativeResize="0"/>
          <p:nvPr/>
        </p:nvPicPr>
        <p:blipFill rotWithShape="1">
          <a:blip r:embed="rId7">
            <a:alphaModFix/>
          </a:blip>
          <a:srcRect b="0" l="0" r="0" t="0"/>
          <a:stretch/>
        </p:blipFill>
        <p:spPr>
          <a:xfrm>
            <a:off x="1544038" y="2532412"/>
            <a:ext cx="948776" cy="9487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pic>
        <p:nvPicPr>
          <p:cNvPr id="260" name="Google Shape;260;p14"/>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1" name="Google Shape;261;p14"/>
          <p:cNvPicPr preferRelativeResize="0"/>
          <p:nvPr/>
        </p:nvPicPr>
        <p:blipFill rotWithShape="1">
          <a:blip r:embed="rId4">
            <a:alphaModFix/>
          </a:blip>
          <a:srcRect b="0" l="0" r="0" t="0"/>
          <a:stretch/>
        </p:blipFill>
        <p:spPr>
          <a:xfrm>
            <a:off x="3745149" y="2974100"/>
            <a:ext cx="1313650" cy="11439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pic>
        <p:nvPicPr>
          <p:cNvPr id="266" name="Google Shape;266;p15"/>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7" name="Google Shape;267;p15" title="Cute fox | Free SVG"/>
          <p:cNvPicPr preferRelativeResize="0"/>
          <p:nvPr/>
        </p:nvPicPr>
        <p:blipFill rotWithShape="1">
          <a:blip r:embed="rId4">
            <a:alphaModFix/>
          </a:blip>
          <a:srcRect b="0" l="0" r="0" t="0"/>
          <a:stretch/>
        </p:blipFill>
        <p:spPr>
          <a:xfrm>
            <a:off x="3583000" y="2983150"/>
            <a:ext cx="1357324" cy="13573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16"/>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3" name="Google Shape;273;p16"/>
          <p:cNvSpPr/>
          <p:nvPr/>
        </p:nvSpPr>
        <p:spPr>
          <a:xfrm>
            <a:off x="4652975" y="1048605"/>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4" name="Google Shape;274;p16"/>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5" name="Google Shape;275;p16"/>
          <p:cNvSpPr/>
          <p:nvPr/>
        </p:nvSpPr>
        <p:spPr>
          <a:xfrm>
            <a:off x="4751702" y="225817"/>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6" name="Google Shape;276;p16"/>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7" name="Google Shape;277;p16"/>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8" name="Google Shape;278;p16"/>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9" name="Google Shape;279;p16"/>
          <p:cNvSpPr/>
          <p:nvPr/>
        </p:nvSpPr>
        <p:spPr>
          <a:xfrm>
            <a:off x="4552173" y="186710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0" name="Google Shape;280;p16"/>
          <p:cNvSpPr/>
          <p:nvPr/>
        </p:nvSpPr>
        <p:spPr>
          <a:xfrm>
            <a:off x="4489307" y="26889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1" name="Google Shape;281;p16"/>
          <p:cNvSpPr/>
          <p:nvPr/>
        </p:nvSpPr>
        <p:spPr>
          <a:xfrm>
            <a:off x="4407803" y="35181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2" name="Google Shape;282;p16"/>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83" name="Google Shape;283;p16"/>
          <p:cNvSpPr/>
          <p:nvPr/>
        </p:nvSpPr>
        <p:spPr>
          <a:xfrm>
            <a:off x="4345059" y="4346244"/>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4" name="Google Shape;284;p16"/>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5" name="Google Shape;285;p16"/>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6" name="Google Shape;286;p16"/>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7" name="Google Shape;287;p16"/>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8" name="Google Shape;288;p16"/>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9" name="Google Shape;289;p16"/>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17"/>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5" name="Google Shape;295;p17"/>
          <p:cNvSpPr/>
          <p:nvPr/>
        </p:nvSpPr>
        <p:spPr>
          <a:xfrm>
            <a:off x="4652975" y="1048605"/>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6" name="Google Shape;296;p17"/>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7" name="Google Shape;297;p17"/>
          <p:cNvSpPr/>
          <p:nvPr/>
        </p:nvSpPr>
        <p:spPr>
          <a:xfrm>
            <a:off x="4751702" y="225817"/>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8" name="Google Shape;298;p17"/>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9" name="Google Shape;299;p17"/>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0" name="Google Shape;300;p17"/>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1" name="Google Shape;301;p17"/>
          <p:cNvSpPr/>
          <p:nvPr/>
        </p:nvSpPr>
        <p:spPr>
          <a:xfrm>
            <a:off x="4552173" y="186710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2" name="Google Shape;302;p17"/>
          <p:cNvSpPr/>
          <p:nvPr/>
        </p:nvSpPr>
        <p:spPr>
          <a:xfrm>
            <a:off x="4489307" y="26889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3" name="Google Shape;303;p17"/>
          <p:cNvSpPr/>
          <p:nvPr/>
        </p:nvSpPr>
        <p:spPr>
          <a:xfrm>
            <a:off x="4407803" y="35181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4" name="Google Shape;304;p17"/>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5" name="Google Shape;305;p17"/>
          <p:cNvSpPr/>
          <p:nvPr/>
        </p:nvSpPr>
        <p:spPr>
          <a:xfrm>
            <a:off x="4345059" y="4346244"/>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6" name="Google Shape;306;p17"/>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7" name="Google Shape;307;p17"/>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8" name="Google Shape;308;p17"/>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9" name="Google Shape;309;p17"/>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0" name="Google Shape;310;p17"/>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1" name="Google Shape;311;p17"/>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descr="A cartoon character with orange and white face&#10;&#10;Description automatically generated" id="316" name="Google Shape;316;p18"/>
          <p:cNvPicPr preferRelativeResize="0"/>
          <p:nvPr/>
        </p:nvPicPr>
        <p:blipFill rotWithShape="1">
          <a:blip r:embed="rId3">
            <a:alphaModFix/>
          </a:blip>
          <a:srcRect b="0" l="0" r="0" t="0"/>
          <a:stretch/>
        </p:blipFill>
        <p:spPr>
          <a:xfrm>
            <a:off x="5089824" y="1635305"/>
            <a:ext cx="1533500" cy="1872901"/>
          </a:xfrm>
          <a:prstGeom prst="rect">
            <a:avLst/>
          </a:prstGeom>
          <a:noFill/>
          <a:ln>
            <a:noFill/>
          </a:ln>
        </p:spPr>
      </p:pic>
      <p:pic>
        <p:nvPicPr>
          <p:cNvPr descr="A cartoon character with orange and white face&#10;&#10;Description automatically generated" id="317" name="Google Shape;317;p18"/>
          <p:cNvPicPr preferRelativeResize="0"/>
          <p:nvPr/>
        </p:nvPicPr>
        <p:blipFill rotWithShape="1">
          <a:blip r:embed="rId4">
            <a:alphaModFix/>
          </a:blip>
          <a:srcRect b="0" l="0" r="0" t="0"/>
          <a:stretch/>
        </p:blipFill>
        <p:spPr>
          <a:xfrm>
            <a:off x="2194554" y="1635317"/>
            <a:ext cx="1533500" cy="1872889"/>
          </a:xfrm>
          <a:prstGeom prst="rect">
            <a:avLst/>
          </a:prstGeom>
          <a:noFill/>
          <a:ln>
            <a:noFill/>
          </a:ln>
        </p:spPr>
      </p:pic>
      <p:sp>
        <p:nvSpPr>
          <p:cNvPr id="318" name="Google Shape;318;p18"/>
          <p:cNvSpPr txBox="1"/>
          <p:nvPr/>
        </p:nvSpPr>
        <p:spPr>
          <a:xfrm>
            <a:off x="2517750" y="874241"/>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pic>
        <p:nvPicPr>
          <p:cNvPr descr="A cartoon character with orange and white face&#10;&#10;Description automatically generated" id="323" name="Google Shape;323;p19"/>
          <p:cNvPicPr preferRelativeResize="0"/>
          <p:nvPr/>
        </p:nvPicPr>
        <p:blipFill rotWithShape="1">
          <a:blip r:embed="rId3">
            <a:alphaModFix/>
          </a:blip>
          <a:srcRect b="0" l="0" r="0" t="0"/>
          <a:stretch/>
        </p:blipFill>
        <p:spPr>
          <a:xfrm>
            <a:off x="5376675" y="1890245"/>
            <a:ext cx="1533500" cy="1872901"/>
          </a:xfrm>
          <a:prstGeom prst="rect">
            <a:avLst/>
          </a:prstGeom>
          <a:noFill/>
          <a:ln>
            <a:noFill/>
          </a:ln>
        </p:spPr>
      </p:pic>
      <p:pic>
        <p:nvPicPr>
          <p:cNvPr descr="A cartoon character with orange and white face&#10;&#10;Description automatically generated" id="324" name="Google Shape;324;p19"/>
          <p:cNvPicPr preferRelativeResize="0"/>
          <p:nvPr/>
        </p:nvPicPr>
        <p:blipFill rotWithShape="1">
          <a:blip r:embed="rId4">
            <a:alphaModFix/>
          </a:blip>
          <a:srcRect b="0" l="0" r="0" t="0"/>
          <a:stretch/>
        </p:blipFill>
        <p:spPr>
          <a:xfrm>
            <a:off x="2129728" y="1890257"/>
            <a:ext cx="1533500" cy="1872889"/>
          </a:xfrm>
          <a:prstGeom prst="rect">
            <a:avLst/>
          </a:prstGeom>
          <a:noFill/>
          <a:ln>
            <a:noFill/>
          </a:ln>
        </p:spPr>
      </p:pic>
      <p:pic>
        <p:nvPicPr>
          <p:cNvPr descr="Vanilla ice cream in cone vector image | Free SVG" id="325" name="Google Shape;325;p19"/>
          <p:cNvPicPr preferRelativeResize="0"/>
          <p:nvPr/>
        </p:nvPicPr>
        <p:blipFill rotWithShape="1">
          <a:blip r:embed="rId5">
            <a:alphaModFix/>
          </a:blip>
          <a:srcRect b="0" l="0" r="0" t="0"/>
          <a:stretch/>
        </p:blipFill>
        <p:spPr>
          <a:xfrm>
            <a:off x="3767325" y="2270092"/>
            <a:ext cx="1609350" cy="16093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pic>
        <p:nvPicPr>
          <p:cNvPr descr="A cartoon character with orange and white face&#10;&#10;Description automatically generated" id="330" name="Google Shape;330;p20"/>
          <p:cNvPicPr preferRelativeResize="0"/>
          <p:nvPr/>
        </p:nvPicPr>
        <p:blipFill rotWithShape="1">
          <a:blip r:embed="rId3">
            <a:alphaModFix/>
          </a:blip>
          <a:srcRect b="0" l="0" r="0" t="0"/>
          <a:stretch/>
        </p:blipFill>
        <p:spPr>
          <a:xfrm>
            <a:off x="5640155" y="1635299"/>
            <a:ext cx="1533500" cy="1872901"/>
          </a:xfrm>
          <a:prstGeom prst="rect">
            <a:avLst/>
          </a:prstGeom>
          <a:noFill/>
          <a:ln>
            <a:noFill/>
          </a:ln>
        </p:spPr>
      </p:pic>
      <p:pic>
        <p:nvPicPr>
          <p:cNvPr descr="A cartoon character with orange and white face&#10;&#10;Description automatically generated" id="331" name="Google Shape;331;p20"/>
          <p:cNvPicPr preferRelativeResize="0"/>
          <p:nvPr/>
        </p:nvPicPr>
        <p:blipFill rotWithShape="1">
          <a:blip r:embed="rId4">
            <a:alphaModFix/>
          </a:blip>
          <a:srcRect b="0" l="0" r="0" t="0"/>
          <a:stretch/>
        </p:blipFill>
        <p:spPr>
          <a:xfrm>
            <a:off x="1970345" y="1635311"/>
            <a:ext cx="1533500" cy="1872889"/>
          </a:xfrm>
          <a:prstGeom prst="rect">
            <a:avLst/>
          </a:prstGeom>
          <a:noFill/>
          <a:ln>
            <a:noFill/>
          </a:ln>
        </p:spPr>
      </p:pic>
      <p:pic>
        <p:nvPicPr>
          <p:cNvPr descr="Foffee collection | Free SVG" id="332" name="Google Shape;332;p20"/>
          <p:cNvPicPr preferRelativeResize="0"/>
          <p:nvPr/>
        </p:nvPicPr>
        <p:blipFill rotWithShape="1">
          <a:blip r:embed="rId5">
            <a:alphaModFix/>
          </a:blip>
          <a:srcRect b="0" l="0" r="0" t="0"/>
          <a:stretch/>
        </p:blipFill>
        <p:spPr>
          <a:xfrm>
            <a:off x="3921062" y="2179587"/>
            <a:ext cx="1301876" cy="13018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21"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sp>
        <p:nvSpPr>
          <p:cNvPr id="338" name="Google Shape;338;p21"/>
          <p:cNvSpPr/>
          <p:nvPr/>
        </p:nvSpPr>
        <p:spPr>
          <a:xfrm flipH="1">
            <a:off x="2143800" y="1715604"/>
            <a:ext cx="1243200" cy="781896"/>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39" name="Google Shape;339;p21"/>
          <p:cNvPicPr preferRelativeResize="0"/>
          <p:nvPr/>
        </p:nvPicPr>
        <p:blipFill rotWithShape="1">
          <a:blip r:embed="rId4">
            <a:alphaModFix/>
          </a:blip>
          <a:srcRect b="0" l="0" r="0" t="0"/>
          <a:stretch/>
        </p:blipFill>
        <p:spPr>
          <a:xfrm>
            <a:off x="2666991" y="2143060"/>
            <a:ext cx="1437410" cy="1755556"/>
          </a:xfrm>
          <a:prstGeom prst="rect">
            <a:avLst/>
          </a:prstGeom>
          <a:noFill/>
          <a:ln>
            <a:noFill/>
          </a:ln>
        </p:spPr>
      </p:pic>
      <p:pic>
        <p:nvPicPr>
          <p:cNvPr id="340" name="Google Shape;340;p21" title="Public Domain Clip Art Image | Sandbox | ID: 13932766213513 ..."/>
          <p:cNvPicPr preferRelativeResize="0"/>
          <p:nvPr/>
        </p:nvPicPr>
        <p:blipFill rotWithShape="1">
          <a:blip r:embed="rId5">
            <a:alphaModFix/>
          </a:blip>
          <a:srcRect b="0" l="0" r="0" t="0"/>
          <a:stretch/>
        </p:blipFill>
        <p:spPr>
          <a:xfrm rot="-447145">
            <a:off x="3828550" y="2817775"/>
            <a:ext cx="3875828" cy="1262275"/>
          </a:xfrm>
          <a:prstGeom prst="rect">
            <a:avLst/>
          </a:prstGeom>
          <a:noFill/>
          <a:ln>
            <a:noFill/>
          </a:ln>
        </p:spPr>
      </p:pic>
      <p:sp>
        <p:nvSpPr>
          <p:cNvPr id="341" name="Google Shape;341;p21"/>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42" name="Google Shape;342;p21" title="Cute fox | Free SVG"/>
          <p:cNvPicPr preferRelativeResize="0"/>
          <p:nvPr/>
        </p:nvPicPr>
        <p:blipFill rotWithShape="1">
          <a:blip r:embed="rId6">
            <a:alphaModFix/>
          </a:blip>
          <a:srcRect b="0" l="0" r="0" t="0"/>
          <a:stretch/>
        </p:blipFill>
        <p:spPr>
          <a:xfrm>
            <a:off x="2261412" y="1645687"/>
            <a:ext cx="948775" cy="948775"/>
          </a:xfrm>
          <a:prstGeom prst="rect">
            <a:avLst/>
          </a:prstGeom>
          <a:noFill/>
          <a:ln>
            <a:noFill/>
          </a:ln>
        </p:spPr>
      </p:pic>
      <p:pic>
        <p:nvPicPr>
          <p:cNvPr descr="A cartoon of a white and purple animal&#10;&#10;Description automatically generated" id="343" name="Google Shape;343;p21"/>
          <p:cNvPicPr preferRelativeResize="0"/>
          <p:nvPr/>
        </p:nvPicPr>
        <p:blipFill rotWithShape="1">
          <a:blip r:embed="rId7">
            <a:alphaModFix/>
          </a:blip>
          <a:srcRect b="0" l="0" r="0" t="0"/>
          <a:stretch/>
        </p:blipFill>
        <p:spPr>
          <a:xfrm>
            <a:off x="7511700" y="2253550"/>
            <a:ext cx="1487350" cy="1816549"/>
          </a:xfrm>
          <a:prstGeom prst="rect">
            <a:avLst/>
          </a:prstGeom>
          <a:noFill/>
          <a:ln>
            <a:noFill/>
          </a:ln>
        </p:spPr>
      </p:pic>
      <p:pic>
        <p:nvPicPr>
          <p:cNvPr id="344" name="Google Shape;344;p21"/>
          <p:cNvPicPr preferRelativeResize="0"/>
          <p:nvPr/>
        </p:nvPicPr>
        <p:blipFill rotWithShape="1">
          <a:blip r:embed="rId8">
            <a:alphaModFix/>
          </a:blip>
          <a:srcRect b="0" l="0" r="0" t="0"/>
          <a:stretch/>
        </p:blipFill>
        <p:spPr>
          <a:xfrm>
            <a:off x="3768416" y="1858810"/>
            <a:ext cx="652831" cy="568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339"/>
                                        </p:tgtEl>
                                        <p:attrNameLst>
                                          <p:attrName>style.visibility</p:attrName>
                                        </p:attrNameLst>
                                      </p:cBhvr>
                                      <p:to>
                                        <p:strVal val="visible"/>
                                      </p:to>
                                    </p:set>
                                    <p:anim calcmode="lin" valueType="num">
                                      <p:cBhvr additive="base">
                                        <p:cTn dur="1700"/>
                                        <p:tgtEl>
                                          <p:spTgt spid="339"/>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43"/>
                                        </p:tgtEl>
                                        <p:attrNameLst>
                                          <p:attrName>style.visibility</p:attrName>
                                        </p:attrNameLst>
                                      </p:cBhvr>
                                      <p:to>
                                        <p:strVal val="visible"/>
                                      </p:to>
                                    </p:set>
                                    <p:anim calcmode="lin" valueType="num">
                                      <p:cBhvr additive="base">
                                        <p:cTn dur="1500"/>
                                        <p:tgtEl>
                                          <p:spTgt spid="34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pic>
        <p:nvPicPr>
          <p:cNvPr descr="Small Trees | Free SVG" id="349" name="Google Shape;349;p22"/>
          <p:cNvPicPr preferRelativeResize="0"/>
          <p:nvPr/>
        </p:nvPicPr>
        <p:blipFill rotWithShape="1">
          <a:blip r:embed="rId3">
            <a:alphaModFix/>
          </a:blip>
          <a:srcRect b="0" l="0" r="0" t="0"/>
          <a:stretch/>
        </p:blipFill>
        <p:spPr>
          <a:xfrm>
            <a:off x="78150" y="304800"/>
            <a:ext cx="2044400" cy="2044400"/>
          </a:xfrm>
          <a:prstGeom prst="rect">
            <a:avLst/>
          </a:prstGeom>
          <a:noFill/>
          <a:ln>
            <a:noFill/>
          </a:ln>
        </p:spPr>
      </p:pic>
      <p:sp>
        <p:nvSpPr>
          <p:cNvPr id="350" name="Google Shape;350;p22"/>
          <p:cNvSpPr/>
          <p:nvPr/>
        </p:nvSpPr>
        <p:spPr>
          <a:xfrm flipH="1">
            <a:off x="1520250" y="2260912"/>
            <a:ext cx="1316826" cy="90098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51" name="Google Shape;351;p22"/>
          <p:cNvPicPr preferRelativeResize="0"/>
          <p:nvPr/>
        </p:nvPicPr>
        <p:blipFill rotWithShape="1">
          <a:blip r:embed="rId4">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352" name="Google Shape;352;p22"/>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353" name="Google Shape;353;p22"/>
          <p:cNvSpPr/>
          <p:nvPr/>
        </p:nvSpPr>
        <p:spPr>
          <a:xfrm>
            <a:off x="2927200" y="2260912"/>
            <a:ext cx="1316826" cy="90098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54" name="Google Shape;354;p22"/>
          <p:cNvPicPr preferRelativeResize="0"/>
          <p:nvPr/>
        </p:nvPicPr>
        <p:blipFill rotWithShape="1">
          <a:blip r:embed="rId5">
            <a:alphaModFix/>
          </a:blip>
          <a:srcRect b="0" l="0" r="0" t="0"/>
          <a:stretch/>
        </p:blipFill>
        <p:spPr>
          <a:xfrm>
            <a:off x="3259197" y="2387057"/>
            <a:ext cx="652831" cy="568500"/>
          </a:xfrm>
          <a:prstGeom prst="rect">
            <a:avLst/>
          </a:prstGeom>
          <a:noFill/>
          <a:ln>
            <a:noFill/>
          </a:ln>
        </p:spPr>
      </p:pic>
      <p:pic>
        <p:nvPicPr>
          <p:cNvPr id="355" name="Google Shape;355;p22" title="Cute fox | Free SVG"/>
          <p:cNvPicPr preferRelativeResize="0"/>
          <p:nvPr/>
        </p:nvPicPr>
        <p:blipFill rotWithShape="1">
          <a:blip r:embed="rId6">
            <a:alphaModFix/>
          </a:blip>
          <a:srcRect b="0" l="0" r="0" t="0"/>
          <a:stretch/>
        </p:blipFill>
        <p:spPr>
          <a:xfrm>
            <a:off x="1632657" y="2196920"/>
            <a:ext cx="948776" cy="948775"/>
          </a:xfrm>
          <a:prstGeom prst="rect">
            <a:avLst/>
          </a:prstGeom>
          <a:noFill/>
          <a:ln>
            <a:noFill/>
          </a:ln>
        </p:spPr>
      </p:pic>
      <p:pic>
        <p:nvPicPr>
          <p:cNvPr descr="Small Trees | Free SVG" id="356" name="Google Shape;356;p22"/>
          <p:cNvPicPr preferRelativeResize="0"/>
          <p:nvPr/>
        </p:nvPicPr>
        <p:blipFill rotWithShape="1">
          <a:blip r:embed="rId3">
            <a:alphaModFix/>
          </a:blip>
          <a:srcRect b="0" l="0" r="0" t="0"/>
          <a:stretch/>
        </p:blipFill>
        <p:spPr>
          <a:xfrm>
            <a:off x="6784500" y="426900"/>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52"/>
                                        </p:tgtEl>
                                        <p:attrNameLst>
                                          <p:attrName>style.visibility</p:attrName>
                                        </p:attrNameLst>
                                      </p:cBhvr>
                                      <p:to>
                                        <p:strVal val="visible"/>
                                      </p:to>
                                    </p:set>
                                    <p:anim calcmode="lin" valueType="num">
                                      <p:cBhvr additive="base">
                                        <p:cTn dur="2100"/>
                                        <p:tgtEl>
                                          <p:spTgt spid="35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descr="A cartoon of a white and purple animal&#10;&#10;Description automatically generated" id="361" name="Google Shape;361;p23"/>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362" name="Google Shape;362;p23"/>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363" name="Google Shape;363;p23"/>
          <p:cNvSpPr/>
          <p:nvPr/>
        </p:nvSpPr>
        <p:spPr>
          <a:xfrm flipH="1">
            <a:off x="1458150" y="23492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23"/>
          <p:cNvSpPr/>
          <p:nvPr/>
        </p:nvSpPr>
        <p:spPr>
          <a:xfrm>
            <a:off x="2927200" y="2349198"/>
            <a:ext cx="1297142" cy="812701"/>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65" name="Google Shape;365;p23"/>
          <p:cNvPicPr preferRelativeResize="0"/>
          <p:nvPr/>
        </p:nvPicPr>
        <p:blipFill rotWithShape="1">
          <a:blip r:embed="rId5">
            <a:alphaModFix/>
          </a:blip>
          <a:srcRect b="0" l="0" r="0" t="0"/>
          <a:stretch/>
        </p:blipFill>
        <p:spPr>
          <a:xfrm>
            <a:off x="3234011" y="2490983"/>
            <a:ext cx="652831" cy="568500"/>
          </a:xfrm>
          <a:prstGeom prst="rect">
            <a:avLst/>
          </a:prstGeom>
          <a:noFill/>
          <a:ln>
            <a:noFill/>
          </a:ln>
        </p:spPr>
      </p:pic>
      <p:pic>
        <p:nvPicPr>
          <p:cNvPr id="366" name="Google Shape;366;p23" title="Cute fox | Free SVG"/>
          <p:cNvPicPr preferRelativeResize="0"/>
          <p:nvPr/>
        </p:nvPicPr>
        <p:blipFill rotWithShape="1">
          <a:blip r:embed="rId6">
            <a:alphaModFix/>
          </a:blip>
          <a:srcRect b="0" l="0" r="0" t="0"/>
          <a:stretch/>
        </p:blipFill>
        <p:spPr>
          <a:xfrm>
            <a:off x="1636412" y="2286514"/>
            <a:ext cx="948776" cy="948775"/>
          </a:xfrm>
          <a:prstGeom prst="rect">
            <a:avLst/>
          </a:prstGeom>
          <a:noFill/>
          <a:ln>
            <a:noFill/>
          </a:ln>
        </p:spPr>
      </p:pic>
      <p:pic>
        <p:nvPicPr>
          <p:cNvPr descr="Small Trees | Free SVG" id="367" name="Google Shape;367;p23"/>
          <p:cNvPicPr preferRelativeResize="0"/>
          <p:nvPr/>
        </p:nvPicPr>
        <p:blipFill rotWithShape="1">
          <a:blip r:embed="rId7">
            <a:alphaModFix/>
          </a:blip>
          <a:srcRect b="0" l="0" r="0" t="0"/>
          <a:stretch/>
        </p:blipFill>
        <p:spPr>
          <a:xfrm>
            <a:off x="78150" y="304800"/>
            <a:ext cx="2044400" cy="2044400"/>
          </a:xfrm>
          <a:prstGeom prst="rect">
            <a:avLst/>
          </a:prstGeom>
          <a:noFill/>
          <a:ln>
            <a:noFill/>
          </a:ln>
        </p:spPr>
      </p:pic>
      <p:pic>
        <p:nvPicPr>
          <p:cNvPr descr="Small Trees | Free SVG" id="368" name="Google Shape;368;p23"/>
          <p:cNvPicPr preferRelativeResize="0"/>
          <p:nvPr/>
        </p:nvPicPr>
        <p:blipFill rotWithShape="1">
          <a:blip r:embed="rId7">
            <a:alphaModFix/>
          </a:blip>
          <a:srcRect b="0" l="0" r="0" t="0"/>
          <a:stretch/>
        </p:blipFill>
        <p:spPr>
          <a:xfrm>
            <a:off x="6435425" y="370575"/>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62"/>
                                        </p:tgtEl>
                                        <p:attrNameLst>
                                          <p:attrName>style.visibility</p:attrName>
                                        </p:attrNameLst>
                                      </p:cBhvr>
                                      <p:to>
                                        <p:strVal val="visible"/>
                                      </p:to>
                                    </p:set>
                                    <p:anim calcmode="lin" valueType="num">
                                      <p:cBhvr additive="base">
                                        <p:cTn dur="2200"/>
                                        <p:tgtEl>
                                          <p:spTgt spid="36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2" name="Shape 372"/>
        <p:cNvGrpSpPr/>
        <p:nvPr/>
      </p:nvGrpSpPr>
      <p:grpSpPr>
        <a:xfrm>
          <a:off x="0" y="0"/>
          <a:ext cx="0" cy="0"/>
          <a:chOff x="0" y="0"/>
          <a:chExt cx="0" cy="0"/>
        </a:xfrm>
      </p:grpSpPr>
      <p:sp>
        <p:nvSpPr>
          <p:cNvPr id="373" name="Google Shape;373;p24"/>
          <p:cNvSpPr txBox="1"/>
          <p:nvPr>
            <p:ph type="title"/>
          </p:nvPr>
        </p:nvSpPr>
        <p:spPr>
          <a:xfrm>
            <a:off x="2577600" y="1940250"/>
            <a:ext cx="39888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Happy Condition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descr="A cartoon of a white and purple animal&#10;&#10;Description automatically generated" id="378" name="Google Shape;378;p25"/>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sp>
        <p:nvSpPr>
          <p:cNvPr id="379" name="Google Shape;379;p25"/>
          <p:cNvSpPr/>
          <p:nvPr/>
        </p:nvSpPr>
        <p:spPr>
          <a:xfrm rot="-5400000">
            <a:off x="4422600" y="2601825"/>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378"/>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26"/>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85" name="Google Shape;385;p26"/>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86" name="Google Shape;386;p26"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87" name="Google Shape;387;p26"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Elephant | Free Stock Photo | Illustration of an elephant | # 11454" id="388" name="Google Shape;388;p26"/>
          <p:cNvPicPr preferRelativeResize="0"/>
          <p:nvPr/>
        </p:nvPicPr>
        <p:blipFill rotWithShape="1">
          <a:blip r:embed="rId6">
            <a:alphaModFix/>
          </a:blip>
          <a:srcRect b="0" l="0" r="0" t="0"/>
          <a:stretch/>
        </p:blipFill>
        <p:spPr>
          <a:xfrm>
            <a:off x="5096425" y="1717276"/>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descr="A cartoon of a white and purple animal&#10;&#10;Description automatically generated" id="393" name="Google Shape;393;p27"/>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94" name="Google Shape;394;p27"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95" name="Google Shape;395;p27"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sp>
        <p:nvSpPr>
          <p:cNvPr id="396" name="Google Shape;396;p27"/>
          <p:cNvSpPr/>
          <p:nvPr/>
        </p:nvSpPr>
        <p:spPr>
          <a:xfrm rot="-5400000">
            <a:off x="4398500" y="2864263"/>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pic>
        <p:nvPicPr>
          <p:cNvPr descr="A cartoon of a white and purple animal&#10;&#10;Description automatically generated" id="401" name="Google Shape;401;p28"/>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402" name="Google Shape;402;p28"/>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03" name="Google Shape;403;p28"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404" name="Google Shape;404;p28"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id="405" name="Google Shape;405;p28"/>
          <p:cNvPicPr preferRelativeResize="0"/>
          <p:nvPr/>
        </p:nvPicPr>
        <p:blipFill rotWithShape="1">
          <a:blip r:embed="rId5">
            <a:alphaModFix/>
          </a:blip>
          <a:srcRect b="0" l="0" r="0" t="0"/>
          <a:stretch/>
        </p:blipFill>
        <p:spPr>
          <a:xfrm>
            <a:off x="3833000" y="1927538"/>
            <a:ext cx="706850" cy="730174"/>
          </a:xfrm>
          <a:prstGeom prst="rect">
            <a:avLst/>
          </a:prstGeom>
          <a:noFill/>
          <a:ln>
            <a:noFill/>
          </a:ln>
        </p:spPr>
      </p:pic>
      <p:pic>
        <p:nvPicPr>
          <p:cNvPr descr="A cartoon character with orange and white face&#10;&#10;Description automatically generated" id="406" name="Google Shape;406;p28"/>
          <p:cNvPicPr preferRelativeResize="0"/>
          <p:nvPr/>
        </p:nvPicPr>
        <p:blipFill rotWithShape="1">
          <a:blip r:embed="rId6">
            <a:alphaModFix amt="91000"/>
          </a:blip>
          <a:srcRect b="0" l="0" r="0" t="0"/>
          <a:stretch/>
        </p:blipFill>
        <p:spPr>
          <a:xfrm>
            <a:off x="4803752" y="2346673"/>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401"/>
                                        </p:tgtEl>
                                        <p:attrNameLst>
                                          <p:attrName>style.visibility</p:attrName>
                                        </p:attrNameLst>
                                      </p:cBhvr>
                                      <p:to>
                                        <p:strVal val="visible"/>
                                      </p:to>
                                    </p:set>
                                    <p:anim calcmode="lin" valueType="num">
                                      <p:cBhvr additive="base">
                                        <p:cTn dur="750"/>
                                        <p:tgtEl>
                                          <p:spTgt spid="40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06"/>
                                        </p:tgtEl>
                                        <p:attrNameLst>
                                          <p:attrName>style.visibility</p:attrName>
                                        </p:attrNameLst>
                                      </p:cBhvr>
                                      <p:to>
                                        <p:strVal val="visible"/>
                                      </p:to>
                                    </p:set>
                                    <p:anim calcmode="lin" valueType="num">
                                      <p:cBhvr additive="base">
                                        <p:cTn dur="750"/>
                                        <p:tgtEl>
                                          <p:spTgt spid="406"/>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pic>
        <p:nvPicPr>
          <p:cNvPr descr="A cartoon of a white and purple animal&#10;&#10;Description automatically generated" id="411" name="Google Shape;411;p29"/>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412" name="Google Shape;412;p29"/>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3" name="Google Shape;413;p29"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414" name="Google Shape;414;p29"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415" name="Google Shape;415;p29"/>
          <p:cNvPicPr preferRelativeResize="0"/>
          <p:nvPr/>
        </p:nvPicPr>
        <p:blipFill rotWithShape="1">
          <a:blip r:embed="rId5">
            <a:alphaModFix/>
          </a:blip>
          <a:srcRect b="0" l="0" r="0" t="0"/>
          <a:stretch/>
        </p:blipFill>
        <p:spPr>
          <a:xfrm>
            <a:off x="3686250" y="1937888"/>
            <a:ext cx="917249" cy="709482"/>
          </a:xfrm>
          <a:prstGeom prst="rect">
            <a:avLst/>
          </a:prstGeom>
          <a:noFill/>
          <a:ln>
            <a:noFill/>
          </a:ln>
        </p:spPr>
      </p:pic>
      <p:sp>
        <p:nvSpPr>
          <p:cNvPr id="416" name="Google Shape;416;p29"/>
          <p:cNvSpPr/>
          <p:nvPr/>
        </p:nvSpPr>
        <p:spPr>
          <a:xfrm>
            <a:off x="3861375" y="2060275"/>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17" name="Google Shape;417;p29"/>
          <p:cNvPicPr preferRelativeResize="0"/>
          <p:nvPr/>
        </p:nvPicPr>
        <p:blipFill rotWithShape="1">
          <a:blip r:embed="rId6">
            <a:alphaModFix amt="91000"/>
          </a:blip>
          <a:srcRect b="0" l="0" r="0" t="0"/>
          <a:stretch/>
        </p:blipFill>
        <p:spPr>
          <a:xfrm>
            <a:off x="4797570" y="2346673"/>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descr="A cartoon of a white and purple animal&#10;&#10;Description automatically generated" id="422" name="Google Shape;422;p30"/>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423" name="Google Shape;423;p30"/>
          <p:cNvPicPr preferRelativeResize="0"/>
          <p:nvPr/>
        </p:nvPicPr>
        <p:blipFill rotWithShape="1">
          <a:blip r:embed="rId4">
            <a:alphaModFix/>
          </a:blip>
          <a:srcRect b="0" l="0" r="0" t="0"/>
          <a:stretch/>
        </p:blipFill>
        <p:spPr>
          <a:xfrm>
            <a:off x="4792275" y="2394016"/>
            <a:ext cx="1437400" cy="1755534"/>
          </a:xfrm>
          <a:prstGeom prst="rect">
            <a:avLst/>
          </a:prstGeom>
          <a:noFill/>
          <a:ln>
            <a:noFill/>
          </a:ln>
        </p:spPr>
      </p:pic>
      <p:sp>
        <p:nvSpPr>
          <p:cNvPr id="424" name="Google Shape;424;p30"/>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25" name="Google Shape;425;p30"/>
          <p:cNvPicPr preferRelativeResize="0"/>
          <p:nvPr/>
        </p:nvPicPr>
        <p:blipFill rotWithShape="1">
          <a:blip r:embed="rId5">
            <a:alphaModFix/>
          </a:blip>
          <a:srcRect b="0" l="0" r="0" t="0"/>
          <a:stretch/>
        </p:blipFill>
        <p:spPr>
          <a:xfrm>
            <a:off x="3830100" y="1927538"/>
            <a:ext cx="706850" cy="730174"/>
          </a:xfrm>
          <a:prstGeom prst="rect">
            <a:avLst/>
          </a:prstGeom>
          <a:noFill/>
          <a:ln>
            <a:noFill/>
          </a:ln>
        </p:spPr>
      </p:pic>
      <p:sp>
        <p:nvSpPr>
          <p:cNvPr id="426" name="Google Shape;426;p30"/>
          <p:cNvSpPr/>
          <p:nvPr/>
        </p:nvSpPr>
        <p:spPr>
          <a:xfrm>
            <a:off x="3982415" y="2204060"/>
            <a:ext cx="379200" cy="376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27" name="Google Shape;427;p30" title="House icon vector clip art | Free SVG"/>
          <p:cNvPicPr preferRelativeResize="0"/>
          <p:nvPr/>
        </p:nvPicPr>
        <p:blipFill rotWithShape="1">
          <a:blip r:embed="rId6">
            <a:alphaModFix/>
          </a:blip>
          <a:srcRect b="0" l="0" r="0" t="0"/>
          <a:stretch/>
        </p:blipFill>
        <p:spPr>
          <a:xfrm>
            <a:off x="5880175" y="494425"/>
            <a:ext cx="2414224" cy="2414225"/>
          </a:xfrm>
          <a:prstGeom prst="rect">
            <a:avLst/>
          </a:prstGeom>
          <a:noFill/>
          <a:ln>
            <a:noFill/>
          </a:ln>
        </p:spPr>
      </p:pic>
      <p:pic>
        <p:nvPicPr>
          <p:cNvPr id="428" name="Google Shape;428;p30" title="House icon vector clip art | Free SVG"/>
          <p:cNvPicPr preferRelativeResize="0"/>
          <p:nvPr/>
        </p:nvPicPr>
        <p:blipFill rotWithShape="1">
          <a:blip r:embed="rId6">
            <a:alphaModFix/>
          </a:blip>
          <a:srcRect b="0" l="0" r="0" t="0"/>
          <a:stretch/>
        </p:blipFill>
        <p:spPr>
          <a:xfrm>
            <a:off x="619375" y="410250"/>
            <a:ext cx="2414225" cy="24142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23"/>
                                        </p:tgtEl>
                                        <p:attrNameLst>
                                          <p:attrName>style.visibility</p:attrName>
                                        </p:attrNameLst>
                                      </p:cBhvr>
                                      <p:to>
                                        <p:strVal val="visible"/>
                                      </p:to>
                                    </p:set>
                                    <p:anim calcmode="lin" valueType="num">
                                      <p:cBhvr additive="base">
                                        <p:cTn dur="750"/>
                                        <p:tgtEl>
                                          <p:spTgt spid="42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pic>
        <p:nvPicPr>
          <p:cNvPr descr="A cartoon of a white and purple animal&#10;&#10;Description automatically generated" id="433" name="Google Shape;433;p31"/>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434" name="Google Shape;434;p31"/>
          <p:cNvPicPr preferRelativeResize="0"/>
          <p:nvPr/>
        </p:nvPicPr>
        <p:blipFill rotWithShape="1">
          <a:blip r:embed="rId4">
            <a:alphaModFix/>
          </a:blip>
          <a:srcRect b="0" l="0" r="0" t="0"/>
          <a:stretch/>
        </p:blipFill>
        <p:spPr>
          <a:xfrm>
            <a:off x="4792275" y="2394029"/>
            <a:ext cx="1437400" cy="1755522"/>
          </a:xfrm>
          <a:prstGeom prst="rect">
            <a:avLst/>
          </a:prstGeom>
          <a:noFill/>
          <a:ln>
            <a:noFill/>
          </a:ln>
        </p:spPr>
      </p:pic>
      <p:sp>
        <p:nvSpPr>
          <p:cNvPr id="435" name="Google Shape;435;p31"/>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36" name="Google Shape;436;p31" title="House icon vector clip art | Free SVG"/>
          <p:cNvPicPr preferRelativeResize="0"/>
          <p:nvPr/>
        </p:nvPicPr>
        <p:blipFill rotWithShape="1">
          <a:blip r:embed="rId5">
            <a:alphaModFix/>
          </a:blip>
          <a:srcRect b="0" l="0" r="0" t="0"/>
          <a:stretch/>
        </p:blipFill>
        <p:spPr>
          <a:xfrm>
            <a:off x="5880175" y="494425"/>
            <a:ext cx="2414224" cy="2414225"/>
          </a:xfrm>
          <a:prstGeom prst="rect">
            <a:avLst/>
          </a:prstGeom>
          <a:noFill/>
          <a:ln>
            <a:noFill/>
          </a:ln>
        </p:spPr>
      </p:pic>
      <p:pic>
        <p:nvPicPr>
          <p:cNvPr id="437" name="Google Shape;437;p31" title="House icon vector clip art | Free SVG"/>
          <p:cNvPicPr preferRelativeResize="0"/>
          <p:nvPr/>
        </p:nvPicPr>
        <p:blipFill rotWithShape="1">
          <a:blip r:embed="rId5">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438" name="Google Shape;438;p31"/>
          <p:cNvPicPr preferRelativeResize="0"/>
          <p:nvPr/>
        </p:nvPicPr>
        <p:blipFill rotWithShape="1">
          <a:blip r:embed="rId6">
            <a:alphaModFix/>
          </a:blip>
          <a:srcRect b="0" l="0" r="0" t="0"/>
          <a:stretch/>
        </p:blipFill>
        <p:spPr>
          <a:xfrm>
            <a:off x="3686250" y="193788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pic>
        <p:nvPicPr>
          <p:cNvPr id="443" name="Google Shape;443;p32"/>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44" name="Google Shape;444;p32"/>
          <p:cNvPicPr preferRelativeResize="0"/>
          <p:nvPr/>
        </p:nvPicPr>
        <p:blipFill rotWithShape="1">
          <a:blip r:embed="rId4">
            <a:alphaModFix/>
          </a:blip>
          <a:srcRect b="0" l="0" r="0" t="0"/>
          <a:stretch/>
        </p:blipFill>
        <p:spPr>
          <a:xfrm>
            <a:off x="3876675" y="2966925"/>
            <a:ext cx="1026900" cy="1060749"/>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pic>
        <p:nvPicPr>
          <p:cNvPr id="449" name="Google Shape;449;p33"/>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descr="Elephant | Free Stock Photo | Illustration of an elephant | # 11454" id="450" name="Google Shape;450;p33"/>
          <p:cNvPicPr preferRelativeResize="0"/>
          <p:nvPr/>
        </p:nvPicPr>
        <p:blipFill rotWithShape="1">
          <a:blip r:embed="rId4">
            <a:alphaModFix/>
          </a:blip>
          <a:srcRect b="0" l="0" r="0" t="0"/>
          <a:stretch/>
        </p:blipFill>
        <p:spPr>
          <a:xfrm>
            <a:off x="3680300" y="2969225"/>
            <a:ext cx="1380351" cy="10677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34"/>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6" name="Google Shape;456;p34"/>
          <p:cNvSpPr/>
          <p:nvPr/>
        </p:nvSpPr>
        <p:spPr>
          <a:xfrm>
            <a:off x="4652975" y="1048605"/>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7" name="Google Shape;457;p34"/>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8" name="Google Shape;458;p34"/>
          <p:cNvSpPr/>
          <p:nvPr/>
        </p:nvSpPr>
        <p:spPr>
          <a:xfrm>
            <a:off x="4751702" y="225817"/>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9" name="Google Shape;459;p34"/>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0" name="Google Shape;460;p34"/>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1" name="Google Shape;461;p34"/>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2" name="Google Shape;462;p34"/>
          <p:cNvSpPr/>
          <p:nvPr/>
        </p:nvSpPr>
        <p:spPr>
          <a:xfrm>
            <a:off x="4552173" y="186710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3" name="Google Shape;463;p34"/>
          <p:cNvSpPr/>
          <p:nvPr/>
        </p:nvSpPr>
        <p:spPr>
          <a:xfrm>
            <a:off x="4489307" y="26889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4" name="Google Shape;464;p34"/>
          <p:cNvSpPr/>
          <p:nvPr/>
        </p:nvSpPr>
        <p:spPr>
          <a:xfrm>
            <a:off x="4407803" y="35181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5" name="Google Shape;465;p34"/>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6" name="Google Shape;466;p34"/>
          <p:cNvSpPr/>
          <p:nvPr/>
        </p:nvSpPr>
        <p:spPr>
          <a:xfrm>
            <a:off x="4345059" y="4346244"/>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7" name="Google Shape;467;p34"/>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8" name="Google Shape;468;p34"/>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9" name="Google Shape;469;p34"/>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0" name="Google Shape;470;p34"/>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1" name="Google Shape;471;p34"/>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2" name="Google Shape;472;p34"/>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3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78" name="Google Shape;478;p35"/>
          <p:cNvSpPr/>
          <p:nvPr/>
        </p:nvSpPr>
        <p:spPr>
          <a:xfrm>
            <a:off x="4652975" y="1048605"/>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79" name="Google Shape;479;p3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0" name="Google Shape;480;p35"/>
          <p:cNvSpPr/>
          <p:nvPr/>
        </p:nvSpPr>
        <p:spPr>
          <a:xfrm>
            <a:off x="4751702" y="225817"/>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1" name="Google Shape;481;p3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2" name="Google Shape;482;p3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3" name="Google Shape;483;p3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4" name="Google Shape;484;p35"/>
          <p:cNvSpPr/>
          <p:nvPr/>
        </p:nvSpPr>
        <p:spPr>
          <a:xfrm>
            <a:off x="4552173" y="186710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5" name="Google Shape;485;p35"/>
          <p:cNvSpPr/>
          <p:nvPr/>
        </p:nvSpPr>
        <p:spPr>
          <a:xfrm>
            <a:off x="4489307" y="26889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6" name="Google Shape;486;p35"/>
          <p:cNvSpPr/>
          <p:nvPr/>
        </p:nvSpPr>
        <p:spPr>
          <a:xfrm>
            <a:off x="4407803" y="35181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7" name="Google Shape;487;p3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8" name="Google Shape;488;p35"/>
          <p:cNvSpPr/>
          <p:nvPr/>
        </p:nvSpPr>
        <p:spPr>
          <a:xfrm>
            <a:off x="4345059" y="4346244"/>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9" name="Google Shape;489;p35"/>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0" name="Google Shape;490;p35"/>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1" name="Google Shape;491;p35"/>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2" name="Google Shape;492;p35"/>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3" name="Google Shape;493;p35"/>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4" name="Google Shape;494;p35"/>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pic>
        <p:nvPicPr>
          <p:cNvPr descr="A cartoon character with orange and white face&#10;&#10;Description automatically generated" id="499" name="Google Shape;499;p36"/>
          <p:cNvPicPr preferRelativeResize="0"/>
          <p:nvPr/>
        </p:nvPicPr>
        <p:blipFill rotWithShape="1">
          <a:blip r:embed="rId3">
            <a:alphaModFix amt="91000"/>
          </a:blip>
          <a:srcRect b="0" l="0" r="0" t="0"/>
          <a:stretch/>
        </p:blipFill>
        <p:spPr>
          <a:xfrm>
            <a:off x="2170522" y="1954160"/>
            <a:ext cx="1408018" cy="1719650"/>
          </a:xfrm>
          <a:prstGeom prst="rect">
            <a:avLst/>
          </a:prstGeom>
          <a:noFill/>
          <a:ln>
            <a:noFill/>
          </a:ln>
          <a:effectLst>
            <a:outerShdw blurRad="57150" rotWithShape="0" algn="bl" dir="6840000" dist="19050">
              <a:srgbClr val="000000">
                <a:alpha val="50980"/>
              </a:srgbClr>
            </a:outerShdw>
          </a:effectLst>
        </p:spPr>
      </p:pic>
      <p:sp>
        <p:nvSpPr>
          <p:cNvPr id="500" name="Google Shape;500;p36"/>
          <p:cNvSpPr txBox="1"/>
          <p:nvPr/>
        </p:nvSpPr>
        <p:spPr>
          <a:xfrm>
            <a:off x="2334250"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pic>
        <p:nvPicPr>
          <p:cNvPr descr="A cartoon character with orange and white face&#10;&#10;Description automatically generated" id="501" name="Google Shape;501;p36"/>
          <p:cNvPicPr preferRelativeResize="0"/>
          <p:nvPr/>
        </p:nvPicPr>
        <p:blipFill rotWithShape="1">
          <a:blip r:embed="rId4">
            <a:alphaModFix/>
          </a:blip>
          <a:srcRect b="0" l="0" r="0" t="0"/>
          <a:stretch/>
        </p:blipFill>
        <p:spPr>
          <a:xfrm>
            <a:off x="5034725" y="1954150"/>
            <a:ext cx="1408025" cy="171966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pic>
        <p:nvPicPr>
          <p:cNvPr descr="A cartoon character with orange and white face&#10;&#10;Description automatically generated" id="506" name="Google Shape;506;p37"/>
          <p:cNvPicPr preferRelativeResize="0"/>
          <p:nvPr/>
        </p:nvPicPr>
        <p:blipFill rotWithShape="1">
          <a:blip r:embed="rId3">
            <a:alphaModFix amt="91000"/>
          </a:blip>
          <a:srcRect b="0" l="0" r="0" t="0"/>
          <a:stretch/>
        </p:blipFill>
        <p:spPr>
          <a:xfrm>
            <a:off x="2144025" y="1988152"/>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507" name="Google Shape;507;p37"/>
          <p:cNvPicPr preferRelativeResize="0"/>
          <p:nvPr/>
        </p:nvPicPr>
        <p:blipFill rotWithShape="1">
          <a:blip r:embed="rId4">
            <a:alphaModFix/>
          </a:blip>
          <a:srcRect b="0" l="0" r="0" t="0"/>
          <a:stretch/>
        </p:blipFill>
        <p:spPr>
          <a:xfrm>
            <a:off x="5376675" y="1988142"/>
            <a:ext cx="1408025" cy="1719660"/>
          </a:xfrm>
          <a:prstGeom prst="rect">
            <a:avLst/>
          </a:prstGeom>
          <a:noFill/>
          <a:ln>
            <a:noFill/>
          </a:ln>
        </p:spPr>
      </p:pic>
      <p:pic>
        <p:nvPicPr>
          <p:cNvPr descr="Vanilla ice cream in cone vector image | Free SVG" id="508" name="Google Shape;508;p37"/>
          <p:cNvPicPr preferRelativeResize="0"/>
          <p:nvPr/>
        </p:nvPicPr>
        <p:blipFill rotWithShape="1">
          <a:blip r:embed="rId5">
            <a:alphaModFix/>
          </a:blip>
          <a:srcRect b="0" l="0" r="0" t="0"/>
          <a:stretch/>
        </p:blipFill>
        <p:spPr>
          <a:xfrm>
            <a:off x="3767325" y="2429119"/>
            <a:ext cx="1609350" cy="16093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descr="A cartoon character with orange and white face&#10;&#10;Description automatically generated" id="513" name="Google Shape;513;p38"/>
          <p:cNvPicPr preferRelativeResize="0"/>
          <p:nvPr/>
        </p:nvPicPr>
        <p:blipFill rotWithShape="1">
          <a:blip r:embed="rId3">
            <a:alphaModFix amt="91000"/>
          </a:blip>
          <a:srcRect b="0" l="0" r="0" t="0"/>
          <a:stretch/>
        </p:blipFill>
        <p:spPr>
          <a:xfrm>
            <a:off x="2208256"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514" name="Google Shape;514;p38"/>
          <p:cNvPicPr preferRelativeResize="0"/>
          <p:nvPr/>
        </p:nvPicPr>
        <p:blipFill rotWithShape="1">
          <a:blip r:embed="rId4">
            <a:alphaModFix/>
          </a:blip>
          <a:srcRect b="0" l="0" r="0" t="0"/>
          <a:stretch/>
        </p:blipFill>
        <p:spPr>
          <a:xfrm>
            <a:off x="5527719" y="2080915"/>
            <a:ext cx="1408025" cy="1719660"/>
          </a:xfrm>
          <a:prstGeom prst="rect">
            <a:avLst/>
          </a:prstGeom>
          <a:noFill/>
          <a:ln>
            <a:noFill/>
          </a:ln>
        </p:spPr>
      </p:pic>
      <p:pic>
        <p:nvPicPr>
          <p:cNvPr descr="Foffee collection | Free SVG" id="515" name="Google Shape;515;p38"/>
          <p:cNvPicPr preferRelativeResize="0"/>
          <p:nvPr/>
        </p:nvPicPr>
        <p:blipFill rotWithShape="1">
          <a:blip r:embed="rId5">
            <a:alphaModFix/>
          </a:blip>
          <a:srcRect b="0" l="0" r="0" t="0"/>
          <a:stretch/>
        </p:blipFill>
        <p:spPr>
          <a:xfrm>
            <a:off x="3921062" y="2289808"/>
            <a:ext cx="1301876" cy="13018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39"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id="521" name="Google Shape;521;p39" title="Public Domain Clip Art Image | Sandbox | ID: 13932766213513 ..."/>
          <p:cNvPicPr preferRelativeResize="0"/>
          <p:nvPr/>
        </p:nvPicPr>
        <p:blipFill rotWithShape="1">
          <a:blip r:embed="rId4">
            <a:alphaModFix/>
          </a:blip>
          <a:srcRect b="0" l="0" r="0" t="0"/>
          <a:stretch/>
        </p:blipFill>
        <p:spPr>
          <a:xfrm rot="-447145">
            <a:off x="3828550" y="2817775"/>
            <a:ext cx="3875828" cy="1262275"/>
          </a:xfrm>
          <a:prstGeom prst="rect">
            <a:avLst/>
          </a:prstGeom>
          <a:noFill/>
          <a:ln>
            <a:noFill/>
          </a:ln>
        </p:spPr>
      </p:pic>
      <p:sp>
        <p:nvSpPr>
          <p:cNvPr id="522" name="Google Shape;522;p39"/>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23" name="Google Shape;523;p39"/>
          <p:cNvPicPr preferRelativeResize="0"/>
          <p:nvPr/>
        </p:nvPicPr>
        <p:blipFill rotWithShape="1">
          <a:blip r:embed="rId5">
            <a:alphaModFix/>
          </a:blip>
          <a:srcRect b="0" l="0" r="0" t="0"/>
          <a:stretch/>
        </p:blipFill>
        <p:spPr>
          <a:xfrm>
            <a:off x="7511700" y="2253550"/>
            <a:ext cx="1487350" cy="1816549"/>
          </a:xfrm>
          <a:prstGeom prst="rect">
            <a:avLst/>
          </a:prstGeom>
          <a:noFill/>
          <a:ln>
            <a:noFill/>
          </a:ln>
        </p:spPr>
      </p:pic>
      <p:sp>
        <p:nvSpPr>
          <p:cNvPr id="524" name="Google Shape;524;p39"/>
          <p:cNvSpPr/>
          <p:nvPr/>
        </p:nvSpPr>
        <p:spPr>
          <a:xfrm flipH="1">
            <a:off x="2059563" y="1736409"/>
            <a:ext cx="1243201" cy="77382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25" name="Google Shape;525;p39"/>
          <p:cNvPicPr preferRelativeResize="0"/>
          <p:nvPr/>
        </p:nvPicPr>
        <p:blipFill rotWithShape="1">
          <a:blip r:embed="rId6">
            <a:alphaModFix/>
          </a:blip>
          <a:srcRect b="0" l="0" r="0" t="0"/>
          <a:stretch/>
        </p:blipFill>
        <p:spPr>
          <a:xfrm>
            <a:off x="2556516" y="2346673"/>
            <a:ext cx="1437410" cy="1755556"/>
          </a:xfrm>
          <a:prstGeom prst="rect">
            <a:avLst/>
          </a:prstGeom>
          <a:noFill/>
          <a:ln>
            <a:noFill/>
          </a:ln>
        </p:spPr>
      </p:pic>
      <p:pic>
        <p:nvPicPr>
          <p:cNvPr id="526" name="Google Shape;526;p39"/>
          <p:cNvPicPr preferRelativeResize="0"/>
          <p:nvPr/>
        </p:nvPicPr>
        <p:blipFill rotWithShape="1">
          <a:blip r:embed="rId7">
            <a:alphaModFix/>
          </a:blip>
          <a:srcRect b="0" l="0" r="0" t="0"/>
          <a:stretch/>
        </p:blipFill>
        <p:spPr>
          <a:xfrm>
            <a:off x="3747150" y="1780063"/>
            <a:ext cx="706850" cy="730174"/>
          </a:xfrm>
          <a:prstGeom prst="rect">
            <a:avLst/>
          </a:prstGeom>
          <a:noFill/>
          <a:ln>
            <a:noFill/>
          </a:ln>
        </p:spPr>
      </p:pic>
      <p:pic>
        <p:nvPicPr>
          <p:cNvPr descr="Elephant | Free Stock Photo | Illustration of an elephant | # 11454" id="527" name="Google Shape;527;p39"/>
          <p:cNvPicPr preferRelativeResize="0"/>
          <p:nvPr/>
        </p:nvPicPr>
        <p:blipFill rotWithShape="1">
          <a:blip r:embed="rId8">
            <a:alphaModFix/>
          </a:blip>
          <a:srcRect b="0" l="0" r="0" t="0"/>
          <a:stretch/>
        </p:blipFill>
        <p:spPr>
          <a:xfrm>
            <a:off x="2222538" y="1780063"/>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525"/>
                                        </p:tgtEl>
                                        <p:attrNameLst>
                                          <p:attrName>style.visibility</p:attrName>
                                        </p:attrNameLst>
                                      </p:cBhvr>
                                      <p:to>
                                        <p:strVal val="visible"/>
                                      </p:to>
                                    </p:set>
                                    <p:anim calcmode="lin" valueType="num">
                                      <p:cBhvr additive="base">
                                        <p:cTn dur="1800"/>
                                        <p:tgtEl>
                                          <p:spTgt spid="52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23"/>
                                        </p:tgtEl>
                                        <p:attrNameLst>
                                          <p:attrName>style.visibility</p:attrName>
                                        </p:attrNameLst>
                                      </p:cBhvr>
                                      <p:to>
                                        <p:strVal val="visible"/>
                                      </p:to>
                                    </p:set>
                                    <p:anim calcmode="lin" valueType="num">
                                      <p:cBhvr additive="base">
                                        <p:cTn dur="1700"/>
                                        <p:tgtEl>
                                          <p:spTgt spid="52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pic>
        <p:nvPicPr>
          <p:cNvPr descr="A cartoon of a white and purple animal&#10;&#10;Description automatically generated" id="532" name="Google Shape;532;p40"/>
          <p:cNvPicPr preferRelativeResize="0"/>
          <p:nvPr/>
        </p:nvPicPr>
        <p:blipFill rotWithShape="1">
          <a:blip r:embed="rId3">
            <a:alphaModFix/>
          </a:blip>
          <a:srcRect b="0" l="10180" r="-10180" t="0"/>
          <a:stretch/>
        </p:blipFill>
        <p:spPr>
          <a:xfrm>
            <a:off x="2432641" y="2222798"/>
            <a:ext cx="1437410" cy="1755556"/>
          </a:xfrm>
          <a:prstGeom prst="rect">
            <a:avLst/>
          </a:prstGeom>
          <a:noFill/>
          <a:ln>
            <a:noFill/>
          </a:ln>
        </p:spPr>
      </p:pic>
      <p:pic>
        <p:nvPicPr>
          <p:cNvPr descr="A cartoon of a white and purple animal&#10;&#10;Description automatically generated" id="533" name="Google Shape;533;p40"/>
          <p:cNvPicPr preferRelativeResize="0"/>
          <p:nvPr/>
        </p:nvPicPr>
        <p:blipFill rotWithShape="1">
          <a:blip r:embed="rId3">
            <a:alphaModFix/>
          </a:blip>
          <a:srcRect b="2250" l="0" r="0" t="-2250"/>
          <a:stretch/>
        </p:blipFill>
        <p:spPr>
          <a:xfrm>
            <a:off x="4776950" y="1531500"/>
            <a:ext cx="2049525" cy="2503151"/>
          </a:xfrm>
          <a:prstGeom prst="rect">
            <a:avLst/>
          </a:prstGeom>
          <a:noFill/>
          <a:ln>
            <a:noFill/>
          </a:ln>
        </p:spPr>
      </p:pic>
      <p:pic>
        <p:nvPicPr>
          <p:cNvPr descr="Small Trees | Free SVG" id="534" name="Google Shape;534;p40"/>
          <p:cNvPicPr preferRelativeResize="0"/>
          <p:nvPr/>
        </p:nvPicPr>
        <p:blipFill rotWithShape="1">
          <a:blip r:embed="rId4">
            <a:alphaModFix/>
          </a:blip>
          <a:srcRect b="0" l="0" r="0" t="0"/>
          <a:stretch/>
        </p:blipFill>
        <p:spPr>
          <a:xfrm>
            <a:off x="78150" y="304800"/>
            <a:ext cx="2044400" cy="2044400"/>
          </a:xfrm>
          <a:prstGeom prst="rect">
            <a:avLst/>
          </a:prstGeom>
          <a:noFill/>
          <a:ln>
            <a:noFill/>
          </a:ln>
        </p:spPr>
      </p:pic>
      <p:pic>
        <p:nvPicPr>
          <p:cNvPr descr="Small Trees | Free SVG" id="535" name="Google Shape;535;p40"/>
          <p:cNvPicPr preferRelativeResize="0"/>
          <p:nvPr/>
        </p:nvPicPr>
        <p:blipFill rotWithShape="1">
          <a:blip r:embed="rId4">
            <a:alphaModFix/>
          </a:blip>
          <a:srcRect b="0" l="0" r="0" t="0"/>
          <a:stretch/>
        </p:blipFill>
        <p:spPr>
          <a:xfrm>
            <a:off x="6716925" y="304800"/>
            <a:ext cx="2044399" cy="2044400"/>
          </a:xfrm>
          <a:prstGeom prst="rect">
            <a:avLst/>
          </a:prstGeom>
          <a:noFill/>
          <a:ln>
            <a:noFill/>
          </a:ln>
        </p:spPr>
      </p:pic>
      <p:sp>
        <p:nvSpPr>
          <p:cNvPr id="536" name="Google Shape;536;p40"/>
          <p:cNvSpPr/>
          <p:nvPr/>
        </p:nvSpPr>
        <p:spPr>
          <a:xfrm>
            <a:off x="3096100" y="1650975"/>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40"/>
          <p:cNvSpPr/>
          <p:nvPr/>
        </p:nvSpPr>
        <p:spPr>
          <a:xfrm flipH="1">
            <a:off x="1732600" y="1671225"/>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538" name="Google Shape;538;p40"/>
          <p:cNvPicPr preferRelativeResize="0"/>
          <p:nvPr/>
        </p:nvPicPr>
        <p:blipFill rotWithShape="1">
          <a:blip r:embed="rId5">
            <a:alphaModFix/>
          </a:blip>
          <a:srcRect b="0" l="0" r="0" t="0"/>
          <a:stretch/>
        </p:blipFill>
        <p:spPr>
          <a:xfrm>
            <a:off x="1882751" y="1707081"/>
            <a:ext cx="917249" cy="709482"/>
          </a:xfrm>
          <a:prstGeom prst="rect">
            <a:avLst/>
          </a:prstGeom>
          <a:noFill/>
          <a:ln>
            <a:noFill/>
          </a:ln>
        </p:spPr>
      </p:pic>
      <p:pic>
        <p:nvPicPr>
          <p:cNvPr id="539" name="Google Shape;539;p40"/>
          <p:cNvPicPr preferRelativeResize="0"/>
          <p:nvPr/>
        </p:nvPicPr>
        <p:blipFill rotWithShape="1">
          <a:blip r:embed="rId6">
            <a:alphaModFix/>
          </a:blip>
          <a:srcRect b="0" l="0" r="0" t="0"/>
          <a:stretch/>
        </p:blipFill>
        <p:spPr>
          <a:xfrm>
            <a:off x="3344324" y="1712488"/>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33"/>
                                        </p:tgtEl>
                                        <p:attrNameLst>
                                          <p:attrName>style.visibility</p:attrName>
                                        </p:attrNameLst>
                                      </p:cBhvr>
                                      <p:to>
                                        <p:strVal val="visible"/>
                                      </p:to>
                                    </p:set>
                                    <p:anim calcmode="lin" valueType="num">
                                      <p:cBhvr additive="base">
                                        <p:cTn dur="1500"/>
                                        <p:tgtEl>
                                          <p:spTgt spid="53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pic>
        <p:nvPicPr>
          <p:cNvPr descr="A cartoon of a white and purple animal&#10;&#10;Description automatically generated" id="544" name="Google Shape;544;p41"/>
          <p:cNvPicPr preferRelativeResize="0"/>
          <p:nvPr/>
        </p:nvPicPr>
        <p:blipFill rotWithShape="1">
          <a:blip r:embed="rId3">
            <a:alphaModFix/>
          </a:blip>
          <a:srcRect b="0" l="10180" r="-10180" t="0"/>
          <a:stretch/>
        </p:blipFill>
        <p:spPr>
          <a:xfrm>
            <a:off x="2353816" y="2234048"/>
            <a:ext cx="1437410" cy="1755556"/>
          </a:xfrm>
          <a:prstGeom prst="rect">
            <a:avLst/>
          </a:prstGeom>
          <a:noFill/>
          <a:ln>
            <a:noFill/>
          </a:ln>
        </p:spPr>
      </p:pic>
      <p:pic>
        <p:nvPicPr>
          <p:cNvPr descr="A cartoon of a white and purple animal&#10;&#10;Description automatically generated" id="545" name="Google Shape;545;p41"/>
          <p:cNvPicPr preferRelativeResize="0"/>
          <p:nvPr/>
        </p:nvPicPr>
        <p:blipFill rotWithShape="1">
          <a:blip r:embed="rId4">
            <a:alphaModFix/>
          </a:blip>
          <a:srcRect b="2250" l="0" r="0" t="-2250"/>
          <a:stretch/>
        </p:blipFill>
        <p:spPr>
          <a:xfrm>
            <a:off x="4776950" y="1531500"/>
            <a:ext cx="2049525" cy="2503151"/>
          </a:xfrm>
          <a:prstGeom prst="rect">
            <a:avLst/>
          </a:prstGeom>
          <a:noFill/>
          <a:ln>
            <a:noFill/>
          </a:ln>
        </p:spPr>
      </p:pic>
      <p:pic>
        <p:nvPicPr>
          <p:cNvPr descr="Small Trees | Free SVG" id="546" name="Google Shape;546;p41"/>
          <p:cNvPicPr preferRelativeResize="0"/>
          <p:nvPr/>
        </p:nvPicPr>
        <p:blipFill rotWithShape="1">
          <a:blip r:embed="rId5">
            <a:alphaModFix/>
          </a:blip>
          <a:srcRect b="0" l="0" r="0" t="0"/>
          <a:stretch/>
        </p:blipFill>
        <p:spPr>
          <a:xfrm>
            <a:off x="100675" y="259775"/>
            <a:ext cx="2044400" cy="2044400"/>
          </a:xfrm>
          <a:prstGeom prst="rect">
            <a:avLst/>
          </a:prstGeom>
          <a:noFill/>
          <a:ln>
            <a:noFill/>
          </a:ln>
        </p:spPr>
      </p:pic>
      <p:pic>
        <p:nvPicPr>
          <p:cNvPr descr="Small Trees | Free SVG" id="547" name="Google Shape;547;p41"/>
          <p:cNvPicPr preferRelativeResize="0"/>
          <p:nvPr/>
        </p:nvPicPr>
        <p:blipFill rotWithShape="1">
          <a:blip r:embed="rId5">
            <a:alphaModFix/>
          </a:blip>
          <a:srcRect b="0" l="0" r="0" t="0"/>
          <a:stretch/>
        </p:blipFill>
        <p:spPr>
          <a:xfrm>
            <a:off x="6998250" y="389650"/>
            <a:ext cx="2044399" cy="2044400"/>
          </a:xfrm>
          <a:prstGeom prst="rect">
            <a:avLst/>
          </a:prstGeom>
          <a:noFill/>
          <a:ln>
            <a:noFill/>
          </a:ln>
        </p:spPr>
      </p:pic>
      <p:sp>
        <p:nvSpPr>
          <p:cNvPr id="548" name="Google Shape;548;p41"/>
          <p:cNvSpPr/>
          <p:nvPr/>
        </p:nvSpPr>
        <p:spPr>
          <a:xfrm>
            <a:off x="2893375" y="1648700"/>
            <a:ext cx="1193450"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41"/>
          <p:cNvSpPr/>
          <p:nvPr/>
        </p:nvSpPr>
        <p:spPr>
          <a:xfrm flipH="1">
            <a:off x="1529900" y="16487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550" name="Google Shape;550;p41"/>
          <p:cNvPicPr preferRelativeResize="0"/>
          <p:nvPr/>
        </p:nvPicPr>
        <p:blipFill rotWithShape="1">
          <a:blip r:embed="rId6">
            <a:alphaModFix/>
          </a:blip>
          <a:srcRect b="0" l="0" r="0" t="0"/>
          <a:stretch/>
        </p:blipFill>
        <p:spPr>
          <a:xfrm>
            <a:off x="1727404" y="1700309"/>
            <a:ext cx="917249" cy="709482"/>
          </a:xfrm>
          <a:prstGeom prst="rect">
            <a:avLst/>
          </a:prstGeom>
          <a:noFill/>
          <a:ln>
            <a:noFill/>
          </a:ln>
        </p:spPr>
      </p:pic>
      <p:pic>
        <p:nvPicPr>
          <p:cNvPr id="551" name="Google Shape;551;p41"/>
          <p:cNvPicPr preferRelativeResize="0"/>
          <p:nvPr/>
        </p:nvPicPr>
        <p:blipFill rotWithShape="1">
          <a:blip r:embed="rId7">
            <a:alphaModFix/>
          </a:blip>
          <a:srcRect b="0" l="0" r="0" t="0"/>
          <a:stretch/>
        </p:blipFill>
        <p:spPr>
          <a:xfrm>
            <a:off x="3108187" y="1703876"/>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45"/>
                                        </p:tgtEl>
                                        <p:attrNameLst>
                                          <p:attrName>style.visibility</p:attrName>
                                        </p:attrNameLst>
                                      </p:cBhvr>
                                      <p:to>
                                        <p:strVal val="visible"/>
                                      </p:to>
                                    </p:set>
                                    <p:anim calcmode="lin" valueType="num">
                                      <p:cBhvr additive="base">
                                        <p:cTn dur="1600"/>
                                        <p:tgtEl>
                                          <p:spTgt spid="5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5" name="Shape 555"/>
        <p:cNvGrpSpPr/>
        <p:nvPr/>
      </p:nvGrpSpPr>
      <p:grpSpPr>
        <a:xfrm>
          <a:off x="0" y="0"/>
          <a:ext cx="0" cy="0"/>
          <a:chOff x="0" y="0"/>
          <a:chExt cx="0" cy="0"/>
        </a:xfrm>
      </p:grpSpPr>
      <p:sp>
        <p:nvSpPr>
          <p:cNvPr id="556" name="Google Shape;556;p42"/>
          <p:cNvSpPr/>
          <p:nvPr/>
        </p:nvSpPr>
        <p:spPr>
          <a:xfrm>
            <a:off x="1143" y="0"/>
            <a:ext cx="9141900" cy="51435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A blue sky with clouds and text&#10;&#10;Description automatically generated" id="557" name="Google Shape;557;p42"/>
          <p:cNvPicPr preferRelativeResize="0"/>
          <p:nvPr/>
        </p:nvPicPr>
        <p:blipFill rotWithShape="1">
          <a:blip r:embed="rId3">
            <a:alphaModFix/>
          </a:blip>
          <a:srcRect b="19" l="0" r="0" t="0"/>
          <a:stretch/>
        </p:blipFill>
        <p:spPr>
          <a:xfrm>
            <a:off x="15" y="962"/>
            <a:ext cx="9143987" cy="514253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4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63" name="Google Shape;563;p4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64" name="Google Shape;564;p43"/>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4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70" name="Google Shape;570;p4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71" name="Google Shape;571;p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