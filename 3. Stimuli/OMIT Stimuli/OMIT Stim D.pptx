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j1luxtrI6n4EFiXTfkV80R2glI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even after learning an interesting fact about elephants.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100">
                <a:solidFill>
                  <a:schemeClr val="dk1"/>
                </a:solidFill>
              </a:rPr>
              <a:t>On the way home, Kendall saw a classmate named Cameron. Cameron said “Hey Kendall! How was school today?” </a:t>
            </a:r>
            <a:endParaRPr/>
          </a:p>
          <a:p>
            <a:pPr indent="0" lvl="0" marL="0" rtl="0" algn="l">
              <a:lnSpc>
                <a:spcPct val="100000"/>
              </a:lnSpc>
              <a:spcBef>
                <a:spcPts val="0"/>
              </a:spcBef>
              <a:spcAft>
                <a:spcPts val="0"/>
              </a:spcAft>
              <a:buSzPts val="1100"/>
              <a:buNone/>
            </a:pPr>
            <a:r>
              <a:t/>
            </a:r>
            <a:endParaRPr sz="1100"/>
          </a:p>
          <a:p>
            <a:pPr indent="0" lvl="0" marL="0" rtl="0" algn="l">
              <a:lnSpc>
                <a:spcPct val="100000"/>
              </a:lnSpc>
              <a:spcBef>
                <a:spcPts val="0"/>
              </a:spcBef>
              <a:spcAft>
                <a:spcPts val="0"/>
              </a:spcAft>
              <a:buSzPts val="1100"/>
              <a:buNone/>
            </a:pPr>
            <a:r>
              <a:rPr lang="en" sz="1100"/>
              <a:t>Kendall told Cameron that he was feeling happy today. </a:t>
            </a:r>
            <a:r>
              <a:rPr b="1" lang="en" sz="1100"/>
              <a:t>[click 2x]</a:t>
            </a:r>
            <a:endParaRPr/>
          </a:p>
          <a:p>
            <a:pPr indent="0" lvl="0" marL="0" rtl="0" algn="l">
              <a:lnSpc>
                <a:spcPct val="115000"/>
              </a:lnSpc>
              <a:spcBef>
                <a:spcPts val="0"/>
              </a:spcBef>
              <a:spcAft>
                <a:spcPts val="0"/>
              </a:spcAft>
              <a:buClr>
                <a:schemeClr val="dk1"/>
              </a:buClr>
              <a:buSzPts val="1100"/>
              <a:buFont typeface="Arial"/>
              <a:buNone/>
            </a:pPr>
            <a:r>
              <a:t/>
            </a:r>
            <a:endParaRPr b="1"/>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000000"/>
                </a:solidFill>
              </a:rPr>
              <a:t>But </a:t>
            </a:r>
            <a:r>
              <a:rPr lang="en" sz="1200">
                <a:solidFill>
                  <a:schemeClr val="dk1"/>
                </a:solidFill>
              </a:rPr>
              <a:t>Kendall did not tell Cameron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Kendall saw another classmate named Riley. Riley said “Hey Kendall! How was school today?” Kendall did not tell Riley that he was feeling happy today. </a:t>
            </a:r>
            <a:r>
              <a:rPr b="1" lang="en" sz="1200">
                <a:solidFill>
                  <a:schemeClr val="dk1"/>
                </a:solidFill>
              </a:rPr>
              <a:t>[click 3x]</a:t>
            </a:r>
            <a:endParaRPr b="1"/>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t>But Kendall did tell Riley about how he learned that elephants move mostly in the morning. </a:t>
            </a:r>
            <a:r>
              <a:rPr b="1" lang="en" sz="1200"/>
              <a:t>[click 2x]</a:t>
            </a:r>
            <a:endParaRPr b="1"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feeling happy?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4" name="Google Shape;264;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elephants?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feeling happy today or about the elephants?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Kendall saw his mom in the park! Kendall’s mom said “Hey Kendall how was school today?” Do you think Kendall should tell his mom about the elephants or about feeling happy today?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Kendall saw his friend’s mom and she said “Hey Kendall! How was school today?” Do you think Kendall should tell her about the elephants or that he’s feeling happy today?</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Orin. Orin said “Hi Percy! How was school today?”</a:t>
            </a:r>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Orin that he was feeling sad today. </a:t>
            </a:r>
            <a:r>
              <a:rPr b="1" lang="en" sz="1200">
                <a:solidFill>
                  <a:schemeClr val="dk1"/>
                </a:solidFill>
              </a:rPr>
              <a:t>[click 2x]</a:t>
            </a:r>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not tell Orin about how he learned foxes move without making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Percy saw another classmate named Avery. Avery said “Hi Percy! How was school today?” Percy did not tell Avery that he was feeling sad today. </a:t>
            </a:r>
            <a:r>
              <a:rPr b="1" lang="en" sz="1200">
                <a:solidFill>
                  <a:schemeClr val="dk1"/>
                </a:solidFill>
              </a:rPr>
              <a:t>[click 3x]</a:t>
            </a:r>
            <a:endParaRPr b="1"/>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Avery about how he learned foxes move without making sounds.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a:p>
            <a:pPr indent="0" lvl="0" marL="0" rtl="0" algn="l">
              <a:lnSpc>
                <a:spcPct val="100000"/>
              </a:lnSpc>
              <a:spcBef>
                <a:spcPts val="0"/>
              </a:spcBef>
              <a:spcAft>
                <a:spcPts val="0"/>
              </a:spcAft>
              <a:buSzPts val="1100"/>
              <a:buNone/>
            </a:pPr>
            <a:r>
              <a:rPr lang="en" sz="1800">
                <a:solidFill>
                  <a:schemeClr val="accent1"/>
                </a:solidFill>
              </a:rPr>
              <a:t>[wait for and record the child’s response]</a:t>
            </a:r>
            <a:endParaRPr sz="1800">
              <a:solidFill>
                <a:schemeClr val="accent1"/>
              </a:solidFill>
            </a:endParaRPr>
          </a:p>
          <a:p>
            <a:pPr indent="0" lvl="0" marL="0" rtl="0" algn="l">
              <a:lnSpc>
                <a:spcPct val="100000"/>
              </a:lnSpc>
              <a:spcBef>
                <a:spcPts val="0"/>
              </a:spcBef>
              <a:spcAft>
                <a:spcPts val="0"/>
              </a:spcAft>
              <a:buSzPts val="1100"/>
              <a:buNone/>
            </a:pPr>
            <a:r>
              <a:t/>
            </a:r>
            <a:endParaRPr sz="1800">
              <a:solidFill>
                <a:schemeClr val="accent1"/>
              </a:solidFill>
            </a:endParaRPr>
          </a:p>
          <a:p>
            <a:pPr indent="0" lvl="0" marL="0" rtl="0" algn="l">
              <a:lnSpc>
                <a:spcPct val="100000"/>
              </a:lnSpc>
              <a:spcBef>
                <a:spcPts val="0"/>
              </a:spcBef>
              <a:spcAft>
                <a:spcPts val="0"/>
              </a:spcAft>
              <a:buSzPts val="1100"/>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7" name="Google Shape;447;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feeling sad today or about the foxes?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After the playground, Percy saw his mom in the park! Percy’s mom said “Hey Percy how was school today?” Do you think Percy should tell his mom about feeling sad today or about the foxes?</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friend’s mom and she said “Hey Percy! How was school today?” Do you think Percy should tell her that he’s feeling sad or about the foxes?</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3.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2.jp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14.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9.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7.png"/><Relationship Id="rId5" Type="http://schemas.openxmlformats.org/officeDocument/2006/relationships/image" Target="../media/image14.png"/><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23.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32.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 Id="rId3" Type="http://schemas.openxmlformats.org/officeDocument/2006/relationships/image" Target="../media/image26.pn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9.png"/><Relationship Id="rId5" Type="http://schemas.openxmlformats.org/officeDocument/2006/relationships/image" Target="../media/image17.png"/><Relationship Id="rId6" Type="http://schemas.openxmlformats.org/officeDocument/2006/relationships/image" Target="../media/image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26.png"/><Relationship Id="rId4" Type="http://schemas.openxmlformats.org/officeDocument/2006/relationships/image" Target="../media/image17.png"/><Relationship Id="rId5" Type="http://schemas.openxmlformats.org/officeDocument/2006/relationships/image" Target="../media/image2.jpg"/><Relationship Id="rId6"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22.png"/><Relationship Id="rId5" Type="http://schemas.openxmlformats.org/officeDocument/2006/relationships/image" Target="../media/image44.png"/><Relationship Id="rId6" Type="http://schemas.openxmlformats.org/officeDocument/2006/relationships/image" Target="../media/image40.png"/><Relationship Id="rId7"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 Id="rId3" Type="http://schemas.openxmlformats.org/officeDocument/2006/relationships/image" Target="../media/image26.png"/><Relationship Id="rId4" Type="http://schemas.openxmlformats.org/officeDocument/2006/relationships/image" Target="../media/image22.png"/><Relationship Id="rId5" Type="http://schemas.openxmlformats.org/officeDocument/2006/relationships/image" Target="../media/image44.png"/><Relationship Id="rId6" Type="http://schemas.openxmlformats.org/officeDocument/2006/relationships/image" Target="../media/image29.png"/><Relationship Id="rId7"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22.png"/><Relationship Id="rId6" Type="http://schemas.openxmlformats.org/officeDocument/2006/relationships/image" Target="../media/image44.png"/><Relationship Id="rId7"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22.png"/><Relationship Id="rId6" Type="http://schemas.openxmlformats.org/officeDocument/2006/relationships/image" Target="../media/image44.png"/><Relationship Id="rId7"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3.xml"/><Relationship Id="rId3" Type="http://schemas.openxmlformats.org/officeDocument/2006/relationships/image" Target="../media/image1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45.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45.png"/><Relationship Id="rId4" Type="http://schemas.openxmlformats.org/officeDocument/2006/relationships/image" Target="../media/image38.png"/><Relationship Id="rId5"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45.png"/><Relationship Id="rId4" Type="http://schemas.openxmlformats.org/officeDocument/2006/relationships/image" Target="../media/image38.png"/><Relationship Id="rId5"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36.png"/><Relationship Id="rId6" Type="http://schemas.openxmlformats.org/officeDocument/2006/relationships/image" Target="../media/image29.png"/><Relationship Id="rId7" Type="http://schemas.openxmlformats.org/officeDocument/2006/relationships/image" Target="../media/image53.png"/><Relationship Id="rId8"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16.png"/><Relationship Id="rId4" Type="http://schemas.openxmlformats.org/officeDocument/2006/relationships/image" Target="../media/image26.png"/><Relationship Id="rId5" Type="http://schemas.openxmlformats.org/officeDocument/2006/relationships/image" Target="../media/image40.png"/><Relationship Id="rId6"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26.png"/><Relationship Id="rId4" Type="http://schemas.openxmlformats.org/officeDocument/2006/relationships/image" Target="../media/image48.png"/><Relationship Id="rId5" Type="http://schemas.openxmlformats.org/officeDocument/2006/relationships/image" Target="../media/image40.png"/><Relationship Id="rId6" Type="http://schemas.openxmlformats.org/officeDocument/2006/relationships/image" Target="../media/image29.png"/><Relationship Id="rId7"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9" name="Shape 189"/>
        <p:cNvGrpSpPr/>
        <p:nvPr/>
      </p:nvGrpSpPr>
      <p:grpSpPr>
        <a:xfrm>
          <a:off x="0" y="0"/>
          <a:ext cx="0" cy="0"/>
          <a:chOff x="0" y="0"/>
          <a:chExt cx="0" cy="0"/>
        </a:xfrm>
      </p:grpSpPr>
      <p:sp>
        <p:nvSpPr>
          <p:cNvPr id="190" name="Google Shape;190;p6"/>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descr="A cartoon of a white and purple animal&#10;&#10;Description automatically generated" id="195" name="Google Shape;195;p7"/>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196" name="Google Shape;196;p7"/>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5"/>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04" name="Google Shape;204;p8"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205" name="Google Shape;205;p8"/>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213" name="Google Shape;213;p9"/>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19" name="Google Shape;219;p1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0" name="Google Shape;220;p10"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21" name="Google Shape;221;p10"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id="222" name="Google Shape;222;p10"/>
          <p:cNvPicPr preferRelativeResize="0"/>
          <p:nvPr/>
        </p:nvPicPr>
        <p:blipFill rotWithShape="1">
          <a:blip r:embed="rId5">
            <a:alphaModFix/>
          </a:blip>
          <a:srcRect b="0" l="0" r="0" t="0"/>
          <a:stretch/>
        </p:blipFill>
        <p:spPr>
          <a:xfrm>
            <a:off x="3833000" y="1927538"/>
            <a:ext cx="706850" cy="730174"/>
          </a:xfrm>
          <a:prstGeom prst="rect">
            <a:avLst/>
          </a:prstGeom>
          <a:noFill/>
          <a:ln>
            <a:noFill/>
          </a:ln>
        </p:spPr>
      </p:pic>
      <p:pic>
        <p:nvPicPr>
          <p:cNvPr descr="A cartoon character with orange and white face&#10;&#10;Description automatically generated" id="223" name="Google Shape;223;p10"/>
          <p:cNvPicPr preferRelativeResize="0"/>
          <p:nvPr/>
        </p:nvPicPr>
        <p:blipFill rotWithShape="1">
          <a:blip r:embed="rId6">
            <a:alphaModFix amt="91000"/>
          </a:blip>
          <a:srcRect b="0" l="0" r="0" t="0"/>
          <a:stretch/>
        </p:blipFill>
        <p:spPr>
          <a:xfrm>
            <a:off x="4792277" y="2346673"/>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75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23"/>
                                        </p:tgtEl>
                                        <p:attrNameLst>
                                          <p:attrName>style.visibility</p:attrName>
                                        </p:attrNameLst>
                                      </p:cBhvr>
                                      <p:to>
                                        <p:strVal val="visible"/>
                                      </p:to>
                                    </p:set>
                                    <p:anim calcmode="lin" valueType="num">
                                      <p:cBhvr additive="base">
                                        <p:cTn dur="750"/>
                                        <p:tgtEl>
                                          <p:spTgt spid="2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29" name="Google Shape;229;p1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0" name="Google Shape;230;p11"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31" name="Google Shape;231;p11"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232" name="Google Shape;232;p11"/>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233" name="Google Shape;233;p11"/>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234" name="Google Shape;234;p11"/>
          <p:cNvPicPr preferRelativeResize="0"/>
          <p:nvPr/>
        </p:nvPicPr>
        <p:blipFill rotWithShape="1">
          <a:blip r:embed="rId6">
            <a:alphaModFix amt="91000"/>
          </a:blip>
          <a:srcRect b="0" l="0" r="0" t="0"/>
          <a:stretch/>
        </p:blipFill>
        <p:spPr>
          <a:xfrm>
            <a:off x="4792270" y="2346673"/>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240" name="Google Shape;240;p12"/>
          <p:cNvPicPr preferRelativeResize="0"/>
          <p:nvPr/>
        </p:nvPicPr>
        <p:blipFill rotWithShape="1">
          <a:blip r:embed="rId4">
            <a:alphaModFix/>
          </a:blip>
          <a:srcRect b="0" l="0" r="0" t="0"/>
          <a:stretch/>
        </p:blipFill>
        <p:spPr>
          <a:xfrm>
            <a:off x="4844425" y="2490625"/>
            <a:ext cx="1367325" cy="1669949"/>
          </a:xfrm>
          <a:prstGeom prst="rect">
            <a:avLst/>
          </a:prstGeom>
          <a:noFill/>
          <a:ln>
            <a:noFill/>
          </a:ln>
        </p:spPr>
      </p:pic>
      <p:sp>
        <p:nvSpPr>
          <p:cNvPr id="241" name="Google Shape;241;p12"/>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2" name="Google Shape;242;p12"/>
          <p:cNvPicPr preferRelativeResize="0"/>
          <p:nvPr/>
        </p:nvPicPr>
        <p:blipFill rotWithShape="1">
          <a:blip r:embed="rId5">
            <a:alphaModFix/>
          </a:blip>
          <a:srcRect b="0" l="0" r="0" t="0"/>
          <a:stretch/>
        </p:blipFill>
        <p:spPr>
          <a:xfrm>
            <a:off x="3830100" y="1927538"/>
            <a:ext cx="706850" cy="730174"/>
          </a:xfrm>
          <a:prstGeom prst="rect">
            <a:avLst/>
          </a:prstGeom>
          <a:noFill/>
          <a:ln>
            <a:noFill/>
          </a:ln>
        </p:spPr>
      </p:pic>
      <p:sp>
        <p:nvSpPr>
          <p:cNvPr id="243" name="Google Shape;243;p12"/>
          <p:cNvSpPr/>
          <p:nvPr/>
        </p:nvSpPr>
        <p:spPr>
          <a:xfrm>
            <a:off x="3982415" y="2204060"/>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4" name="Google Shape;244;p12" title="House icon vector clip art | Free SVG"/>
          <p:cNvPicPr preferRelativeResize="0"/>
          <p:nvPr/>
        </p:nvPicPr>
        <p:blipFill rotWithShape="1">
          <a:blip r:embed="rId6">
            <a:alphaModFix/>
          </a:blip>
          <a:srcRect b="0" l="0" r="0" t="0"/>
          <a:stretch/>
        </p:blipFill>
        <p:spPr>
          <a:xfrm>
            <a:off x="5880175" y="494425"/>
            <a:ext cx="2414224" cy="2414225"/>
          </a:xfrm>
          <a:prstGeom prst="rect">
            <a:avLst/>
          </a:prstGeom>
          <a:noFill/>
          <a:ln>
            <a:noFill/>
          </a:ln>
        </p:spPr>
      </p:pic>
      <p:pic>
        <p:nvPicPr>
          <p:cNvPr id="245" name="Google Shape;245;p12" title="House icon vector clip art | Free SVG"/>
          <p:cNvPicPr preferRelativeResize="0"/>
          <p:nvPr/>
        </p:nvPicPr>
        <p:blipFill rotWithShape="1">
          <a:blip r:embed="rId6">
            <a:alphaModFix/>
          </a:blip>
          <a:srcRect b="0" l="0" r="0" t="0"/>
          <a:stretch/>
        </p:blipFill>
        <p:spPr>
          <a:xfrm>
            <a:off x="619375" y="410250"/>
            <a:ext cx="2414225" cy="24142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0"/>
                                        </p:tgtEl>
                                        <p:attrNameLst>
                                          <p:attrName>style.visibility</p:attrName>
                                        </p:attrNameLst>
                                      </p:cBhvr>
                                      <p:to>
                                        <p:strVal val="visible"/>
                                      </p:to>
                                    </p:set>
                                    <p:anim calcmode="lin" valueType="num">
                                      <p:cBhvr additive="base">
                                        <p:cTn dur="750"/>
                                        <p:tgtEl>
                                          <p:spTgt spid="24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251" name="Google Shape;251;p13"/>
          <p:cNvPicPr preferRelativeResize="0"/>
          <p:nvPr/>
        </p:nvPicPr>
        <p:blipFill rotWithShape="1">
          <a:blip r:embed="rId4">
            <a:alphaModFix/>
          </a:blip>
          <a:srcRect b="0" l="0" r="0" t="0"/>
          <a:stretch/>
        </p:blipFill>
        <p:spPr>
          <a:xfrm>
            <a:off x="4847350" y="2476350"/>
            <a:ext cx="1367325" cy="1669949"/>
          </a:xfrm>
          <a:prstGeom prst="rect">
            <a:avLst/>
          </a:prstGeom>
          <a:noFill/>
          <a:ln>
            <a:noFill/>
          </a:ln>
        </p:spPr>
      </p:pic>
      <p:sp>
        <p:nvSpPr>
          <p:cNvPr id="252" name="Google Shape;252;p13"/>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3" name="Google Shape;253;p13"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254" name="Google Shape;254;p13"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255" name="Google Shape;255;p13"/>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1" name="Google Shape;261;p14"/>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267" name="Google Shape;267;p15"/>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mt="91000"/>
          </a:blip>
          <a:srcRect b="0" l="0" r="0" t="0"/>
          <a:stretch/>
        </p:blipFill>
        <p:spPr>
          <a:xfrm>
            <a:off x="2170522" y="1954160"/>
            <a:ext cx="1408018" cy="1719650"/>
          </a:xfrm>
          <a:prstGeom prst="rect">
            <a:avLst/>
          </a:prstGeom>
          <a:noFill/>
          <a:ln>
            <a:noFill/>
          </a:ln>
          <a:effectLst>
            <a:outerShdw blurRad="57150" rotWithShape="0" algn="bl" dir="6840000" dist="19050">
              <a:srgbClr val="000000">
                <a:alpha val="50980"/>
              </a:srgbClr>
            </a:outerShdw>
          </a:effectLst>
        </p:spPr>
      </p:pic>
      <p:sp>
        <p:nvSpPr>
          <p:cNvPr id="317" name="Google Shape;317;p18"/>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318" name="Google Shape;318;p18"/>
          <p:cNvPicPr preferRelativeResize="0"/>
          <p:nvPr/>
        </p:nvPicPr>
        <p:blipFill rotWithShape="1">
          <a:blip r:embed="rId4">
            <a:alphaModFix/>
          </a:blip>
          <a:srcRect b="0" l="0" r="0" t="0"/>
          <a:stretch/>
        </p:blipFill>
        <p:spPr>
          <a:xfrm>
            <a:off x="5034725" y="2015525"/>
            <a:ext cx="1408025" cy="17196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mt="91000"/>
          </a:blip>
          <a:srcRect b="0" l="0" r="0" t="0"/>
          <a:stretch/>
        </p:blipFill>
        <p:spPr>
          <a:xfrm>
            <a:off x="2144025" y="1988152"/>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5376675" y="2037267"/>
            <a:ext cx="1408025" cy="1719660"/>
          </a:xfrm>
          <a:prstGeom prst="rect">
            <a:avLst/>
          </a:prstGeom>
          <a:noFill/>
          <a:ln>
            <a:noFill/>
          </a:ln>
        </p:spPr>
      </p:pic>
      <p:pic>
        <p:nvPicPr>
          <p:cNvPr descr="Vanilla ice cream in cone vector image | Free SVG" id="325" name="Google Shape;325;p19"/>
          <p:cNvPicPr preferRelativeResize="0"/>
          <p:nvPr/>
        </p:nvPicPr>
        <p:blipFill rotWithShape="1">
          <a:blip r:embed="rId5">
            <a:alphaModFix/>
          </a:blip>
          <a:srcRect b="0" l="0" r="0" t="0"/>
          <a:stretch/>
        </p:blipFill>
        <p:spPr>
          <a:xfrm>
            <a:off x="3767325" y="2429119"/>
            <a:ext cx="1609350" cy="16093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mt="91000"/>
          </a:blip>
          <a:srcRect b="0" l="0" r="0" t="0"/>
          <a:stretch/>
        </p:blipFill>
        <p:spPr>
          <a:xfrm>
            <a:off x="2208256"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5527719" y="2080915"/>
            <a:ext cx="1408025" cy="1719660"/>
          </a:xfrm>
          <a:prstGeom prst="rect">
            <a:avLst/>
          </a:prstGeom>
          <a:noFill/>
          <a:ln>
            <a:noFill/>
          </a:ln>
        </p:spPr>
      </p:pic>
      <p:pic>
        <p:nvPicPr>
          <p:cNvPr descr="Foffee collection | Free SVG" id="332" name="Google Shape;332;p20"/>
          <p:cNvPicPr preferRelativeResize="0"/>
          <p:nvPr/>
        </p:nvPicPr>
        <p:blipFill rotWithShape="1">
          <a:blip r:embed="rId5">
            <a:alphaModFix/>
          </a:blip>
          <a:srcRect b="0" l="0" r="0" t="0"/>
          <a:stretch/>
        </p:blipFill>
        <p:spPr>
          <a:xfrm>
            <a:off x="3921062" y="2289808"/>
            <a:ext cx="1301876" cy="1301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338" name="Google Shape;338;p21"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339" name="Google Shape;339;p21"/>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0" name="Google Shape;340;p21"/>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341" name="Google Shape;341;p21"/>
          <p:cNvSpPr/>
          <p:nvPr/>
        </p:nvSpPr>
        <p:spPr>
          <a:xfrm flipH="1">
            <a:off x="2059563" y="1736409"/>
            <a:ext cx="1243201" cy="77382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2" name="Google Shape;342;p21"/>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343" name="Google Shape;343;p21"/>
          <p:cNvPicPr preferRelativeResize="0"/>
          <p:nvPr/>
        </p:nvPicPr>
        <p:blipFill rotWithShape="1">
          <a:blip r:embed="rId7">
            <a:alphaModFix/>
          </a:blip>
          <a:srcRect b="0" l="0" r="0" t="0"/>
          <a:stretch/>
        </p:blipFill>
        <p:spPr>
          <a:xfrm>
            <a:off x="3747150" y="1780063"/>
            <a:ext cx="706850" cy="730174"/>
          </a:xfrm>
          <a:prstGeom prst="rect">
            <a:avLst/>
          </a:prstGeom>
          <a:noFill/>
          <a:ln>
            <a:noFill/>
          </a:ln>
        </p:spPr>
      </p:pic>
      <p:pic>
        <p:nvPicPr>
          <p:cNvPr descr="Elephant | Free Stock Photo | Illustration of an elephant | # 11454" id="344" name="Google Shape;344;p21"/>
          <p:cNvPicPr preferRelativeResize="0"/>
          <p:nvPr/>
        </p:nvPicPr>
        <p:blipFill rotWithShape="1">
          <a:blip r:embed="rId8">
            <a:alphaModFix/>
          </a:blip>
          <a:srcRect b="0" l="0" r="0" t="0"/>
          <a:stretch/>
        </p:blipFill>
        <p:spPr>
          <a:xfrm>
            <a:off x="2222538" y="1780063"/>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42"/>
                                        </p:tgtEl>
                                        <p:attrNameLst>
                                          <p:attrName>style.visibility</p:attrName>
                                        </p:attrNameLst>
                                      </p:cBhvr>
                                      <p:to>
                                        <p:strVal val="visible"/>
                                      </p:to>
                                    </p:set>
                                    <p:anim calcmode="lin" valueType="num">
                                      <p:cBhvr additive="base">
                                        <p:cTn dur="1800"/>
                                        <p:tgtEl>
                                          <p:spTgt spid="34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0"/>
                                        </p:tgtEl>
                                        <p:attrNameLst>
                                          <p:attrName>style.visibility</p:attrName>
                                        </p:attrNameLst>
                                      </p:cBhvr>
                                      <p:to>
                                        <p:strVal val="visible"/>
                                      </p:to>
                                    </p:set>
                                    <p:anim calcmode="lin" valueType="num">
                                      <p:cBhvr additive="base">
                                        <p:cTn dur="1700"/>
                                        <p:tgtEl>
                                          <p:spTgt spid="34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A cartoon of a white and purple animal&#10;&#10;Description automatically generated" id="349" name="Google Shape;349;p22"/>
          <p:cNvPicPr preferRelativeResize="0"/>
          <p:nvPr/>
        </p:nvPicPr>
        <p:blipFill rotWithShape="1">
          <a:blip r:embed="rId3">
            <a:alphaModFix/>
          </a:blip>
          <a:srcRect b="0" l="10180" r="-10180" t="0"/>
          <a:stretch/>
        </p:blipFill>
        <p:spPr>
          <a:xfrm>
            <a:off x="2432641" y="2222798"/>
            <a:ext cx="1437410" cy="1755556"/>
          </a:xfrm>
          <a:prstGeom prst="rect">
            <a:avLst/>
          </a:prstGeom>
          <a:noFill/>
          <a:ln>
            <a:noFill/>
          </a:ln>
        </p:spPr>
      </p:pic>
      <p:pic>
        <p:nvPicPr>
          <p:cNvPr descr="A cartoon of a white and purple animal&#10;&#10;Description automatically generated" id="350" name="Google Shape;350;p22"/>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351" name="Google Shape;351;p22"/>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352" name="Google Shape;352;p22"/>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353" name="Google Shape;353;p22"/>
          <p:cNvSpPr/>
          <p:nvPr/>
        </p:nvSpPr>
        <p:spPr>
          <a:xfrm>
            <a:off x="3096100" y="1650975"/>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22"/>
          <p:cNvSpPr/>
          <p:nvPr/>
        </p:nvSpPr>
        <p:spPr>
          <a:xfrm flipH="1">
            <a:off x="1732600" y="1671225"/>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55" name="Google Shape;355;p22"/>
          <p:cNvPicPr preferRelativeResize="0"/>
          <p:nvPr/>
        </p:nvPicPr>
        <p:blipFill rotWithShape="1">
          <a:blip r:embed="rId5">
            <a:alphaModFix/>
          </a:blip>
          <a:srcRect b="0" l="0" r="0" t="0"/>
          <a:stretch/>
        </p:blipFill>
        <p:spPr>
          <a:xfrm>
            <a:off x="1882751" y="1707081"/>
            <a:ext cx="917249" cy="709482"/>
          </a:xfrm>
          <a:prstGeom prst="rect">
            <a:avLst/>
          </a:prstGeom>
          <a:noFill/>
          <a:ln>
            <a:noFill/>
          </a:ln>
        </p:spPr>
      </p:pic>
      <p:pic>
        <p:nvPicPr>
          <p:cNvPr id="356" name="Google Shape;356;p22"/>
          <p:cNvPicPr preferRelativeResize="0"/>
          <p:nvPr/>
        </p:nvPicPr>
        <p:blipFill rotWithShape="1">
          <a:blip r:embed="rId6">
            <a:alphaModFix/>
          </a:blip>
          <a:srcRect b="0" l="0" r="0" t="0"/>
          <a:stretch/>
        </p:blipFill>
        <p:spPr>
          <a:xfrm>
            <a:off x="3344324" y="1712488"/>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0"/>
                                        </p:tgtEl>
                                        <p:attrNameLst>
                                          <p:attrName>style.visibility</p:attrName>
                                        </p:attrNameLst>
                                      </p:cBhvr>
                                      <p:to>
                                        <p:strVal val="visible"/>
                                      </p:to>
                                    </p:set>
                                    <p:anim calcmode="lin" valueType="num">
                                      <p:cBhvr additive="base">
                                        <p:cTn dur="1500"/>
                                        <p:tgtEl>
                                          <p:spTgt spid="35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A cartoon of a white and purple animal&#10;&#10;Description automatically generated" id="361" name="Google Shape;361;p23"/>
          <p:cNvPicPr preferRelativeResize="0"/>
          <p:nvPr/>
        </p:nvPicPr>
        <p:blipFill rotWithShape="1">
          <a:blip r:embed="rId3">
            <a:alphaModFix/>
          </a:blip>
          <a:srcRect b="0" l="10180" r="-10180" t="0"/>
          <a:stretch/>
        </p:blipFill>
        <p:spPr>
          <a:xfrm>
            <a:off x="2353816" y="2234048"/>
            <a:ext cx="1437410" cy="1755556"/>
          </a:xfrm>
          <a:prstGeom prst="rect">
            <a:avLst/>
          </a:prstGeom>
          <a:noFill/>
          <a:ln>
            <a:noFill/>
          </a:ln>
        </p:spPr>
      </p:pic>
      <p:pic>
        <p:nvPicPr>
          <p:cNvPr descr="A cartoon of a white and purple animal&#10;&#10;Description automatically generated" id="362" name="Google Shape;362;p23"/>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363" name="Google Shape;363;p23"/>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364" name="Google Shape;364;p23"/>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365" name="Google Shape;365;p23"/>
          <p:cNvSpPr/>
          <p:nvPr/>
        </p:nvSpPr>
        <p:spPr>
          <a:xfrm>
            <a:off x="2893375" y="1648700"/>
            <a:ext cx="11934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23"/>
          <p:cNvSpPr/>
          <p:nvPr/>
        </p:nvSpPr>
        <p:spPr>
          <a:xfrm flipH="1">
            <a:off x="1529900" y="16487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67" name="Google Shape;367;p23"/>
          <p:cNvPicPr preferRelativeResize="0"/>
          <p:nvPr/>
        </p:nvPicPr>
        <p:blipFill rotWithShape="1">
          <a:blip r:embed="rId6">
            <a:alphaModFix/>
          </a:blip>
          <a:srcRect b="0" l="0" r="0" t="0"/>
          <a:stretch/>
        </p:blipFill>
        <p:spPr>
          <a:xfrm>
            <a:off x="1727404" y="1700309"/>
            <a:ext cx="917249" cy="709482"/>
          </a:xfrm>
          <a:prstGeom prst="rect">
            <a:avLst/>
          </a:prstGeom>
          <a:noFill/>
          <a:ln>
            <a:noFill/>
          </a:ln>
        </p:spPr>
      </p:pic>
      <p:pic>
        <p:nvPicPr>
          <p:cNvPr id="368" name="Google Shape;368;p23"/>
          <p:cNvPicPr preferRelativeResize="0"/>
          <p:nvPr/>
        </p:nvPicPr>
        <p:blipFill rotWithShape="1">
          <a:blip r:embed="rId7">
            <a:alphaModFix/>
          </a:blip>
          <a:srcRect b="0" l="0" r="0" t="0"/>
          <a:stretch/>
        </p:blipFill>
        <p:spPr>
          <a:xfrm>
            <a:off x="3108187" y="1703876"/>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2"/>
                                        </p:tgtEl>
                                        <p:attrNameLst>
                                          <p:attrName>style.visibility</p:attrName>
                                        </p:attrNameLst>
                                      </p:cBhvr>
                                      <p:to>
                                        <p:strVal val="visible"/>
                                      </p:to>
                                    </p:set>
                                    <p:anim calcmode="lin" valueType="num">
                                      <p:cBhvr additive="base">
                                        <p:cTn dur="1600"/>
                                        <p:tgtEl>
                                          <p:spTgt spid="36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Sad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379" name="Google Shape;379;p25"/>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387" name="Google Shape;387;p26"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388" name="Google Shape;388;p26"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396" name="Google Shape;396;p27"/>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02" name="Google Shape;402;p28"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03" name="Google Shape;403;p28"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04" name="Google Shape;404;p28"/>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05" name="Google Shape;405;p28"/>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pic>
        <p:nvPicPr>
          <p:cNvPr descr="A cartoon character with orange and white face&#10;&#10;Description automatically generated" id="406" name="Google Shape;406;p28"/>
          <p:cNvPicPr preferRelativeResize="0"/>
          <p:nvPr/>
        </p:nvPicPr>
        <p:blipFill rotWithShape="1">
          <a:blip r:embed="rId7">
            <a:alphaModFix/>
          </a:blip>
          <a:srcRect b="0" l="0" r="0" t="0"/>
          <a:stretch/>
        </p:blipFill>
        <p:spPr>
          <a:xfrm>
            <a:off x="2284747" y="3075426"/>
            <a:ext cx="1367325" cy="16699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50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6"/>
                                        </p:tgtEl>
                                        <p:attrNameLst>
                                          <p:attrName>style.visibility</p:attrName>
                                        </p:attrNameLst>
                                      </p:cBhvr>
                                      <p:to>
                                        <p:strVal val="visible"/>
                                      </p:to>
                                    </p:set>
                                    <p:anim calcmode="lin" valueType="num">
                                      <p:cBhvr additive="base">
                                        <p:cTn dur="1000"/>
                                        <p:tgtEl>
                                          <p:spTgt spid="406"/>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12" name="Google Shape;412;p29"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13" name="Google Shape;413;p29"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14" name="Google Shape;414;p29"/>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5" name="Google Shape;415;p29"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pic>
        <p:nvPicPr>
          <p:cNvPr descr="A cartoon character with orange and white face&#10;&#10;Description automatically generated" id="416" name="Google Shape;416;p29"/>
          <p:cNvPicPr preferRelativeResize="0"/>
          <p:nvPr/>
        </p:nvPicPr>
        <p:blipFill rotWithShape="1">
          <a:blip r:embed="rId7">
            <a:alphaModFix/>
          </a:blip>
          <a:srcRect b="0" l="0" r="0" t="0"/>
          <a:stretch/>
        </p:blipFill>
        <p:spPr>
          <a:xfrm>
            <a:off x="2294488" y="3075415"/>
            <a:ext cx="1367325" cy="1669949"/>
          </a:xfrm>
          <a:prstGeom prst="rect">
            <a:avLst/>
          </a:prstGeom>
          <a:noFill/>
          <a:ln>
            <a:noFill/>
          </a:ln>
        </p:spPr>
      </p:pic>
      <p:sp>
        <p:nvSpPr>
          <p:cNvPr id="417" name="Google Shape;417;p29"/>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423" name="Google Shape;423;p30"/>
          <p:cNvPicPr preferRelativeResize="0"/>
          <p:nvPr/>
        </p:nvPicPr>
        <p:blipFill rotWithShape="1">
          <a:blip r:embed="rId4">
            <a:alphaModFix/>
          </a:blip>
          <a:srcRect b="0" l="0" r="0" t="0"/>
          <a:stretch/>
        </p:blipFill>
        <p:spPr>
          <a:xfrm>
            <a:off x="2252225" y="3075425"/>
            <a:ext cx="1367325" cy="1669949"/>
          </a:xfrm>
          <a:prstGeom prst="rect">
            <a:avLst/>
          </a:prstGeom>
          <a:noFill/>
          <a:ln>
            <a:noFill/>
          </a:ln>
        </p:spPr>
      </p:pic>
      <p:pic>
        <p:nvPicPr>
          <p:cNvPr id="424" name="Google Shape;424;p30"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425" name="Google Shape;425;p30"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426" name="Google Shape;426;p3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7" name="Google Shape;427;p30"/>
          <p:cNvPicPr preferRelativeResize="0"/>
          <p:nvPr/>
        </p:nvPicPr>
        <p:blipFill rotWithShape="1">
          <a:blip r:embed="rId7">
            <a:alphaModFix/>
          </a:blip>
          <a:srcRect b="0" l="0" r="0" t="0"/>
          <a:stretch/>
        </p:blipFill>
        <p:spPr>
          <a:xfrm>
            <a:off x="1738088" y="2771249"/>
            <a:ext cx="652831" cy="568500"/>
          </a:xfrm>
          <a:prstGeom prst="rect">
            <a:avLst/>
          </a:prstGeom>
          <a:noFill/>
          <a:ln>
            <a:noFill/>
          </a:ln>
        </p:spPr>
      </p:pic>
      <p:sp>
        <p:nvSpPr>
          <p:cNvPr id="428" name="Google Shape;428;p30"/>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23"/>
                                        </p:tgtEl>
                                        <p:attrNameLst>
                                          <p:attrName>style.visibility</p:attrName>
                                        </p:attrNameLst>
                                      </p:cBhvr>
                                      <p:to>
                                        <p:strVal val="visible"/>
                                      </p:to>
                                    </p:set>
                                    <p:anim calcmode="lin" valueType="num">
                                      <p:cBhvr additive="base">
                                        <p:cTn dur="1000"/>
                                        <p:tgtEl>
                                          <p:spTgt spid="4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434" name="Google Shape;434;p31"/>
          <p:cNvPicPr preferRelativeResize="0"/>
          <p:nvPr/>
        </p:nvPicPr>
        <p:blipFill rotWithShape="1">
          <a:blip r:embed="rId4">
            <a:alphaModFix/>
          </a:blip>
          <a:srcRect b="0" l="0" r="0" t="0"/>
          <a:stretch/>
        </p:blipFill>
        <p:spPr>
          <a:xfrm>
            <a:off x="2267475" y="3075425"/>
            <a:ext cx="1367325" cy="1669949"/>
          </a:xfrm>
          <a:prstGeom prst="rect">
            <a:avLst/>
          </a:prstGeom>
          <a:noFill/>
          <a:ln>
            <a:noFill/>
          </a:ln>
        </p:spPr>
      </p:pic>
      <p:pic>
        <p:nvPicPr>
          <p:cNvPr id="435" name="Google Shape;435;p31"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436" name="Google Shape;436;p31"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437" name="Google Shape;437;p3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38" name="Google Shape;438;p31" title="Cute fox | Free SVG"/>
          <p:cNvPicPr preferRelativeResize="0"/>
          <p:nvPr/>
        </p:nvPicPr>
        <p:blipFill rotWithShape="1">
          <a:blip r:embed="rId7">
            <a:alphaModFix/>
          </a:blip>
          <a:srcRect b="0" l="0" r="0" t="0"/>
          <a:stretch/>
        </p:blipFill>
        <p:spPr>
          <a:xfrm>
            <a:off x="1544038" y="2532412"/>
            <a:ext cx="948776" cy="948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44" name="Google Shape;444;p32"/>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50" name="Google Shape;450;p33"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blip>
          <a:srcRect b="0" l="0" r="0" t="0"/>
          <a:stretch/>
        </p:blipFill>
        <p:spPr>
          <a:xfrm>
            <a:off x="5089824" y="1635305"/>
            <a:ext cx="1533500" cy="1872901"/>
          </a:xfrm>
          <a:prstGeom prst="rect">
            <a:avLst/>
          </a:prstGeom>
          <a:noFill/>
          <a:ln>
            <a:noFill/>
          </a:ln>
        </p:spPr>
      </p:pic>
      <p:pic>
        <p:nvPicPr>
          <p:cNvPr descr="A cartoon character with orange and white face&#10;&#10;Description automatically generated" id="500" name="Google Shape;500;p36"/>
          <p:cNvPicPr preferRelativeResize="0"/>
          <p:nvPr/>
        </p:nvPicPr>
        <p:blipFill rotWithShape="1">
          <a:blip r:embed="rId4">
            <a:alphaModFix/>
          </a:blip>
          <a:srcRect b="0" l="0" r="0" t="0"/>
          <a:stretch/>
        </p:blipFill>
        <p:spPr>
          <a:xfrm>
            <a:off x="2194554" y="1635317"/>
            <a:ext cx="1533500" cy="1872889"/>
          </a:xfrm>
          <a:prstGeom prst="rect">
            <a:avLst/>
          </a:prstGeom>
          <a:noFill/>
          <a:ln>
            <a:noFill/>
          </a:ln>
        </p:spPr>
      </p:pic>
      <p:sp>
        <p:nvSpPr>
          <p:cNvPr id="501" name="Google Shape;501;p36"/>
          <p:cNvSpPr txBox="1"/>
          <p:nvPr/>
        </p:nvSpPr>
        <p:spPr>
          <a:xfrm>
            <a:off x="2517750" y="874241"/>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blip>
          <a:srcRect b="0" l="0" r="0" t="0"/>
          <a:stretch/>
        </p:blipFill>
        <p:spPr>
          <a:xfrm>
            <a:off x="5376675" y="1890245"/>
            <a:ext cx="1533500" cy="1872901"/>
          </a:xfrm>
          <a:prstGeom prst="rect">
            <a:avLst/>
          </a:prstGeom>
          <a:noFill/>
          <a:ln>
            <a:noFill/>
          </a:ln>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2129728" y="1890257"/>
            <a:ext cx="1533500" cy="1872889"/>
          </a:xfrm>
          <a:prstGeom prst="rect">
            <a:avLst/>
          </a:prstGeom>
          <a:noFill/>
          <a:ln>
            <a:noFill/>
          </a:ln>
        </p:spPr>
      </p:pic>
      <p:pic>
        <p:nvPicPr>
          <p:cNvPr descr="Vanilla ice cream in cone vector image | Free SVG" id="508" name="Google Shape;508;p37"/>
          <p:cNvPicPr preferRelativeResize="0"/>
          <p:nvPr/>
        </p:nvPicPr>
        <p:blipFill rotWithShape="1">
          <a:blip r:embed="rId5">
            <a:alphaModFix/>
          </a:blip>
          <a:srcRect b="0" l="0" r="0" t="0"/>
          <a:stretch/>
        </p:blipFill>
        <p:spPr>
          <a:xfrm>
            <a:off x="3767325" y="2270092"/>
            <a:ext cx="1609350" cy="16093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blip>
          <a:srcRect b="0" l="0" r="0" t="0"/>
          <a:stretch/>
        </p:blipFill>
        <p:spPr>
          <a:xfrm>
            <a:off x="5640155" y="1635299"/>
            <a:ext cx="1533500" cy="1872901"/>
          </a:xfrm>
          <a:prstGeom prst="rect">
            <a:avLst/>
          </a:prstGeom>
          <a:noFill/>
          <a:ln>
            <a:noFill/>
          </a:ln>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1970345" y="1635311"/>
            <a:ext cx="1533500" cy="1872889"/>
          </a:xfrm>
          <a:prstGeom prst="rect">
            <a:avLst/>
          </a:prstGeom>
          <a:noFill/>
          <a:ln>
            <a:noFill/>
          </a:ln>
        </p:spPr>
      </p:pic>
      <p:pic>
        <p:nvPicPr>
          <p:cNvPr descr="Foffee collection | Free SVG" id="515" name="Google Shape;515;p38"/>
          <p:cNvPicPr preferRelativeResize="0"/>
          <p:nvPr/>
        </p:nvPicPr>
        <p:blipFill rotWithShape="1">
          <a:blip r:embed="rId5">
            <a:alphaModFix/>
          </a:blip>
          <a:srcRect b="0" l="0" r="0" t="0"/>
          <a:stretch/>
        </p:blipFill>
        <p:spPr>
          <a:xfrm>
            <a:off x="3921062" y="2179587"/>
            <a:ext cx="1301876" cy="13018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sp>
        <p:nvSpPr>
          <p:cNvPr id="521" name="Google Shape;521;p39"/>
          <p:cNvSpPr/>
          <p:nvPr/>
        </p:nvSpPr>
        <p:spPr>
          <a:xfrm flipH="1">
            <a:off x="2143800" y="1715604"/>
            <a:ext cx="1243200" cy="781896"/>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2" name="Google Shape;522;p39"/>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523" name="Google Shape;523;p39"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524" name="Google Shape;524;p39"/>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5" name="Google Shape;525;p39" title="Cute fox | Free SVG"/>
          <p:cNvPicPr preferRelativeResize="0"/>
          <p:nvPr/>
        </p:nvPicPr>
        <p:blipFill rotWithShape="1">
          <a:blip r:embed="rId6">
            <a:alphaModFix/>
          </a:blip>
          <a:srcRect b="0" l="0" r="0" t="0"/>
          <a:stretch/>
        </p:blipFill>
        <p:spPr>
          <a:xfrm>
            <a:off x="2261412" y="1645687"/>
            <a:ext cx="948775" cy="948775"/>
          </a:xfrm>
          <a:prstGeom prst="rect">
            <a:avLst/>
          </a:prstGeom>
          <a:noFill/>
          <a:ln>
            <a:noFill/>
          </a:ln>
        </p:spPr>
      </p:pic>
      <p:pic>
        <p:nvPicPr>
          <p:cNvPr descr="A cartoon of a white and purple animal&#10;&#10;Description automatically generated" id="526" name="Google Shape;526;p39"/>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pic>
        <p:nvPicPr>
          <p:cNvPr id="527" name="Google Shape;527;p39"/>
          <p:cNvPicPr preferRelativeResize="0"/>
          <p:nvPr/>
        </p:nvPicPr>
        <p:blipFill rotWithShape="1">
          <a:blip r:embed="rId8">
            <a:alphaModFix/>
          </a:blip>
          <a:srcRect b="0" l="0" r="0" t="0"/>
          <a:stretch/>
        </p:blipFill>
        <p:spPr>
          <a:xfrm>
            <a:off x="3768416" y="1858810"/>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2"/>
                                        </p:tgtEl>
                                        <p:attrNameLst>
                                          <p:attrName>style.visibility</p:attrName>
                                        </p:attrNameLst>
                                      </p:cBhvr>
                                      <p:to>
                                        <p:strVal val="visible"/>
                                      </p:to>
                                    </p:set>
                                    <p:anim calcmode="lin" valueType="num">
                                      <p:cBhvr additive="base">
                                        <p:cTn dur="1700"/>
                                        <p:tgtEl>
                                          <p:spTgt spid="52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6"/>
                                        </p:tgtEl>
                                        <p:attrNameLst>
                                          <p:attrName>style.visibility</p:attrName>
                                        </p:attrNameLst>
                                      </p:cBhvr>
                                      <p:to>
                                        <p:strVal val="visible"/>
                                      </p:to>
                                    </p:set>
                                    <p:anim calcmode="lin" valueType="num">
                                      <p:cBhvr additive="base">
                                        <p:cTn dur="1500"/>
                                        <p:tgtEl>
                                          <p:spTgt spid="526"/>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Small Trees | Free SVG" id="532" name="Google Shape;532;p40"/>
          <p:cNvPicPr preferRelativeResize="0"/>
          <p:nvPr/>
        </p:nvPicPr>
        <p:blipFill rotWithShape="1">
          <a:blip r:embed="rId3">
            <a:alphaModFix/>
          </a:blip>
          <a:srcRect b="0" l="0" r="0" t="0"/>
          <a:stretch/>
        </p:blipFill>
        <p:spPr>
          <a:xfrm>
            <a:off x="78150" y="304800"/>
            <a:ext cx="2044400" cy="2044400"/>
          </a:xfrm>
          <a:prstGeom prst="rect">
            <a:avLst/>
          </a:prstGeom>
          <a:noFill/>
          <a:ln>
            <a:noFill/>
          </a:ln>
        </p:spPr>
      </p:pic>
      <p:sp>
        <p:nvSpPr>
          <p:cNvPr id="533" name="Google Shape;533;p40"/>
          <p:cNvSpPr/>
          <p:nvPr/>
        </p:nvSpPr>
        <p:spPr>
          <a:xfrm flipH="1">
            <a:off x="152025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34" name="Google Shape;534;p40"/>
          <p:cNvPicPr preferRelativeResize="0"/>
          <p:nvPr/>
        </p:nvPicPr>
        <p:blipFill rotWithShape="1">
          <a:blip r:embed="rId4">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35" name="Google Shape;535;p40"/>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536" name="Google Shape;536;p40"/>
          <p:cNvSpPr/>
          <p:nvPr/>
        </p:nvSpPr>
        <p:spPr>
          <a:xfrm>
            <a:off x="292720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37" name="Google Shape;537;p40"/>
          <p:cNvPicPr preferRelativeResize="0"/>
          <p:nvPr/>
        </p:nvPicPr>
        <p:blipFill rotWithShape="1">
          <a:blip r:embed="rId5">
            <a:alphaModFix/>
          </a:blip>
          <a:srcRect b="0" l="0" r="0" t="0"/>
          <a:stretch/>
        </p:blipFill>
        <p:spPr>
          <a:xfrm>
            <a:off x="3259197" y="2387057"/>
            <a:ext cx="652831" cy="568500"/>
          </a:xfrm>
          <a:prstGeom prst="rect">
            <a:avLst/>
          </a:prstGeom>
          <a:noFill/>
          <a:ln>
            <a:noFill/>
          </a:ln>
        </p:spPr>
      </p:pic>
      <p:pic>
        <p:nvPicPr>
          <p:cNvPr id="538" name="Google Shape;538;p40" title="Cute fox | Free SVG"/>
          <p:cNvPicPr preferRelativeResize="0"/>
          <p:nvPr/>
        </p:nvPicPr>
        <p:blipFill rotWithShape="1">
          <a:blip r:embed="rId6">
            <a:alphaModFix/>
          </a:blip>
          <a:srcRect b="0" l="0" r="0" t="0"/>
          <a:stretch/>
        </p:blipFill>
        <p:spPr>
          <a:xfrm>
            <a:off x="1632657" y="2196920"/>
            <a:ext cx="948776" cy="948775"/>
          </a:xfrm>
          <a:prstGeom prst="rect">
            <a:avLst/>
          </a:prstGeom>
          <a:noFill/>
          <a:ln>
            <a:noFill/>
          </a:ln>
        </p:spPr>
      </p:pic>
      <p:pic>
        <p:nvPicPr>
          <p:cNvPr descr="Small Trees | Free SVG" id="539" name="Google Shape;539;p40"/>
          <p:cNvPicPr preferRelativeResize="0"/>
          <p:nvPr/>
        </p:nvPicPr>
        <p:blipFill rotWithShape="1">
          <a:blip r:embed="rId3">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5"/>
                                        </p:tgtEl>
                                        <p:attrNameLst>
                                          <p:attrName>style.visibility</p:attrName>
                                        </p:attrNameLst>
                                      </p:cBhvr>
                                      <p:to>
                                        <p:strVal val="visible"/>
                                      </p:to>
                                    </p:set>
                                    <p:anim calcmode="lin" valueType="num">
                                      <p:cBhvr additive="base">
                                        <p:cTn dur="2100"/>
                                        <p:tgtEl>
                                          <p:spTgt spid="53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A cartoon of a white and purple animal&#10;&#10;Description automatically generated" id="544" name="Google Shape;544;p41"/>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45" name="Google Shape;545;p41"/>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546" name="Google Shape;546;p41"/>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41"/>
          <p:cNvSpPr/>
          <p:nvPr/>
        </p:nvSpPr>
        <p:spPr>
          <a:xfrm>
            <a:off x="2927200" y="2349198"/>
            <a:ext cx="1297142" cy="812701"/>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8" name="Google Shape;548;p41"/>
          <p:cNvPicPr preferRelativeResize="0"/>
          <p:nvPr/>
        </p:nvPicPr>
        <p:blipFill rotWithShape="1">
          <a:blip r:embed="rId5">
            <a:alphaModFix/>
          </a:blip>
          <a:srcRect b="0" l="0" r="0" t="0"/>
          <a:stretch/>
        </p:blipFill>
        <p:spPr>
          <a:xfrm>
            <a:off x="3234011" y="2490983"/>
            <a:ext cx="652831" cy="568500"/>
          </a:xfrm>
          <a:prstGeom prst="rect">
            <a:avLst/>
          </a:prstGeom>
          <a:noFill/>
          <a:ln>
            <a:noFill/>
          </a:ln>
        </p:spPr>
      </p:pic>
      <p:pic>
        <p:nvPicPr>
          <p:cNvPr id="549" name="Google Shape;549;p41" title="Cute fox | Free SVG"/>
          <p:cNvPicPr preferRelativeResize="0"/>
          <p:nvPr/>
        </p:nvPicPr>
        <p:blipFill rotWithShape="1">
          <a:blip r:embed="rId6">
            <a:alphaModFix/>
          </a:blip>
          <a:srcRect b="0" l="0" r="0" t="0"/>
          <a:stretch/>
        </p:blipFill>
        <p:spPr>
          <a:xfrm>
            <a:off x="1636412" y="2286514"/>
            <a:ext cx="948776" cy="948775"/>
          </a:xfrm>
          <a:prstGeom prst="rect">
            <a:avLst/>
          </a:prstGeom>
          <a:noFill/>
          <a:ln>
            <a:noFill/>
          </a:ln>
        </p:spPr>
      </p:pic>
      <p:pic>
        <p:nvPicPr>
          <p:cNvPr descr="Small Trees | Free SVG" id="550" name="Google Shape;550;p41"/>
          <p:cNvPicPr preferRelativeResize="0"/>
          <p:nvPr/>
        </p:nvPicPr>
        <p:blipFill rotWithShape="1">
          <a:blip r:embed="rId7">
            <a:alphaModFix/>
          </a:blip>
          <a:srcRect b="0" l="0" r="0" t="0"/>
          <a:stretch/>
        </p:blipFill>
        <p:spPr>
          <a:xfrm>
            <a:off x="78150" y="304800"/>
            <a:ext cx="2044400" cy="2044400"/>
          </a:xfrm>
          <a:prstGeom prst="rect">
            <a:avLst/>
          </a:prstGeom>
          <a:noFill/>
          <a:ln>
            <a:noFill/>
          </a:ln>
        </p:spPr>
      </p:pic>
      <p:pic>
        <p:nvPicPr>
          <p:cNvPr descr="Small Trees | Free SVG" id="551" name="Google Shape;551;p41"/>
          <p:cNvPicPr preferRelativeResize="0"/>
          <p:nvPr/>
        </p:nvPicPr>
        <p:blipFill rotWithShape="1">
          <a:blip r:embed="rId7">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2200"/>
                                        <p:tgtEl>
                                          <p:spTgt spid="5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9"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