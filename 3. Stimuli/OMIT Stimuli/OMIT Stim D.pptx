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3" r:id="rId1"/>
    <p:sldMasterId id="2147483674" r:id="rId2"/>
  </p:sldMasterIdLst>
  <p:notesMasterIdLst>
    <p:notesMasterId r:id="rId47"/>
  </p:notesMasterIdLst>
  <p:sldIdLst>
    <p:sldId id="256" r:id="rId3"/>
    <p:sldId id="257" r:id="rId4"/>
    <p:sldId id="258" r:id="rId5"/>
    <p:sldId id="259" r:id="rId6"/>
    <p:sldId id="260" r:id="rId7"/>
    <p:sldId id="299" r:id="rId8"/>
    <p:sldId id="279" r:id="rId9"/>
    <p:sldId id="280" r:id="rId10"/>
    <p:sldId id="281" r:id="rId11"/>
    <p:sldId id="285" r:id="rId12"/>
    <p:sldId id="284" r:id="rId13"/>
    <p:sldId id="283" r:id="rId14"/>
    <p:sldId id="282" r:id="rId15"/>
    <p:sldId id="287" r:id="rId16"/>
    <p:sldId id="286" r:id="rId17"/>
    <p:sldId id="289" r:id="rId18"/>
    <p:sldId id="288" r:id="rId19"/>
    <p:sldId id="290" r:id="rId20"/>
    <p:sldId id="291" r:id="rId21"/>
    <p:sldId id="292" r:id="rId22"/>
    <p:sldId id="293" r:id="rId23"/>
    <p:sldId id="294" r:id="rId24"/>
    <p:sldId id="295" r:id="rId25"/>
    <p:sldId id="262" r:id="rId26"/>
    <p:sldId id="261" r:id="rId27"/>
    <p:sldId id="263" r:id="rId28"/>
    <p:sldId id="264" r:id="rId29"/>
    <p:sldId id="268" r:id="rId30"/>
    <p:sldId id="267" r:id="rId31"/>
    <p:sldId id="266" r:id="rId32"/>
    <p:sldId id="265" r:id="rId33"/>
    <p:sldId id="270" r:id="rId34"/>
    <p:sldId id="269" r:id="rId35"/>
    <p:sldId id="272" r:id="rId36"/>
    <p:sldId id="271" r:id="rId37"/>
    <p:sldId id="273" r:id="rId38"/>
    <p:sldId id="274" r:id="rId39"/>
    <p:sldId id="275" r:id="rId40"/>
    <p:sldId id="276" r:id="rId41"/>
    <p:sldId id="277" r:id="rId42"/>
    <p:sldId id="278" r:id="rId43"/>
    <p:sldId id="296" r:id="rId44"/>
    <p:sldId id="297" r:id="rId45"/>
    <p:sldId id="298" r:id="rId46"/>
  </p:sldIdLst>
  <p:sldSz cx="9144000" cy="5143500" type="screen16x9"/>
  <p:notesSz cx="6858000" cy="9144000"/>
  <p:embeddedFontLst>
    <p:embeddedFont>
      <p:font typeface="Helvetica Neue" panose="02000503000000020004" pitchFamily="2" charset="0"/>
      <p:regular r:id="rId48"/>
      <p:bold r:id="rId49"/>
      <p:italic r:id="rId50"/>
      <p:boldItalic r:id="rId51"/>
    </p:embeddedFont>
    <p:embeddedFont>
      <p:font typeface="Helvetica Neue Light" panose="02000403000000020004" pitchFamily="2" charset="0"/>
      <p:regular r:id="rId52"/>
      <p:bold r:id="rId53"/>
      <p:italic r:id="rId54"/>
      <p:boldItalic r:id="rId5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31"/>
    <p:restoredTop sz="64181"/>
  </p:normalViewPr>
  <p:slideViewPr>
    <p:cSldViewPr snapToGrid="0">
      <p:cViewPr varScale="1">
        <p:scale>
          <a:sx n="98" d="100"/>
          <a:sy n="98" d="100"/>
        </p:scale>
        <p:origin x="2144" y="17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notesMaster" Target="notesMasters/notesMaster1.xml"/><Relationship Id="rId50" Type="http://schemas.openxmlformats.org/officeDocument/2006/relationships/font" Target="fonts/font3.fntdata"/><Relationship Id="rId55" Type="http://schemas.openxmlformats.org/officeDocument/2006/relationships/font" Target="fonts/font8.fntdata"/><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font" Target="fonts/font6.fntdata"/><Relationship Id="rId58" Type="http://schemas.openxmlformats.org/officeDocument/2006/relationships/theme" Target="theme/theme1.xml"/><Relationship Id="rId5" Type="http://schemas.openxmlformats.org/officeDocument/2006/relationships/slide" Target="slides/slide3.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font" Target="fonts/font1.fntdata"/><Relationship Id="rId56"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font" Target="fonts/font4.fntdata"/><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tableStyles" Target="tableStyle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font" Target="fonts/font2.fntdata"/><Relationship Id="rId57" Type="http://schemas.openxmlformats.org/officeDocument/2006/relationships/viewProps" Target="viewProp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font" Target="fonts/font5.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2fd96758c84_0_1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9" name="Google Shape;139;g2fd96758c84_0_1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g2fd96758c84_0_12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 name="Google Shape;146;g2fd96758c84_0_1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2fd96758c84_0_19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3" name="Google Shape;153;g2fd96758c84_0_19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g2fd96758c84_0_14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9" name="Google Shape;159;g2fd96758c84_0_1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g309d30efcf1_0_1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6" name="Google Shape;166;g309d30efcf1_0_10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 sz="1800" b="0" i="0" u="none" strike="noStrike">
                <a:solidFill>
                  <a:srgbClr val="000000"/>
                </a:solidFill>
                <a:latin typeface="Arial"/>
                <a:ea typeface="Arial"/>
                <a:cs typeface="Arial"/>
                <a:sym typeface="Arial"/>
              </a:rPr>
              <a:t>First, we’re going to look at some shapes. [child name], I want you to imagine the two shapes in each box to be two people. </a:t>
            </a:r>
            <a:endParaRPr sz="1800"/>
          </a:p>
          <a:p>
            <a:pPr marL="0" lvl="0" indent="0" algn="l" rtl="0">
              <a:spcBef>
                <a:spcPts val="0"/>
              </a:spcBef>
              <a:spcAft>
                <a:spcPts val="0"/>
              </a:spcAft>
              <a:buNone/>
            </a:pPr>
            <a:endParaRPr sz="1800" b="0" i="0" u="none" strike="noStrike">
              <a:solidFill>
                <a:srgbClr val="000000"/>
              </a:solidFill>
              <a:latin typeface="Arial"/>
              <a:ea typeface="Arial"/>
              <a:cs typeface="Arial"/>
              <a:sym typeface="Arial"/>
            </a:endParaRPr>
          </a:p>
          <a:p>
            <a:pPr marL="0" lvl="0" indent="0" algn="l" rtl="0">
              <a:spcBef>
                <a:spcPts val="0"/>
              </a:spcBef>
              <a:spcAft>
                <a:spcPts val="0"/>
              </a:spcAft>
              <a:buNone/>
            </a:pPr>
            <a:r>
              <a:rPr lang="en" sz="1800" b="0" i="0" u="none" strike="noStrike">
                <a:solidFill>
                  <a:srgbClr val="000000"/>
                </a:solidFill>
                <a:latin typeface="Arial"/>
                <a:ea typeface="Arial"/>
                <a:cs typeface="Arial"/>
                <a:sym typeface="Arial"/>
              </a:rPr>
              <a:t>What colors are the boxes?</a:t>
            </a:r>
            <a:endParaRPr sz="1800" b="0"/>
          </a:p>
          <a:p>
            <a:pPr marL="0" lvl="0" indent="0" algn="l" rtl="0">
              <a:spcBef>
                <a:spcPts val="0"/>
              </a:spcBef>
              <a:spcAft>
                <a:spcPts val="0"/>
              </a:spcAft>
              <a:buNone/>
            </a:pPr>
            <a:br>
              <a:rPr lang="en" sz="1800" b="0"/>
            </a:br>
            <a:r>
              <a:rPr lang="en" sz="1800" b="1" i="0" u="none" strike="noStrike">
                <a:solidFill>
                  <a:srgbClr val="000000"/>
                </a:solidFill>
                <a:latin typeface="Arial"/>
                <a:ea typeface="Arial"/>
                <a:cs typeface="Arial"/>
                <a:sym typeface="Arial"/>
              </a:rPr>
              <a:t>Warmup 1: </a:t>
            </a:r>
            <a:r>
              <a:rPr lang="en" sz="1800" b="0" i="0" u="none" strike="noStrike">
                <a:solidFill>
                  <a:srgbClr val="000000"/>
                </a:solidFill>
                <a:latin typeface="Arial"/>
                <a:ea typeface="Arial"/>
                <a:cs typeface="Arial"/>
                <a:sym typeface="Arial"/>
              </a:rPr>
              <a:t>Which shapes do you think are most like a mom and her baby? </a:t>
            </a:r>
            <a:endParaRPr sz="1800" b="0"/>
          </a:p>
          <a:p>
            <a:pPr marL="0" lvl="0" indent="0" algn="l" rtl="0">
              <a:spcBef>
                <a:spcPts val="0"/>
              </a:spcBef>
              <a:spcAft>
                <a:spcPts val="0"/>
              </a:spcAft>
              <a:buNone/>
            </a:pPr>
            <a:br>
              <a:rPr lang="en" sz="1800" b="0"/>
            </a:br>
            <a:r>
              <a:rPr lang="en" sz="1800" b="1" i="0" u="none" strike="noStrike">
                <a:solidFill>
                  <a:srgbClr val="000000"/>
                </a:solidFill>
                <a:latin typeface="Arial"/>
                <a:ea typeface="Arial"/>
                <a:cs typeface="Arial"/>
                <a:sym typeface="Arial"/>
              </a:rPr>
              <a:t>Warmup 2: </a:t>
            </a:r>
            <a:r>
              <a:rPr lang="en" sz="1800" b="0" i="0" u="none" strike="noStrike">
                <a:solidFill>
                  <a:srgbClr val="000000"/>
                </a:solidFill>
                <a:latin typeface="Arial"/>
                <a:ea typeface="Arial"/>
                <a:cs typeface="Arial"/>
                <a:sym typeface="Arial"/>
              </a:rPr>
              <a:t>Which shapes do you think are most like two people who don’t know each other? </a:t>
            </a:r>
            <a:endParaRPr sz="1800" b="0"/>
          </a:p>
          <a:p>
            <a:pPr marL="0" lvl="0" indent="0" algn="l" rtl="0">
              <a:spcBef>
                <a:spcPts val="0"/>
              </a:spcBef>
              <a:spcAft>
                <a:spcPts val="0"/>
              </a:spcAft>
              <a:buNone/>
            </a:pPr>
            <a:br>
              <a:rPr lang="en" sz="1800" b="0"/>
            </a:br>
            <a:r>
              <a:rPr lang="en" sz="1800" b="1" i="0" u="none" strike="noStrike">
                <a:solidFill>
                  <a:srgbClr val="000000"/>
                </a:solidFill>
                <a:latin typeface="Arial"/>
                <a:ea typeface="Arial"/>
                <a:cs typeface="Arial"/>
                <a:sym typeface="Arial"/>
              </a:rPr>
              <a:t>Warmup 3: </a:t>
            </a:r>
            <a:r>
              <a:rPr lang="en" sz="1800" b="0" i="0" u="none" strike="noStrike">
                <a:solidFill>
                  <a:srgbClr val="000000"/>
                </a:solidFill>
                <a:latin typeface="Arial"/>
                <a:ea typeface="Arial"/>
                <a:cs typeface="Arial"/>
                <a:sym typeface="Arial"/>
              </a:rPr>
              <a:t>Which shapes do you think are most like friends?</a:t>
            </a:r>
            <a:endParaRPr sz="1800"/>
          </a:p>
          <a:p>
            <a:pPr marL="0" lvl="0" indent="0" algn="l" rtl="0">
              <a:spcBef>
                <a:spcPts val="0"/>
              </a:spcBef>
              <a:spcAft>
                <a:spcPts val="0"/>
              </a:spcAft>
              <a:buNone/>
            </a:pPr>
            <a:endParaRPr sz="1800" b="0" i="0" u="none" strike="noStrik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a:extLst>
            <a:ext uri="{FF2B5EF4-FFF2-40B4-BE49-F238E27FC236}">
              <a16:creationId xmlns:a16="http://schemas.microsoft.com/office/drawing/2014/main" id="{8FB24060-CD73-FB01-E4B0-930AC3FA3AC5}"/>
            </a:ext>
          </a:extLst>
        </p:cNvPr>
        <p:cNvGrpSpPr/>
        <p:nvPr/>
      </p:nvGrpSpPr>
      <p:grpSpPr>
        <a:xfrm>
          <a:off x="0" y="0"/>
          <a:ext cx="0" cy="0"/>
          <a:chOff x="0" y="0"/>
          <a:chExt cx="0" cy="0"/>
        </a:xfrm>
      </p:grpSpPr>
      <p:sp>
        <p:nvSpPr>
          <p:cNvPr id="193" name="Google Shape;193;g2f725bdd42f_0_60:notes">
            <a:extLst>
              <a:ext uri="{FF2B5EF4-FFF2-40B4-BE49-F238E27FC236}">
                <a16:creationId xmlns:a16="http://schemas.microsoft.com/office/drawing/2014/main" id="{F20E43AE-37B6-F6BF-1BE4-3935537BB98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4" name="Google Shape;194;g2f725bdd42f_0_60:notes">
            <a:extLst>
              <a:ext uri="{FF2B5EF4-FFF2-40B4-BE49-F238E27FC236}">
                <a16:creationId xmlns:a16="http://schemas.microsoft.com/office/drawing/2014/main" id="{B32C57BE-B58D-3F6D-D9B7-ECECA2E9B5E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507737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p:cNvGrpSpPr/>
        <p:nvPr/>
      </p:nvGrpSpPr>
      <p:grpSpPr>
        <a:xfrm>
          <a:off x="0" y="0"/>
          <a:ext cx="0" cy="0"/>
          <a:chOff x="0" y="0"/>
          <a:chExt cx="0" cy="0"/>
        </a:xfrm>
      </p:grpSpPr>
      <p:sp>
        <p:nvSpPr>
          <p:cNvPr id="370" name="Google Shape;370;g309c7089db7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1" name="Google Shape;371;g309c7089db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This is Kendall! [click] I am going to tell you a story about him! Kendall feels happy today [click]</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p:cNvGrpSpPr/>
        <p:nvPr/>
      </p:nvGrpSpPr>
      <p:grpSpPr>
        <a:xfrm>
          <a:off x="0" y="0"/>
          <a:ext cx="0" cy="0"/>
          <a:chOff x="0" y="0"/>
          <a:chExt cx="0" cy="0"/>
        </a:xfrm>
      </p:grpSpPr>
      <p:sp>
        <p:nvSpPr>
          <p:cNvPr id="376" name="Google Shape;376;g3090193dd54_0_32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7" name="Google Shape;377;g3090193dd54_0_3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a:solidFill>
                  <a:schemeClr val="dk1"/>
                </a:solidFill>
              </a:rPr>
              <a:t>In school today, Kendall learned that elephants move mostly in the morning.</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
        <p:cNvGrpSpPr/>
        <p:nvPr/>
      </p:nvGrpSpPr>
      <p:grpSpPr>
        <a:xfrm>
          <a:off x="0" y="0"/>
          <a:ext cx="0" cy="0"/>
          <a:chOff x="0" y="0"/>
          <a:chExt cx="0" cy="0"/>
        </a:xfrm>
      </p:grpSpPr>
      <p:sp>
        <p:nvSpPr>
          <p:cNvPr id="385" name="Google Shape;385;g3090193dd54_0_3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6" name="Google Shape;386;g3090193dd54_0_3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And Kendall is still feeling happy today after learning about elephants.</a:t>
            </a:r>
            <a:endParaRPr b="1"/>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4"/>
        <p:cNvGrpSpPr/>
        <p:nvPr/>
      </p:nvGrpSpPr>
      <p:grpSpPr>
        <a:xfrm>
          <a:off x="0" y="0"/>
          <a:ext cx="0" cy="0"/>
          <a:chOff x="0" y="0"/>
          <a:chExt cx="0" cy="0"/>
        </a:xfrm>
      </p:grpSpPr>
      <p:sp>
        <p:nvSpPr>
          <p:cNvPr id="425" name="Google Shape;425;g2f725bdd42f_0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6" name="Google Shape;426;g2f725bdd42f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dirty="0">
                <a:solidFill>
                  <a:schemeClr val="dk1"/>
                </a:solidFill>
              </a:rPr>
              <a:t>On the way home, Kendall saw a classmate named Cameron. Cameron said “Hey Kendall! How was school today?” </a:t>
            </a:r>
          </a:p>
          <a:p>
            <a:pPr marL="0" lvl="0" indent="0" algn="l" rtl="0">
              <a:spcBef>
                <a:spcPts val="0"/>
              </a:spcBef>
              <a:spcAft>
                <a:spcPts val="0"/>
              </a:spcAft>
              <a:buNone/>
            </a:pPr>
            <a:endParaRPr lang="en-US" sz="1100" dirty="0"/>
          </a:p>
          <a:p>
            <a:pPr marL="0" lvl="0" indent="0" algn="l" rtl="0">
              <a:spcBef>
                <a:spcPts val="0"/>
              </a:spcBef>
              <a:spcAft>
                <a:spcPts val="0"/>
              </a:spcAft>
              <a:buNone/>
            </a:pPr>
            <a:r>
              <a:rPr lang="en-US" sz="1100" dirty="0"/>
              <a:t>Kendall told Cameron that he was feeling happy today. </a:t>
            </a:r>
            <a:r>
              <a:rPr lang="en-US" sz="1100" b="1" dirty="0"/>
              <a:t>[click 2x]</a:t>
            </a:r>
          </a:p>
          <a:p>
            <a:pPr marL="0" lvl="0" indent="0" algn="l" rtl="0">
              <a:lnSpc>
                <a:spcPct val="115000"/>
              </a:lnSpc>
              <a:spcBef>
                <a:spcPts val="0"/>
              </a:spcBef>
              <a:spcAft>
                <a:spcPts val="0"/>
              </a:spcAft>
              <a:buClr>
                <a:schemeClr val="dk1"/>
              </a:buClr>
              <a:buSzPts val="1100"/>
              <a:buFont typeface="Arial"/>
              <a:buNone/>
            </a:pPr>
            <a:endParaRPr b="1"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3"/>
        <p:cNvGrpSpPr/>
        <p:nvPr/>
      </p:nvGrpSpPr>
      <p:grpSpPr>
        <a:xfrm>
          <a:off x="0" y="0"/>
          <a:ext cx="0" cy="0"/>
          <a:chOff x="0" y="0"/>
          <a:chExt cx="0" cy="0"/>
        </a:xfrm>
      </p:grpSpPr>
      <p:sp>
        <p:nvSpPr>
          <p:cNvPr id="414" name="Google Shape;414;g2f725bdd42f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5" name="Google Shape;415;g2f725bdd42f_0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US" sz="1200" dirty="0">
                <a:solidFill>
                  <a:srgbClr val="000000"/>
                </a:solidFill>
              </a:rPr>
              <a:t>B</a:t>
            </a:r>
            <a:r>
              <a:rPr lang="en" sz="1200" dirty="0" err="1">
                <a:solidFill>
                  <a:srgbClr val="000000"/>
                </a:solidFill>
              </a:rPr>
              <a:t>ut</a:t>
            </a:r>
            <a:r>
              <a:rPr lang="en" sz="1200" dirty="0">
                <a:solidFill>
                  <a:srgbClr val="000000"/>
                </a:solidFill>
              </a:rPr>
              <a:t> </a:t>
            </a:r>
            <a:r>
              <a:rPr lang="en" sz="1200" dirty="0">
                <a:solidFill>
                  <a:schemeClr val="dk1"/>
                </a:solidFill>
              </a:rPr>
              <a:t>Kendall did not tell Cameron about how he learned that elephants move mostly in the morning. </a:t>
            </a:r>
            <a:r>
              <a:rPr lang="en" sz="1200" b="1" dirty="0">
                <a:solidFill>
                  <a:schemeClr val="dk1"/>
                </a:solidFill>
              </a:rPr>
              <a:t>[click 2x]</a:t>
            </a:r>
            <a:endParaRPr sz="1200" b="1"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2"/>
        <p:cNvGrpSpPr/>
        <p:nvPr/>
      </p:nvGrpSpPr>
      <p:grpSpPr>
        <a:xfrm>
          <a:off x="0" y="0"/>
          <a:ext cx="0" cy="0"/>
          <a:chOff x="0" y="0"/>
          <a:chExt cx="0" cy="0"/>
        </a:xfrm>
      </p:grpSpPr>
      <p:sp>
        <p:nvSpPr>
          <p:cNvPr id="403" name="Google Shape;403;g2f196430133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4" name="Google Shape;404;g2f196430133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dirty="0">
                <a:solidFill>
                  <a:schemeClr val="dk1"/>
                </a:solidFill>
              </a:rPr>
              <a:t>Then Kendall saw another classmate named Riley. Riley said “Hey Kendall! How was school today?” Kendall did not tell Riley that he was feeling happy today. </a:t>
            </a:r>
            <a:r>
              <a:rPr lang="en" sz="1200" b="1" dirty="0">
                <a:solidFill>
                  <a:schemeClr val="dk1"/>
                </a:solidFill>
              </a:rPr>
              <a:t>[click 3x]</a:t>
            </a:r>
            <a:endParaRPr b="1"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2"/>
        <p:cNvGrpSpPr/>
        <p:nvPr/>
      </p:nvGrpSpPr>
      <p:grpSpPr>
        <a:xfrm>
          <a:off x="0" y="0"/>
          <a:ext cx="0" cy="0"/>
          <a:chOff x="0" y="0"/>
          <a:chExt cx="0" cy="0"/>
        </a:xfrm>
      </p:grpSpPr>
      <p:sp>
        <p:nvSpPr>
          <p:cNvPr id="393" name="Google Shape;393;g2f725bdd42f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4" name="Google Shape;394;g2f725bdd42f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200" dirty="0"/>
              <a:t>B</a:t>
            </a:r>
            <a:r>
              <a:rPr lang="en" sz="1200" dirty="0" err="1"/>
              <a:t>ut</a:t>
            </a:r>
            <a:r>
              <a:rPr lang="en" sz="1200" dirty="0"/>
              <a:t> Kendall did tell Riley about how he learned that elephants move mostly in the morning. </a:t>
            </a:r>
            <a:r>
              <a:rPr lang="en" sz="1200" b="1" dirty="0"/>
              <a:t>[click 2x]</a:t>
            </a:r>
            <a:endParaRPr sz="1200" b="1"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0"/>
        <p:cNvGrpSpPr/>
        <p:nvPr/>
      </p:nvGrpSpPr>
      <p:grpSpPr>
        <a:xfrm>
          <a:off x="0" y="0"/>
          <a:ext cx="0" cy="0"/>
          <a:chOff x="0" y="0"/>
          <a:chExt cx="0" cy="0"/>
        </a:xfrm>
      </p:grpSpPr>
      <p:sp>
        <p:nvSpPr>
          <p:cNvPr id="441" name="Google Shape;441;g30ece795ba5_0_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2" name="Google Shape;442;g30ece795ba5_0_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4"/>
        <p:cNvGrpSpPr/>
        <p:nvPr/>
      </p:nvGrpSpPr>
      <p:grpSpPr>
        <a:xfrm>
          <a:off x="0" y="0"/>
          <a:ext cx="0" cy="0"/>
          <a:chOff x="0" y="0"/>
          <a:chExt cx="0" cy="0"/>
        </a:xfrm>
      </p:grpSpPr>
      <p:sp>
        <p:nvSpPr>
          <p:cNvPr id="435" name="Google Shape;435;g30ece795ba5_0_9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6" name="Google Shape;436;g30ece795ba5_0_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8"/>
        <p:cNvGrpSpPr/>
        <p:nvPr/>
      </p:nvGrpSpPr>
      <p:grpSpPr>
        <a:xfrm>
          <a:off x="0" y="0"/>
          <a:ext cx="0" cy="0"/>
          <a:chOff x="0" y="0"/>
          <a:chExt cx="0" cy="0"/>
        </a:xfrm>
      </p:grpSpPr>
      <p:sp>
        <p:nvSpPr>
          <p:cNvPr id="469" name="Google Shape;469;g309622fb5d5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70" name="Google Shape;470;g309622fb5d5_0_3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Font typeface="Arial"/>
              <a:buNone/>
            </a:pPr>
            <a:r>
              <a:rPr lang="en" sz="1800">
                <a:solidFill>
                  <a:schemeClr val="dk1"/>
                </a:solidFill>
              </a:rPr>
              <a:t> which box do you think is most like </a:t>
            </a:r>
            <a:r>
              <a:rPr lang="en" sz="1800">
                <a:solidFill>
                  <a:srgbClr val="0070C0"/>
                </a:solidFill>
              </a:rPr>
              <a:t>Kendall</a:t>
            </a:r>
            <a:r>
              <a:rPr lang="en" sz="1800">
                <a:solidFill>
                  <a:srgbClr val="4A86E8"/>
                </a:solidFill>
              </a:rPr>
              <a:t> </a:t>
            </a:r>
            <a:r>
              <a:rPr lang="en" sz="1800">
                <a:solidFill>
                  <a:schemeClr val="dk1"/>
                </a:solidFill>
              </a:rPr>
              <a:t>and</a:t>
            </a:r>
            <a:r>
              <a:rPr lang="en" sz="1800">
                <a:solidFill>
                  <a:srgbClr val="4A86E8"/>
                </a:solidFill>
              </a:rPr>
              <a:t> </a:t>
            </a:r>
            <a:r>
              <a:rPr lang="en" sz="1800">
                <a:solidFill>
                  <a:srgbClr val="FACAA5"/>
                </a:solidFill>
              </a:rPr>
              <a:t>Cameron</a:t>
            </a:r>
            <a:r>
              <a:rPr lang="en" sz="1800">
                <a:solidFill>
                  <a:schemeClr val="dk1"/>
                </a:solidFill>
              </a:rPr>
              <a:t>? </a:t>
            </a:r>
            <a:endParaRPr>
              <a:solidFill>
                <a:schemeClr val="dk1"/>
              </a:solidFill>
            </a:endParaRPr>
          </a:p>
          <a:p>
            <a:pPr marL="0" lvl="0" indent="0" algn="l" rtl="0">
              <a:spcBef>
                <a:spcPts val="0"/>
              </a:spcBef>
              <a:spcAft>
                <a:spcPts val="0"/>
              </a:spcAft>
              <a:buClr>
                <a:schemeClr val="dk1"/>
              </a:buClr>
              <a:buFont typeface="Arial"/>
              <a:buNone/>
            </a:pPr>
            <a:endParaRPr sz="1800">
              <a:solidFill>
                <a:schemeClr val="accent1"/>
              </a:solidFill>
            </a:endParaRPr>
          </a:p>
          <a:p>
            <a:pPr marL="0" lvl="0" indent="0" algn="l" rtl="0">
              <a:spcBef>
                <a:spcPts val="0"/>
              </a:spcBef>
              <a:spcAft>
                <a:spcPts val="0"/>
              </a:spcAft>
              <a:buClr>
                <a:schemeClr val="dk1"/>
              </a:buClr>
              <a:buFont typeface="Arial"/>
              <a:buNone/>
            </a:pPr>
            <a:r>
              <a:rPr lang="en" sz="1800">
                <a:solidFill>
                  <a:schemeClr val="accent1"/>
                </a:solidFill>
              </a:rPr>
              <a:t>[wait for and record the child’s response]</a:t>
            </a:r>
            <a:endParaRPr>
              <a:solidFill>
                <a:schemeClr val="accent1"/>
              </a:solidFill>
            </a:endParaRPr>
          </a:p>
          <a:p>
            <a:pPr marL="0" lvl="0" indent="0" algn="l" rtl="0">
              <a:spcBef>
                <a:spcPts val="0"/>
              </a:spcBef>
              <a:spcAft>
                <a:spcPts val="0"/>
              </a:spcAft>
              <a:buClr>
                <a:schemeClr val="dk1"/>
              </a:buClr>
              <a:buFont typeface="Arial"/>
              <a:buNone/>
            </a:pPr>
            <a:br>
              <a:rPr lang="en">
                <a:solidFill>
                  <a:schemeClr val="dk1"/>
                </a:solidFill>
              </a:rPr>
            </a:br>
            <a:r>
              <a:rPr lang="en" sz="1800">
                <a:solidFill>
                  <a:schemeClr val="dk1"/>
                </a:solidFill>
              </a:rPr>
              <a:t>Alright, thank you. </a:t>
            </a:r>
            <a:endParaRPr sz="1200" b="1"/>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6"/>
        <p:cNvGrpSpPr/>
        <p:nvPr/>
      </p:nvGrpSpPr>
      <p:grpSpPr>
        <a:xfrm>
          <a:off x="0" y="0"/>
          <a:ext cx="0" cy="0"/>
          <a:chOff x="0" y="0"/>
          <a:chExt cx="0" cy="0"/>
        </a:xfrm>
      </p:grpSpPr>
      <p:sp>
        <p:nvSpPr>
          <p:cNvPr id="447" name="Google Shape;447;g309622fb5d5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8" name="Google Shape;448;g309622fb5d5_0_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Font typeface="Arial"/>
              <a:buNone/>
            </a:pPr>
            <a:r>
              <a:rPr lang="en" sz="1800">
                <a:solidFill>
                  <a:schemeClr val="dk1"/>
                </a:solidFill>
              </a:rPr>
              <a:t> which box do you think is most like </a:t>
            </a:r>
            <a:r>
              <a:rPr lang="en" sz="1800">
                <a:solidFill>
                  <a:srgbClr val="0070C0"/>
                </a:solidFill>
              </a:rPr>
              <a:t>Kendall</a:t>
            </a:r>
            <a:r>
              <a:rPr lang="en" sz="1800">
                <a:solidFill>
                  <a:srgbClr val="4A86E8"/>
                </a:solidFill>
              </a:rPr>
              <a:t> </a:t>
            </a:r>
            <a:r>
              <a:rPr lang="en" sz="1800">
                <a:solidFill>
                  <a:schemeClr val="dk1"/>
                </a:solidFill>
              </a:rPr>
              <a:t>and</a:t>
            </a:r>
            <a:r>
              <a:rPr lang="en" sz="1800">
                <a:solidFill>
                  <a:srgbClr val="4A86E8"/>
                </a:solidFill>
              </a:rPr>
              <a:t> </a:t>
            </a:r>
            <a:r>
              <a:rPr lang="en" sz="1800">
                <a:solidFill>
                  <a:srgbClr val="93C47D"/>
                </a:solidFill>
              </a:rPr>
              <a:t>Riley</a:t>
            </a:r>
            <a:r>
              <a:rPr lang="en" sz="1800">
                <a:solidFill>
                  <a:schemeClr val="dk1"/>
                </a:solidFill>
              </a:rPr>
              <a:t>? </a:t>
            </a:r>
            <a:endParaRPr>
              <a:solidFill>
                <a:schemeClr val="dk1"/>
              </a:solidFill>
            </a:endParaRPr>
          </a:p>
          <a:p>
            <a:pPr marL="0" lvl="0" indent="0" algn="l" rtl="0">
              <a:spcBef>
                <a:spcPts val="0"/>
              </a:spcBef>
              <a:spcAft>
                <a:spcPts val="0"/>
              </a:spcAft>
              <a:buClr>
                <a:schemeClr val="dk1"/>
              </a:buClr>
              <a:buFont typeface="Arial"/>
              <a:buNone/>
            </a:pPr>
            <a:endParaRPr sz="1800">
              <a:solidFill>
                <a:schemeClr val="accent1"/>
              </a:solidFill>
            </a:endParaRPr>
          </a:p>
          <a:p>
            <a:pPr marL="0" lvl="0" indent="0" algn="l" rtl="0">
              <a:spcBef>
                <a:spcPts val="0"/>
              </a:spcBef>
              <a:spcAft>
                <a:spcPts val="0"/>
              </a:spcAft>
              <a:buClr>
                <a:schemeClr val="dk1"/>
              </a:buClr>
              <a:buFont typeface="Arial"/>
              <a:buNone/>
            </a:pPr>
            <a:r>
              <a:rPr lang="en" sz="1800">
                <a:solidFill>
                  <a:schemeClr val="accent1"/>
                </a:solidFill>
              </a:rPr>
              <a:t>[wait for and record the child’s response]</a:t>
            </a:r>
            <a:endParaRPr>
              <a:solidFill>
                <a:schemeClr val="accent1"/>
              </a:solidFill>
            </a:endParaRPr>
          </a:p>
          <a:p>
            <a:pPr marL="0" lvl="0" indent="0" algn="l" rtl="0">
              <a:spcBef>
                <a:spcPts val="0"/>
              </a:spcBef>
              <a:spcAft>
                <a:spcPts val="0"/>
              </a:spcAft>
              <a:buClr>
                <a:schemeClr val="dk1"/>
              </a:buClr>
              <a:buFont typeface="Arial"/>
              <a:buNone/>
            </a:pPr>
            <a:br>
              <a:rPr lang="en">
                <a:solidFill>
                  <a:schemeClr val="dk1"/>
                </a:solidFill>
              </a:rPr>
            </a:br>
            <a:r>
              <a:rPr lang="en" sz="1800">
                <a:solidFill>
                  <a:schemeClr val="dk1"/>
                </a:solidFill>
              </a:rPr>
              <a:t>Alright, thank you. </a:t>
            </a:r>
            <a:endParaRPr sz="1200" b="1"/>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0"/>
        <p:cNvGrpSpPr/>
        <p:nvPr/>
      </p:nvGrpSpPr>
      <p:grpSpPr>
        <a:xfrm>
          <a:off x="0" y="0"/>
          <a:ext cx="0" cy="0"/>
          <a:chOff x="0" y="0"/>
          <a:chExt cx="0" cy="0"/>
        </a:xfrm>
      </p:grpSpPr>
      <p:sp>
        <p:nvSpPr>
          <p:cNvPr id="491" name="Google Shape;491;g2f196430133_0_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2" name="Google Shape;492;g2f196430133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a:solidFill>
                  <a:schemeClr val="dk1"/>
                </a:solidFill>
              </a:rPr>
              <a:t>Who do you think is a better friend to Kendall? Why?</a:t>
            </a:r>
            <a:endParaRPr sz="1200">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sz="1200">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a:solidFill>
                <a:schemeClr val="dk1"/>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7"/>
        <p:cNvGrpSpPr/>
        <p:nvPr/>
      </p:nvGrpSpPr>
      <p:grpSpPr>
        <a:xfrm>
          <a:off x="0" y="0"/>
          <a:ext cx="0" cy="0"/>
          <a:chOff x="0" y="0"/>
          <a:chExt cx="0" cy="0"/>
        </a:xfrm>
      </p:grpSpPr>
      <p:sp>
        <p:nvSpPr>
          <p:cNvPr id="498" name="Google Shape;498;g30ece795ba5_0_1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9" name="Google Shape;499;g30ece795ba5_0_1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dirty="0">
                <a:solidFill>
                  <a:schemeClr val="dk1"/>
                </a:solidFill>
              </a:rPr>
              <a:t>Who do you think Kendall would want to share an ice cream cone with? Why?</a:t>
            </a:r>
            <a:endParaRPr sz="1200" dirty="0">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sz="1200" dirty="0">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dirty="0">
              <a:solidFill>
                <a:schemeClr val="dk1"/>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4"/>
        <p:cNvGrpSpPr/>
        <p:nvPr/>
      </p:nvGrpSpPr>
      <p:grpSpPr>
        <a:xfrm>
          <a:off x="0" y="0"/>
          <a:ext cx="0" cy="0"/>
          <a:chOff x="0" y="0"/>
          <a:chExt cx="0" cy="0"/>
        </a:xfrm>
      </p:grpSpPr>
      <p:sp>
        <p:nvSpPr>
          <p:cNvPr id="505" name="Google Shape;505;g30ece795ba5_0_1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6" name="Google Shape;506;g30ece795ba5_0_1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dirty="0">
                <a:solidFill>
                  <a:schemeClr val="dk1"/>
                </a:solidFill>
              </a:rPr>
              <a:t>Who do you think Kendall would want to share candy with? Why?</a:t>
            </a:r>
            <a:endParaRPr sz="1200" dirty="0">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sz="1200" dirty="0">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dirty="0">
              <a:solidFill>
                <a:schemeClr val="dk1"/>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1"/>
        <p:cNvGrpSpPr/>
        <p:nvPr/>
      </p:nvGrpSpPr>
      <p:grpSpPr>
        <a:xfrm>
          <a:off x="0" y="0"/>
          <a:ext cx="0" cy="0"/>
          <a:chOff x="0" y="0"/>
          <a:chExt cx="0" cy="0"/>
        </a:xfrm>
      </p:grpSpPr>
      <p:sp>
        <p:nvSpPr>
          <p:cNvPr id="512" name="Google Shape;512;g309d30efcf1_0_3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3" name="Google Shape;513;g309d30efcf1_0_3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dirty="0">
                <a:solidFill>
                  <a:schemeClr val="dk1"/>
                </a:solidFill>
              </a:rPr>
              <a:t>Later that day, Kendall  went to the playground and met someone who he wanted to be friends with. Do you think Kendall should tell them about feeling happy today or about the elephants? Why?</a:t>
            </a:r>
            <a:endParaRPr sz="1200" dirty="0">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sz="1200" b="1" dirty="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200" b="1" dirty="0">
                <a:solidFill>
                  <a:schemeClr val="dk1"/>
                </a:solidFill>
              </a:rPr>
              <a:t>[click 2x]</a:t>
            </a:r>
            <a:endParaRPr sz="1200" b="1" dirty="0">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sz="1200" dirty="0">
              <a:solidFill>
                <a:schemeClr val="dk1"/>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3"/>
        <p:cNvGrpSpPr/>
        <p:nvPr/>
      </p:nvGrpSpPr>
      <p:grpSpPr>
        <a:xfrm>
          <a:off x="0" y="0"/>
          <a:ext cx="0" cy="0"/>
          <a:chOff x="0" y="0"/>
          <a:chExt cx="0" cy="0"/>
        </a:xfrm>
      </p:grpSpPr>
      <p:sp>
        <p:nvSpPr>
          <p:cNvPr id="524" name="Google Shape;524;g30ece795ba5_0_1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5" name="Google Shape;525;g30ece795ba5_0_1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After the playground, Kendall saw his mom in the park! Kendall’s mom said “Hey Kendall how was school today?” Do you think Kendall should tell his mom about the elephants or about feeling happy today?</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5"/>
        <p:cNvGrpSpPr/>
        <p:nvPr/>
      </p:nvGrpSpPr>
      <p:grpSpPr>
        <a:xfrm>
          <a:off x="0" y="0"/>
          <a:ext cx="0" cy="0"/>
          <a:chOff x="0" y="0"/>
          <a:chExt cx="0" cy="0"/>
        </a:xfrm>
      </p:grpSpPr>
      <p:sp>
        <p:nvSpPr>
          <p:cNvPr id="536" name="Google Shape;536;g30ece795ba5_0_1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7" name="Google Shape;537;g30ece795ba5_0_1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Then Kendall saw his friend’s mom and she said “Hey Kendall! How was school today?” Do you think Kendall should tell her about the elephants or that he’s feeling happy today?</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2f725bdd42f_0_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4" name="Google Shape;194;g2f725bdd42f_0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6768589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p: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 name="Google Shape;18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This is Percy! [click] I am going to tell you a story about him!</a:t>
            </a:r>
            <a:endParaRPr/>
          </a:p>
          <a:p>
            <a:pPr marL="0" lvl="0" indent="0" algn="l" rtl="0">
              <a:spcBef>
                <a:spcPts val="0"/>
              </a:spcBef>
              <a:spcAft>
                <a:spcPts val="0"/>
              </a:spcAft>
              <a:buNone/>
            </a:pPr>
            <a:r>
              <a:rPr lang="en"/>
              <a:t>Percy feels sad today [click] and doesn’t know why</a:t>
            </a:r>
            <a:endParaRPr/>
          </a:p>
        </p:txBody>
      </p:sp>
    </p:spTree>
    <p:extLst>
      <p:ext uri="{BB962C8B-B14F-4D97-AF65-F5344CB8AC3E}">
        <p14:creationId xmlns:p14="http://schemas.microsoft.com/office/powerpoint/2010/main" val="93192012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g2f196430133_0_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9" name="Google Shape;199;g2f196430133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a:solidFill>
                  <a:schemeClr val="dk1"/>
                </a:solidFill>
              </a:rPr>
              <a:t>In school today, Percy learned that foxes move without making any sound.</a:t>
            </a:r>
            <a:endParaRPr/>
          </a:p>
        </p:txBody>
      </p:sp>
    </p:spTree>
    <p:extLst>
      <p:ext uri="{BB962C8B-B14F-4D97-AF65-F5344CB8AC3E}">
        <p14:creationId xmlns:p14="http://schemas.microsoft.com/office/powerpoint/2010/main" val="15957318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g2f725bdd42f_0_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8" name="Google Shape;208;g2f725bdd42f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But Percy is still feeling sad, even after he learned an interesting fact about foxes.</a:t>
            </a:r>
            <a:endParaRPr b="1"/>
          </a:p>
        </p:txBody>
      </p:sp>
    </p:spTree>
    <p:extLst>
      <p:ext uri="{BB962C8B-B14F-4D97-AF65-F5344CB8AC3E}">
        <p14:creationId xmlns:p14="http://schemas.microsoft.com/office/powerpoint/2010/main" val="376117279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g2fcfa7e5489_1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8" name="Google Shape;248;g2fcfa7e5489_1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US" sz="1200" dirty="0">
                <a:solidFill>
                  <a:schemeClr val="dk1"/>
                </a:solidFill>
              </a:rPr>
              <a:t>While waiting to get on the bus after school, Percy saw a classmate named Orin. Orin said “Hi Percy! How was school today?”</a:t>
            </a:r>
          </a:p>
          <a:p>
            <a:pPr marL="0" lvl="0" indent="0" algn="l" rtl="0">
              <a:lnSpc>
                <a:spcPct val="115000"/>
              </a:lnSpc>
              <a:spcBef>
                <a:spcPts val="0"/>
              </a:spcBef>
              <a:spcAft>
                <a:spcPts val="0"/>
              </a:spcAft>
              <a:buNone/>
            </a:pPr>
            <a:endParaRPr lang="en-US" sz="1200" dirty="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US" sz="1200" dirty="0">
                <a:solidFill>
                  <a:schemeClr val="dk1"/>
                </a:solidFill>
              </a:rPr>
              <a:t>Percy told Orin that he was feeling sad today. </a:t>
            </a:r>
            <a:r>
              <a:rPr lang="en-US" sz="1200" b="1" dirty="0">
                <a:solidFill>
                  <a:schemeClr val="dk1"/>
                </a:solidFill>
              </a:rPr>
              <a:t>[click 2x]</a:t>
            </a:r>
          </a:p>
          <a:p>
            <a:pPr marL="0" lvl="0" indent="0" algn="l" rtl="0">
              <a:lnSpc>
                <a:spcPct val="115000"/>
              </a:lnSpc>
              <a:spcBef>
                <a:spcPts val="0"/>
              </a:spcBef>
              <a:spcAft>
                <a:spcPts val="0"/>
              </a:spcAft>
              <a:buClr>
                <a:schemeClr val="dk1"/>
              </a:buClr>
              <a:buSzPts val="1100"/>
              <a:buFont typeface="Arial"/>
              <a:buNone/>
            </a:pPr>
            <a:endParaRPr sz="1200" b="1" dirty="0">
              <a:solidFill>
                <a:schemeClr val="dk1"/>
              </a:solidFill>
            </a:endParaRPr>
          </a:p>
        </p:txBody>
      </p:sp>
    </p:spTree>
    <p:extLst>
      <p:ext uri="{BB962C8B-B14F-4D97-AF65-F5344CB8AC3E}">
        <p14:creationId xmlns:p14="http://schemas.microsoft.com/office/powerpoint/2010/main" val="426146725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g3090193dd54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7" name="Google Shape;237;g3090193dd54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endParaRPr sz="1200" dirty="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200" dirty="0">
                <a:solidFill>
                  <a:schemeClr val="dk1"/>
                </a:solidFill>
              </a:rPr>
              <a:t>But Percy did not tell Orin about how he learned foxes move without making sounds. </a:t>
            </a:r>
            <a:r>
              <a:rPr lang="en" sz="1200" b="1" dirty="0">
                <a:solidFill>
                  <a:schemeClr val="dk1"/>
                </a:solidFill>
              </a:rPr>
              <a:t>[click 3x]</a:t>
            </a:r>
            <a:endParaRPr sz="1200" b="1" dirty="0">
              <a:solidFill>
                <a:schemeClr val="dk1"/>
              </a:solidFill>
            </a:endParaRPr>
          </a:p>
        </p:txBody>
      </p:sp>
    </p:spTree>
    <p:extLst>
      <p:ext uri="{BB962C8B-B14F-4D97-AF65-F5344CB8AC3E}">
        <p14:creationId xmlns:p14="http://schemas.microsoft.com/office/powerpoint/2010/main" val="335747618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2fcfa7e5489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 name="Google Shape;226;g2fcfa7e5489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dirty="0">
                <a:solidFill>
                  <a:schemeClr val="dk1"/>
                </a:solidFill>
              </a:rPr>
              <a:t>Then Percy saw another classmate named Avery. Avery said “Hi Percy! How was school today?” Percy did not tell Avery that he was feeling sad today. </a:t>
            </a:r>
            <a:r>
              <a:rPr lang="en" sz="1200" b="1" dirty="0">
                <a:solidFill>
                  <a:schemeClr val="dk1"/>
                </a:solidFill>
              </a:rPr>
              <a:t>[click 3x]</a:t>
            </a:r>
            <a:endParaRPr b="1" dirty="0"/>
          </a:p>
        </p:txBody>
      </p:sp>
    </p:spTree>
    <p:extLst>
      <p:ext uri="{BB962C8B-B14F-4D97-AF65-F5344CB8AC3E}">
        <p14:creationId xmlns:p14="http://schemas.microsoft.com/office/powerpoint/2010/main" val="171671598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g2fcfa7e5489_1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6" name="Google Shape;216;g2fcfa7e5489_1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endParaRPr sz="1200" dirty="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US" sz="1200" dirty="0">
                <a:solidFill>
                  <a:schemeClr val="dk1"/>
                </a:solidFill>
              </a:rPr>
              <a:t>B</a:t>
            </a:r>
            <a:r>
              <a:rPr lang="en" sz="1200" dirty="0" err="1">
                <a:solidFill>
                  <a:schemeClr val="dk1"/>
                </a:solidFill>
              </a:rPr>
              <a:t>ut</a:t>
            </a:r>
            <a:r>
              <a:rPr lang="en" sz="1200" dirty="0">
                <a:solidFill>
                  <a:schemeClr val="dk1"/>
                </a:solidFill>
              </a:rPr>
              <a:t> Percy did tell Avery about how he learned foxes move without making sounds. </a:t>
            </a:r>
            <a:r>
              <a:rPr lang="en" sz="1200" b="1" dirty="0">
                <a:solidFill>
                  <a:schemeClr val="dk1"/>
                </a:solidFill>
              </a:rPr>
              <a:t>[click 2x]</a:t>
            </a:r>
            <a:endParaRPr sz="1200" b="1" dirty="0">
              <a:solidFill>
                <a:schemeClr val="dk1"/>
              </a:solidFill>
            </a:endParaRPr>
          </a:p>
        </p:txBody>
      </p:sp>
    </p:spTree>
    <p:extLst>
      <p:ext uri="{BB962C8B-B14F-4D97-AF65-F5344CB8AC3E}">
        <p14:creationId xmlns:p14="http://schemas.microsoft.com/office/powerpoint/2010/main" val="150275068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g30ece795ba5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4" name="Google Shape;264;g30ece795ba5_0_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 sz="1800"/>
              <a:t>Which classmate did Percy tell about feeling sad today?</a:t>
            </a:r>
            <a:endParaRPr sz="1800"/>
          </a:p>
          <a:p>
            <a:pPr marL="0" lvl="0" indent="0" algn="l" rtl="0">
              <a:spcBef>
                <a:spcPts val="0"/>
              </a:spcBef>
              <a:spcAft>
                <a:spcPts val="0"/>
              </a:spcAft>
              <a:buNone/>
            </a:pPr>
            <a:endParaRPr sz="1800"/>
          </a:p>
          <a:p>
            <a:pPr marL="0" lvl="0" indent="0" algn="l" rtl="0">
              <a:spcBef>
                <a:spcPts val="0"/>
              </a:spcBef>
              <a:spcAft>
                <a:spcPts val="0"/>
              </a:spcAft>
              <a:buNone/>
            </a:pPr>
            <a:r>
              <a:rPr lang="en" sz="1800">
                <a:solidFill>
                  <a:schemeClr val="accent1"/>
                </a:solidFill>
              </a:rPr>
              <a:t>[wait for and record the child’s response]</a:t>
            </a:r>
            <a:endParaRPr sz="1800">
              <a:solidFill>
                <a:schemeClr val="accent1"/>
              </a:solidFill>
            </a:endParaRPr>
          </a:p>
          <a:p>
            <a:pPr marL="0" lvl="0" indent="0" algn="l" rtl="0">
              <a:spcBef>
                <a:spcPts val="0"/>
              </a:spcBef>
              <a:spcAft>
                <a:spcPts val="0"/>
              </a:spcAft>
              <a:buNone/>
            </a:pPr>
            <a:endParaRPr sz="1800">
              <a:solidFill>
                <a:schemeClr val="accent1"/>
              </a:solidFill>
            </a:endParaRPr>
          </a:p>
          <a:p>
            <a:pPr marL="0" lvl="0" indent="0" algn="l" rtl="0">
              <a:spcBef>
                <a:spcPts val="0"/>
              </a:spcBef>
              <a:spcAft>
                <a:spcPts val="0"/>
              </a:spcAft>
              <a:buNone/>
            </a:pPr>
            <a:r>
              <a:rPr lang="en" sz="1800">
                <a:solidFill>
                  <a:schemeClr val="dk1"/>
                </a:solidFill>
              </a:rPr>
              <a:t>Okay thank you.</a:t>
            </a:r>
            <a:endParaRPr sz="1800">
              <a:solidFill>
                <a:schemeClr val="dk1"/>
              </a:solidFill>
            </a:endParaRPr>
          </a:p>
        </p:txBody>
      </p:sp>
    </p:spTree>
    <p:extLst>
      <p:ext uri="{BB962C8B-B14F-4D97-AF65-F5344CB8AC3E}">
        <p14:creationId xmlns:p14="http://schemas.microsoft.com/office/powerpoint/2010/main" val="226781875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30ece795ba5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30ece795ba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Which classmate did Percy tell about foxes?</a:t>
            </a:r>
            <a:endParaRPr/>
          </a:p>
        </p:txBody>
      </p:sp>
    </p:spTree>
    <p:extLst>
      <p:ext uri="{BB962C8B-B14F-4D97-AF65-F5344CB8AC3E}">
        <p14:creationId xmlns:p14="http://schemas.microsoft.com/office/powerpoint/2010/main" val="273894847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g3090193dd54_0_1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2" name="Google Shape;292;g3090193dd54_0_1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Font typeface="Arial"/>
              <a:buNone/>
            </a:pPr>
            <a:r>
              <a:rPr lang="en" sz="1800">
                <a:solidFill>
                  <a:schemeClr val="dk1"/>
                </a:solidFill>
              </a:rPr>
              <a:t> which box do you think is most like </a:t>
            </a:r>
            <a:r>
              <a:rPr lang="en" sz="1800">
                <a:solidFill>
                  <a:srgbClr val="9900FF"/>
                </a:solidFill>
              </a:rPr>
              <a:t>Percy</a:t>
            </a:r>
            <a:r>
              <a:rPr lang="en" sz="1800">
                <a:solidFill>
                  <a:srgbClr val="4A86E8"/>
                </a:solidFill>
              </a:rPr>
              <a:t> </a:t>
            </a:r>
            <a:r>
              <a:rPr lang="en" sz="1800">
                <a:solidFill>
                  <a:schemeClr val="dk1"/>
                </a:solidFill>
              </a:rPr>
              <a:t>and</a:t>
            </a:r>
            <a:r>
              <a:rPr lang="en" sz="1800">
                <a:solidFill>
                  <a:srgbClr val="4A86E8"/>
                </a:solidFill>
              </a:rPr>
              <a:t> </a:t>
            </a:r>
            <a:r>
              <a:rPr lang="en" sz="1800">
                <a:solidFill>
                  <a:srgbClr val="FF9900"/>
                </a:solidFill>
              </a:rPr>
              <a:t>Orin</a:t>
            </a:r>
            <a:r>
              <a:rPr lang="en" sz="1800">
                <a:solidFill>
                  <a:schemeClr val="dk1"/>
                </a:solidFill>
              </a:rPr>
              <a:t>? Why?</a:t>
            </a:r>
            <a:endParaRPr>
              <a:solidFill>
                <a:schemeClr val="dk1"/>
              </a:solidFill>
            </a:endParaRPr>
          </a:p>
          <a:p>
            <a:pPr marL="0" lvl="0" indent="0" algn="l" rtl="0">
              <a:spcBef>
                <a:spcPts val="0"/>
              </a:spcBef>
              <a:spcAft>
                <a:spcPts val="0"/>
              </a:spcAft>
              <a:buClr>
                <a:schemeClr val="dk1"/>
              </a:buClr>
              <a:buFont typeface="Arial"/>
              <a:buNone/>
            </a:pPr>
            <a:endParaRPr sz="1800">
              <a:solidFill>
                <a:schemeClr val="accent1"/>
              </a:solidFill>
            </a:endParaRPr>
          </a:p>
          <a:p>
            <a:pPr marL="0" lvl="0" indent="0" algn="l" rtl="0">
              <a:spcBef>
                <a:spcPts val="0"/>
              </a:spcBef>
              <a:spcAft>
                <a:spcPts val="0"/>
              </a:spcAft>
              <a:buClr>
                <a:schemeClr val="dk1"/>
              </a:buClr>
              <a:buFont typeface="Arial"/>
              <a:buNone/>
            </a:pPr>
            <a:r>
              <a:rPr lang="en" sz="1800">
                <a:solidFill>
                  <a:schemeClr val="accent1"/>
                </a:solidFill>
              </a:rPr>
              <a:t>[wait for and record the child’s response]</a:t>
            </a:r>
            <a:endParaRPr>
              <a:solidFill>
                <a:schemeClr val="accent1"/>
              </a:solidFill>
            </a:endParaRPr>
          </a:p>
          <a:p>
            <a:pPr marL="0" lvl="0" indent="0" algn="l" rtl="0">
              <a:spcBef>
                <a:spcPts val="0"/>
              </a:spcBef>
              <a:spcAft>
                <a:spcPts val="0"/>
              </a:spcAft>
              <a:buClr>
                <a:schemeClr val="dk1"/>
              </a:buClr>
              <a:buFont typeface="Arial"/>
              <a:buNone/>
            </a:pPr>
            <a:br>
              <a:rPr lang="en">
                <a:solidFill>
                  <a:schemeClr val="dk1"/>
                </a:solidFill>
              </a:rPr>
            </a:br>
            <a:r>
              <a:rPr lang="en" sz="1800">
                <a:solidFill>
                  <a:schemeClr val="dk1"/>
                </a:solidFill>
              </a:rPr>
              <a:t>Alright, thank you. </a:t>
            </a:r>
            <a:endParaRPr sz="1200" b="1"/>
          </a:p>
        </p:txBody>
      </p:sp>
    </p:spTree>
    <p:extLst>
      <p:ext uri="{BB962C8B-B14F-4D97-AF65-F5344CB8AC3E}">
        <p14:creationId xmlns:p14="http://schemas.microsoft.com/office/powerpoint/2010/main" val="222252103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g3090193dd54_0_2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0" name="Google Shape;270;g3090193dd54_0_2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Font typeface="Arial"/>
              <a:buNone/>
            </a:pPr>
            <a:r>
              <a:rPr lang="en" sz="1800">
                <a:solidFill>
                  <a:schemeClr val="dk1"/>
                </a:solidFill>
              </a:rPr>
              <a:t> which box do you think is most like </a:t>
            </a:r>
            <a:r>
              <a:rPr lang="en" sz="1800">
                <a:solidFill>
                  <a:srgbClr val="9900FF"/>
                </a:solidFill>
              </a:rPr>
              <a:t>Percy</a:t>
            </a:r>
            <a:r>
              <a:rPr lang="en" sz="1800">
                <a:solidFill>
                  <a:srgbClr val="4A86E8"/>
                </a:solidFill>
              </a:rPr>
              <a:t> </a:t>
            </a:r>
            <a:r>
              <a:rPr lang="en" sz="1800">
                <a:solidFill>
                  <a:schemeClr val="dk1"/>
                </a:solidFill>
              </a:rPr>
              <a:t>and</a:t>
            </a:r>
            <a:r>
              <a:rPr lang="en" sz="1800">
                <a:solidFill>
                  <a:srgbClr val="4A86E8"/>
                </a:solidFill>
              </a:rPr>
              <a:t> </a:t>
            </a:r>
            <a:r>
              <a:rPr lang="en" sz="1800">
                <a:solidFill>
                  <a:srgbClr val="A4C2F4"/>
                </a:solidFill>
              </a:rPr>
              <a:t>Avery</a:t>
            </a:r>
            <a:r>
              <a:rPr lang="en" sz="1800">
                <a:solidFill>
                  <a:schemeClr val="dk1"/>
                </a:solidFill>
              </a:rPr>
              <a:t>? </a:t>
            </a:r>
            <a:endParaRPr>
              <a:solidFill>
                <a:schemeClr val="dk1"/>
              </a:solidFill>
            </a:endParaRPr>
          </a:p>
          <a:p>
            <a:pPr marL="0" lvl="0" indent="0" algn="l" rtl="0">
              <a:spcBef>
                <a:spcPts val="0"/>
              </a:spcBef>
              <a:spcAft>
                <a:spcPts val="0"/>
              </a:spcAft>
              <a:buClr>
                <a:schemeClr val="dk1"/>
              </a:buClr>
              <a:buFont typeface="Arial"/>
              <a:buNone/>
            </a:pPr>
            <a:endParaRPr sz="1800">
              <a:solidFill>
                <a:schemeClr val="accent1"/>
              </a:solidFill>
            </a:endParaRPr>
          </a:p>
          <a:p>
            <a:pPr marL="0" lvl="0" indent="0" algn="l" rtl="0">
              <a:spcBef>
                <a:spcPts val="0"/>
              </a:spcBef>
              <a:spcAft>
                <a:spcPts val="0"/>
              </a:spcAft>
              <a:buClr>
                <a:schemeClr val="dk1"/>
              </a:buClr>
              <a:buFont typeface="Arial"/>
              <a:buNone/>
            </a:pPr>
            <a:r>
              <a:rPr lang="en" sz="1800">
                <a:solidFill>
                  <a:schemeClr val="accent1"/>
                </a:solidFill>
              </a:rPr>
              <a:t>[wait for and record the child’s response]</a:t>
            </a:r>
            <a:endParaRPr>
              <a:solidFill>
                <a:schemeClr val="accent1"/>
              </a:solidFill>
            </a:endParaRPr>
          </a:p>
          <a:p>
            <a:pPr marL="0" lvl="0" indent="0" algn="l" rtl="0">
              <a:spcBef>
                <a:spcPts val="0"/>
              </a:spcBef>
              <a:spcAft>
                <a:spcPts val="0"/>
              </a:spcAft>
              <a:buClr>
                <a:schemeClr val="dk1"/>
              </a:buClr>
              <a:buFont typeface="Arial"/>
              <a:buNone/>
            </a:pPr>
            <a:br>
              <a:rPr lang="en">
                <a:solidFill>
                  <a:schemeClr val="dk1"/>
                </a:solidFill>
              </a:rPr>
            </a:br>
            <a:r>
              <a:rPr lang="en" sz="1800">
                <a:solidFill>
                  <a:schemeClr val="dk1"/>
                </a:solidFill>
              </a:rPr>
              <a:t>Alright, thank you. </a:t>
            </a:r>
            <a:endParaRPr sz="1200" b="1"/>
          </a:p>
        </p:txBody>
      </p:sp>
    </p:spTree>
    <p:extLst>
      <p:ext uri="{BB962C8B-B14F-4D97-AF65-F5344CB8AC3E}">
        <p14:creationId xmlns:p14="http://schemas.microsoft.com/office/powerpoint/2010/main" val="298296154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g2fd96758c84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4" name="Google Shape;314;g2fd96758c8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a:solidFill>
                  <a:schemeClr val="dk1"/>
                </a:solidFill>
              </a:rPr>
              <a:t>Who do you think is a better friend to Percy Why?</a:t>
            </a:r>
            <a:endParaRPr sz="1200">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sz="1200">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a:solidFill>
                <a:schemeClr val="dk1"/>
              </a:solidFill>
            </a:endParaRPr>
          </a:p>
        </p:txBody>
      </p:sp>
    </p:spTree>
    <p:extLst>
      <p:ext uri="{BB962C8B-B14F-4D97-AF65-F5344CB8AC3E}">
        <p14:creationId xmlns:p14="http://schemas.microsoft.com/office/powerpoint/2010/main" val="10622051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g30ece795ba5_0_1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1" name="Google Shape;321;g30ece795ba5_0_1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a:solidFill>
                  <a:schemeClr val="dk1"/>
                </a:solidFill>
              </a:rPr>
              <a:t>Who do you think Percy would want to share an ice cream cone with? Why?</a:t>
            </a:r>
            <a:endParaRPr sz="1200">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sz="1200">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a:solidFill>
                <a:schemeClr val="dk1"/>
              </a:solidFill>
            </a:endParaRPr>
          </a:p>
        </p:txBody>
      </p:sp>
    </p:spTree>
    <p:extLst>
      <p:ext uri="{BB962C8B-B14F-4D97-AF65-F5344CB8AC3E}">
        <p14:creationId xmlns:p14="http://schemas.microsoft.com/office/powerpoint/2010/main" val="289122423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
        <p:cNvGrpSpPr/>
        <p:nvPr/>
      </p:nvGrpSpPr>
      <p:grpSpPr>
        <a:xfrm>
          <a:off x="0" y="0"/>
          <a:ext cx="0" cy="0"/>
          <a:chOff x="0" y="0"/>
          <a:chExt cx="0" cy="0"/>
        </a:xfrm>
      </p:grpSpPr>
      <p:sp>
        <p:nvSpPr>
          <p:cNvPr id="327" name="Google Shape;327;g30ece795ba5_0_1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8" name="Google Shape;328;g30ece795ba5_0_1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a:solidFill>
                  <a:schemeClr val="dk1"/>
                </a:solidFill>
              </a:rPr>
              <a:t>Who do you think Percy would want to share candy with?Why?</a:t>
            </a:r>
            <a:endParaRPr sz="1200">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sz="1200">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a:solidFill>
                <a:schemeClr val="dk1"/>
              </a:solidFill>
            </a:endParaRPr>
          </a:p>
        </p:txBody>
      </p:sp>
    </p:spTree>
    <p:extLst>
      <p:ext uri="{BB962C8B-B14F-4D97-AF65-F5344CB8AC3E}">
        <p14:creationId xmlns:p14="http://schemas.microsoft.com/office/powerpoint/2010/main" val="265473271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g309d30efcf1_0_2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5" name="Google Shape;335;g309d30efcf1_0_2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dirty="0">
                <a:solidFill>
                  <a:schemeClr val="dk1"/>
                </a:solidFill>
              </a:rPr>
              <a:t>Later that day, Percy went to the playground and met someone who he wanted to be friends with. Do you think Percy  should tell them about feeling sad today or about </a:t>
            </a:r>
            <a:r>
              <a:rPr lang="en-US" sz="1200" dirty="0" err="1">
                <a:solidFill>
                  <a:schemeClr val="dk1"/>
                </a:solidFill>
              </a:rPr>
              <a:t>th</a:t>
            </a:r>
            <a:r>
              <a:rPr lang="en" sz="1200" dirty="0">
                <a:solidFill>
                  <a:schemeClr val="dk1"/>
                </a:solidFill>
              </a:rPr>
              <a:t>e foxes? Why?</a:t>
            </a:r>
            <a:endParaRPr sz="1200" dirty="0">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sz="1200" b="1" dirty="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200" b="1" dirty="0">
                <a:solidFill>
                  <a:schemeClr val="dk1"/>
                </a:solidFill>
              </a:rPr>
              <a:t>[click 2x]</a:t>
            </a:r>
            <a:endParaRPr sz="1200" b="1" dirty="0">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sz="1200" dirty="0">
              <a:solidFill>
                <a:schemeClr val="dk1"/>
              </a:solidFill>
            </a:endParaRPr>
          </a:p>
        </p:txBody>
      </p:sp>
    </p:spTree>
    <p:extLst>
      <p:ext uri="{BB962C8B-B14F-4D97-AF65-F5344CB8AC3E}">
        <p14:creationId xmlns:p14="http://schemas.microsoft.com/office/powerpoint/2010/main" val="187315631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
        <p:cNvGrpSpPr/>
        <p:nvPr/>
      </p:nvGrpSpPr>
      <p:grpSpPr>
        <a:xfrm>
          <a:off x="0" y="0"/>
          <a:ext cx="0" cy="0"/>
          <a:chOff x="0" y="0"/>
          <a:chExt cx="0" cy="0"/>
        </a:xfrm>
      </p:grpSpPr>
      <p:sp>
        <p:nvSpPr>
          <p:cNvPr id="346" name="Google Shape;346;g30ece795ba5_0_1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7" name="Google Shape;347;g30ece795ba5_0_1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After the playground, Percy saw his mom in the park! Percy’s mom said “Hey Percy how was school today?” Do you think Percy should tell his mom about feeling sad today or about </a:t>
            </a:r>
            <a:r>
              <a:rPr lang="en-US" dirty="0" err="1"/>
              <a:t>th</a:t>
            </a:r>
            <a:r>
              <a:rPr lang="en" dirty="0"/>
              <a:t>e foxes?</a:t>
            </a:r>
            <a:endParaRPr dirty="0"/>
          </a:p>
        </p:txBody>
      </p:sp>
    </p:spTree>
    <p:extLst>
      <p:ext uri="{BB962C8B-B14F-4D97-AF65-F5344CB8AC3E}">
        <p14:creationId xmlns:p14="http://schemas.microsoft.com/office/powerpoint/2010/main" val="234217920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
        <p:cNvGrpSpPr/>
        <p:nvPr/>
      </p:nvGrpSpPr>
      <p:grpSpPr>
        <a:xfrm>
          <a:off x="0" y="0"/>
          <a:ext cx="0" cy="0"/>
          <a:chOff x="0" y="0"/>
          <a:chExt cx="0" cy="0"/>
        </a:xfrm>
      </p:grpSpPr>
      <p:sp>
        <p:nvSpPr>
          <p:cNvPr id="358" name="Google Shape;358;g30ece795ba5_0_1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9" name="Google Shape;359;g30ece795ba5_0_1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Then Percy saw his friend’s mom and she said “Hey Percy! How was school today?” Do you think Percy should tell her that he’s feeling sad or about </a:t>
            </a:r>
            <a:r>
              <a:rPr lang="en-US" dirty="0" err="1"/>
              <a:t>th</a:t>
            </a:r>
            <a:r>
              <a:rPr lang="en" dirty="0"/>
              <a:t>e foxes?</a:t>
            </a:r>
            <a:endParaRPr dirty="0"/>
          </a:p>
        </p:txBody>
      </p:sp>
    </p:spTree>
    <p:extLst>
      <p:ext uri="{BB962C8B-B14F-4D97-AF65-F5344CB8AC3E}">
        <p14:creationId xmlns:p14="http://schemas.microsoft.com/office/powerpoint/2010/main" val="266148338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7"/>
        <p:cNvGrpSpPr/>
        <p:nvPr/>
      </p:nvGrpSpPr>
      <p:grpSpPr>
        <a:xfrm>
          <a:off x="0" y="0"/>
          <a:ext cx="0" cy="0"/>
          <a:chOff x="0" y="0"/>
          <a:chExt cx="0" cy="0"/>
        </a:xfrm>
      </p:grpSpPr>
      <p:sp>
        <p:nvSpPr>
          <p:cNvPr id="548" name="Google Shape;548;g2fd96758c84_0_364: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49" name="Google Shape;549;g2fd96758c84_0_36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3"/>
        <p:cNvGrpSpPr/>
        <p:nvPr/>
      </p:nvGrpSpPr>
      <p:grpSpPr>
        <a:xfrm>
          <a:off x="0" y="0"/>
          <a:ext cx="0" cy="0"/>
          <a:chOff x="0" y="0"/>
          <a:chExt cx="0" cy="0"/>
        </a:xfrm>
      </p:grpSpPr>
      <p:sp>
        <p:nvSpPr>
          <p:cNvPr id="554" name="Google Shape;554;g2fd96758c84_0_45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5" name="Google Shape;555;g2fd96758c84_0_4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0"/>
        <p:cNvGrpSpPr/>
        <p:nvPr/>
      </p:nvGrpSpPr>
      <p:grpSpPr>
        <a:xfrm>
          <a:off x="0" y="0"/>
          <a:ext cx="0" cy="0"/>
          <a:chOff x="0" y="0"/>
          <a:chExt cx="0" cy="0"/>
        </a:xfrm>
      </p:grpSpPr>
      <p:sp>
        <p:nvSpPr>
          <p:cNvPr id="561" name="Google Shape;561;g2fd96758c84_0_46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2" name="Google Shape;562;g2fd96758c84_0_4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1">
  <p:cSld name="TITLE_AND_BODY_1">
    <p:spTree>
      <p:nvGrpSpPr>
        <p:cNvPr id="1" name="Shape 50"/>
        <p:cNvGrpSpPr/>
        <p:nvPr/>
      </p:nvGrpSpPr>
      <p:grpSpPr>
        <a:xfrm>
          <a:off x="0" y="0"/>
          <a:ext cx="0" cy="0"/>
          <a:chOff x="0" y="0"/>
          <a:chExt cx="0" cy="0"/>
        </a:xfrm>
      </p:grpSpPr>
      <p:sp>
        <p:nvSpPr>
          <p:cNvPr id="51" name="Google Shape;51;p13"/>
          <p:cNvSpPr txBox="1">
            <a:spLocks noGrp="1"/>
          </p:cNvSpPr>
          <p:nvPr>
            <p:ph type="sldNum" idx="12"/>
          </p:nvPr>
        </p:nvSpPr>
        <p:spPr>
          <a:xfrm>
            <a:off x="4482789" y="4902398"/>
            <a:ext cx="174900" cy="177300"/>
          </a:xfrm>
          <a:prstGeom prst="rect">
            <a:avLst/>
          </a:prstGeom>
          <a:noFill/>
          <a:ln>
            <a:noFill/>
          </a:ln>
        </p:spPr>
        <p:txBody>
          <a:bodyPr spcFirstLastPara="1" wrap="square" lIns="26800" tIns="26800" rIns="26800" bIns="26800" anchor="t" anchorCtr="0">
            <a:spAutoFit/>
          </a:bodyPr>
          <a:lstStyle>
            <a:lvl1pPr marL="0" marR="0" lvl="0" indent="0" algn="ctr" rtl="0">
              <a:lnSpc>
                <a:spcPct val="100000"/>
              </a:lnSpc>
              <a:spcBef>
                <a:spcPts val="0"/>
              </a:spcBef>
              <a:spcAft>
                <a:spcPts val="0"/>
              </a:spcAft>
              <a:buClr>
                <a:srgbClr val="000000"/>
              </a:buClr>
              <a:buSzPts val="800"/>
              <a:buFont typeface="Helvetica Neue Light"/>
              <a:buNone/>
              <a:defRPr sz="800" b="0" i="0" u="none" strike="noStrike" cap="none">
                <a:solidFill>
                  <a:srgbClr val="757575"/>
                </a:solidFill>
                <a:latin typeface="Helvetica Neue Light"/>
                <a:ea typeface="Helvetica Neue Light"/>
                <a:cs typeface="Helvetica Neue Light"/>
                <a:sym typeface="Helvetica Neue Light"/>
              </a:defRPr>
            </a:lvl1pPr>
            <a:lvl2pPr marL="0" marR="0" lvl="1" indent="0" algn="ctr" rtl="0">
              <a:lnSpc>
                <a:spcPct val="100000"/>
              </a:lnSpc>
              <a:spcBef>
                <a:spcPts val="0"/>
              </a:spcBef>
              <a:spcAft>
                <a:spcPts val="0"/>
              </a:spcAft>
              <a:buClr>
                <a:srgbClr val="000000"/>
              </a:buClr>
              <a:buSzPts val="800"/>
              <a:buFont typeface="Helvetica Neue Light"/>
              <a:buNone/>
              <a:defRPr sz="800" b="0" i="0" u="none" strike="noStrike" cap="none">
                <a:solidFill>
                  <a:srgbClr val="757575"/>
                </a:solidFill>
                <a:latin typeface="Helvetica Neue Light"/>
                <a:ea typeface="Helvetica Neue Light"/>
                <a:cs typeface="Helvetica Neue Light"/>
                <a:sym typeface="Helvetica Neue Light"/>
              </a:defRPr>
            </a:lvl2pPr>
            <a:lvl3pPr marL="0" marR="0" lvl="2" indent="0" algn="ctr" rtl="0">
              <a:lnSpc>
                <a:spcPct val="100000"/>
              </a:lnSpc>
              <a:spcBef>
                <a:spcPts val="0"/>
              </a:spcBef>
              <a:spcAft>
                <a:spcPts val="0"/>
              </a:spcAft>
              <a:buClr>
                <a:srgbClr val="000000"/>
              </a:buClr>
              <a:buSzPts val="800"/>
              <a:buFont typeface="Helvetica Neue Light"/>
              <a:buNone/>
              <a:defRPr sz="800" b="0" i="0" u="none" strike="noStrike" cap="none">
                <a:solidFill>
                  <a:srgbClr val="757575"/>
                </a:solidFill>
                <a:latin typeface="Helvetica Neue Light"/>
                <a:ea typeface="Helvetica Neue Light"/>
                <a:cs typeface="Helvetica Neue Light"/>
                <a:sym typeface="Helvetica Neue Light"/>
              </a:defRPr>
            </a:lvl3pPr>
            <a:lvl4pPr marL="0" marR="0" lvl="3" indent="0" algn="ctr" rtl="0">
              <a:lnSpc>
                <a:spcPct val="100000"/>
              </a:lnSpc>
              <a:spcBef>
                <a:spcPts val="0"/>
              </a:spcBef>
              <a:spcAft>
                <a:spcPts val="0"/>
              </a:spcAft>
              <a:buClr>
                <a:srgbClr val="000000"/>
              </a:buClr>
              <a:buSzPts val="800"/>
              <a:buFont typeface="Helvetica Neue Light"/>
              <a:buNone/>
              <a:defRPr sz="800" b="0" i="0" u="none" strike="noStrike" cap="none">
                <a:solidFill>
                  <a:srgbClr val="757575"/>
                </a:solidFill>
                <a:latin typeface="Helvetica Neue Light"/>
                <a:ea typeface="Helvetica Neue Light"/>
                <a:cs typeface="Helvetica Neue Light"/>
                <a:sym typeface="Helvetica Neue Light"/>
              </a:defRPr>
            </a:lvl4pPr>
            <a:lvl5pPr marL="0" marR="0" lvl="4" indent="0" algn="ctr" rtl="0">
              <a:lnSpc>
                <a:spcPct val="100000"/>
              </a:lnSpc>
              <a:spcBef>
                <a:spcPts val="0"/>
              </a:spcBef>
              <a:spcAft>
                <a:spcPts val="0"/>
              </a:spcAft>
              <a:buClr>
                <a:srgbClr val="000000"/>
              </a:buClr>
              <a:buSzPts val="800"/>
              <a:buFont typeface="Helvetica Neue Light"/>
              <a:buNone/>
              <a:defRPr sz="800" b="0" i="0" u="none" strike="noStrike" cap="none">
                <a:solidFill>
                  <a:srgbClr val="757575"/>
                </a:solidFill>
                <a:latin typeface="Helvetica Neue Light"/>
                <a:ea typeface="Helvetica Neue Light"/>
                <a:cs typeface="Helvetica Neue Light"/>
                <a:sym typeface="Helvetica Neue Light"/>
              </a:defRPr>
            </a:lvl5pPr>
            <a:lvl6pPr marL="0" marR="0" lvl="5" indent="0" algn="ctr" rtl="0">
              <a:lnSpc>
                <a:spcPct val="100000"/>
              </a:lnSpc>
              <a:spcBef>
                <a:spcPts val="0"/>
              </a:spcBef>
              <a:spcAft>
                <a:spcPts val="0"/>
              </a:spcAft>
              <a:buClr>
                <a:srgbClr val="000000"/>
              </a:buClr>
              <a:buSzPts val="800"/>
              <a:buFont typeface="Helvetica Neue Light"/>
              <a:buNone/>
              <a:defRPr sz="800" b="0" i="0" u="none" strike="noStrike" cap="none">
                <a:solidFill>
                  <a:srgbClr val="757575"/>
                </a:solidFill>
                <a:latin typeface="Helvetica Neue Light"/>
                <a:ea typeface="Helvetica Neue Light"/>
                <a:cs typeface="Helvetica Neue Light"/>
                <a:sym typeface="Helvetica Neue Light"/>
              </a:defRPr>
            </a:lvl6pPr>
            <a:lvl7pPr marL="0" marR="0" lvl="6" indent="0" algn="ctr" rtl="0">
              <a:lnSpc>
                <a:spcPct val="100000"/>
              </a:lnSpc>
              <a:spcBef>
                <a:spcPts val="0"/>
              </a:spcBef>
              <a:spcAft>
                <a:spcPts val="0"/>
              </a:spcAft>
              <a:buClr>
                <a:srgbClr val="000000"/>
              </a:buClr>
              <a:buSzPts val="800"/>
              <a:buFont typeface="Helvetica Neue Light"/>
              <a:buNone/>
              <a:defRPr sz="800" b="0" i="0" u="none" strike="noStrike" cap="none">
                <a:solidFill>
                  <a:srgbClr val="757575"/>
                </a:solidFill>
                <a:latin typeface="Helvetica Neue Light"/>
                <a:ea typeface="Helvetica Neue Light"/>
                <a:cs typeface="Helvetica Neue Light"/>
                <a:sym typeface="Helvetica Neue Light"/>
              </a:defRPr>
            </a:lvl7pPr>
            <a:lvl8pPr marL="0" marR="0" lvl="7" indent="0" algn="ctr" rtl="0">
              <a:lnSpc>
                <a:spcPct val="100000"/>
              </a:lnSpc>
              <a:spcBef>
                <a:spcPts val="0"/>
              </a:spcBef>
              <a:spcAft>
                <a:spcPts val="0"/>
              </a:spcAft>
              <a:buClr>
                <a:srgbClr val="000000"/>
              </a:buClr>
              <a:buSzPts val="800"/>
              <a:buFont typeface="Helvetica Neue Light"/>
              <a:buNone/>
              <a:defRPr sz="800" b="0" i="0" u="none" strike="noStrike" cap="none">
                <a:solidFill>
                  <a:srgbClr val="757575"/>
                </a:solidFill>
                <a:latin typeface="Helvetica Neue Light"/>
                <a:ea typeface="Helvetica Neue Light"/>
                <a:cs typeface="Helvetica Neue Light"/>
                <a:sym typeface="Helvetica Neue Light"/>
              </a:defRPr>
            </a:lvl8pPr>
            <a:lvl9pPr marL="0" marR="0" lvl="8" indent="0" algn="ctr" rtl="0">
              <a:lnSpc>
                <a:spcPct val="100000"/>
              </a:lnSpc>
              <a:spcBef>
                <a:spcPts val="0"/>
              </a:spcBef>
              <a:spcAft>
                <a:spcPts val="0"/>
              </a:spcAft>
              <a:buClr>
                <a:srgbClr val="000000"/>
              </a:buClr>
              <a:buSzPts val="800"/>
              <a:buFont typeface="Helvetica Neue Light"/>
              <a:buNone/>
              <a:defRPr sz="800" b="0" i="0" u="none" strike="noStrike" cap="none">
                <a:solidFill>
                  <a:srgbClr val="757575"/>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
              <a:t>‹#›</a:t>
            </a:fld>
            <a:endParaRPr sz="900">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52"/>
        <p:cNvGrpSpPr/>
        <p:nvPr/>
      </p:nvGrpSpPr>
      <p:grpSpPr>
        <a:xfrm>
          <a:off x="0" y="0"/>
          <a:ext cx="0" cy="0"/>
          <a:chOff x="0" y="0"/>
          <a:chExt cx="0" cy="0"/>
        </a:xfrm>
      </p:grpSpPr>
      <p:sp>
        <p:nvSpPr>
          <p:cNvPr id="53" name="Google Shape;53;p14"/>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lvl="0" algn="l" rtl="0">
              <a:lnSpc>
                <a:spcPct val="90000"/>
              </a:lnSpc>
              <a:spcBef>
                <a:spcPts val="0"/>
              </a:spcBef>
              <a:spcAft>
                <a:spcPts val="0"/>
              </a:spcAft>
              <a:buClr>
                <a:schemeClr val="dk1"/>
              </a:buClr>
              <a:buSzPts val="1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54" name="Google Shape;54;p14"/>
          <p:cNvSpPr txBox="1">
            <a:spLocks noGrp="1"/>
          </p:cNvSpPr>
          <p:nvPr>
            <p:ph type="body" idx="1"/>
          </p:nvPr>
        </p:nvSpPr>
        <p:spPr>
          <a:xfrm>
            <a:off x="628650" y="1369219"/>
            <a:ext cx="7886700" cy="3263400"/>
          </a:xfrm>
          <a:prstGeom prst="rect">
            <a:avLst/>
          </a:prstGeom>
          <a:noFill/>
          <a:ln>
            <a:noFill/>
          </a:ln>
        </p:spPr>
        <p:txBody>
          <a:bodyPr spcFirstLastPara="1" wrap="square" lIns="68575" tIns="34275" rIns="68575" bIns="34275" anchor="t" anchorCtr="0">
            <a:normAutofit/>
          </a:bodyPr>
          <a:lstStyle>
            <a:lvl1pPr marL="457200" lvl="0" indent="-317500" algn="l" rtl="0">
              <a:lnSpc>
                <a:spcPct val="90000"/>
              </a:lnSpc>
              <a:spcBef>
                <a:spcPts val="800"/>
              </a:spcBef>
              <a:spcAft>
                <a:spcPts val="0"/>
              </a:spcAft>
              <a:buClr>
                <a:schemeClr val="dk1"/>
              </a:buClr>
              <a:buSzPts val="1400"/>
              <a:buChar char="●"/>
              <a:defRPr/>
            </a:lvl1pPr>
            <a:lvl2pPr marL="914400" lvl="1" indent="-317500" algn="l" rtl="0">
              <a:lnSpc>
                <a:spcPct val="90000"/>
              </a:lnSpc>
              <a:spcBef>
                <a:spcPts val="1200"/>
              </a:spcBef>
              <a:spcAft>
                <a:spcPts val="0"/>
              </a:spcAft>
              <a:buClr>
                <a:schemeClr val="dk1"/>
              </a:buClr>
              <a:buSzPts val="1400"/>
              <a:buChar char="○"/>
              <a:defRPr/>
            </a:lvl2pPr>
            <a:lvl3pPr marL="1371600" lvl="2" indent="-317500" algn="l" rtl="0">
              <a:lnSpc>
                <a:spcPct val="90000"/>
              </a:lnSpc>
              <a:spcBef>
                <a:spcPts val="1200"/>
              </a:spcBef>
              <a:spcAft>
                <a:spcPts val="0"/>
              </a:spcAft>
              <a:buClr>
                <a:schemeClr val="dk1"/>
              </a:buClr>
              <a:buSzPts val="1400"/>
              <a:buChar char="■"/>
              <a:defRPr/>
            </a:lvl3pPr>
            <a:lvl4pPr marL="1828800" lvl="3" indent="-317500" algn="l" rtl="0">
              <a:lnSpc>
                <a:spcPct val="90000"/>
              </a:lnSpc>
              <a:spcBef>
                <a:spcPts val="1200"/>
              </a:spcBef>
              <a:spcAft>
                <a:spcPts val="0"/>
              </a:spcAft>
              <a:buClr>
                <a:schemeClr val="dk1"/>
              </a:buClr>
              <a:buSzPts val="1400"/>
              <a:buChar char="●"/>
              <a:defRPr/>
            </a:lvl4pPr>
            <a:lvl5pPr marL="2286000" lvl="4" indent="-317500" algn="l" rtl="0">
              <a:lnSpc>
                <a:spcPct val="90000"/>
              </a:lnSpc>
              <a:spcBef>
                <a:spcPts val="1200"/>
              </a:spcBef>
              <a:spcAft>
                <a:spcPts val="0"/>
              </a:spcAft>
              <a:buClr>
                <a:schemeClr val="dk1"/>
              </a:buClr>
              <a:buSzPts val="1400"/>
              <a:buChar char="○"/>
              <a:defRPr/>
            </a:lvl5pPr>
            <a:lvl6pPr marL="2743200" lvl="5" indent="-317500" algn="l" rtl="0">
              <a:lnSpc>
                <a:spcPct val="90000"/>
              </a:lnSpc>
              <a:spcBef>
                <a:spcPts val="1200"/>
              </a:spcBef>
              <a:spcAft>
                <a:spcPts val="0"/>
              </a:spcAft>
              <a:buClr>
                <a:schemeClr val="dk1"/>
              </a:buClr>
              <a:buSzPts val="1400"/>
              <a:buChar char="■"/>
              <a:defRPr/>
            </a:lvl6pPr>
            <a:lvl7pPr marL="3200400" lvl="6" indent="-317500" algn="l" rtl="0">
              <a:lnSpc>
                <a:spcPct val="90000"/>
              </a:lnSpc>
              <a:spcBef>
                <a:spcPts val="1200"/>
              </a:spcBef>
              <a:spcAft>
                <a:spcPts val="0"/>
              </a:spcAft>
              <a:buClr>
                <a:schemeClr val="dk1"/>
              </a:buClr>
              <a:buSzPts val="1400"/>
              <a:buChar char="●"/>
              <a:defRPr/>
            </a:lvl7pPr>
            <a:lvl8pPr marL="3657600" lvl="7" indent="-317500" algn="l" rtl="0">
              <a:lnSpc>
                <a:spcPct val="90000"/>
              </a:lnSpc>
              <a:spcBef>
                <a:spcPts val="1200"/>
              </a:spcBef>
              <a:spcAft>
                <a:spcPts val="0"/>
              </a:spcAft>
              <a:buClr>
                <a:schemeClr val="dk1"/>
              </a:buClr>
              <a:buSzPts val="1400"/>
              <a:buChar char="○"/>
              <a:defRPr/>
            </a:lvl8pPr>
            <a:lvl9pPr marL="4114800" lvl="8" indent="-317500" algn="l" rtl="0">
              <a:lnSpc>
                <a:spcPct val="90000"/>
              </a:lnSpc>
              <a:spcBef>
                <a:spcPts val="1200"/>
              </a:spcBef>
              <a:spcAft>
                <a:spcPts val="1200"/>
              </a:spcAft>
              <a:buClr>
                <a:schemeClr val="dk1"/>
              </a:buClr>
              <a:buSzPts val="1400"/>
              <a:buChar char="■"/>
              <a:defRPr/>
            </a:lvl9pPr>
          </a:lstStyle>
          <a:p>
            <a:endParaRPr/>
          </a:p>
        </p:txBody>
      </p:sp>
      <p:sp>
        <p:nvSpPr>
          <p:cNvPr id="55" name="Google Shape;55;p14"/>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14"/>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7" name="Google Shape;57;p14"/>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rm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64"/>
        <p:cNvGrpSpPr/>
        <p:nvPr/>
      </p:nvGrpSpPr>
      <p:grpSpPr>
        <a:xfrm>
          <a:off x="0" y="0"/>
          <a:ext cx="0" cy="0"/>
          <a:chOff x="0" y="0"/>
          <a:chExt cx="0" cy="0"/>
        </a:xfrm>
      </p:grpSpPr>
      <p:sp>
        <p:nvSpPr>
          <p:cNvPr id="65" name="Google Shape;65;p16"/>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6" name="Google Shape;66;p16"/>
          <p:cNvSpPr txBox="1">
            <a:spLocks noGrp="1"/>
          </p:cNvSpPr>
          <p:nvPr>
            <p:ph type="body" idx="1"/>
          </p:nvPr>
        </p:nvSpPr>
        <p:spPr>
          <a:xfrm>
            <a:off x="628650" y="1369219"/>
            <a:ext cx="7886700" cy="32634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67" name="Google Shape;67;p16"/>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8" name="Google Shape;68;p16"/>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9" name="Google Shape;69;p16"/>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mp; Subtitle" type="tx">
  <p:cSld name="TITLE_AND_BODY">
    <p:spTree>
      <p:nvGrpSpPr>
        <p:cNvPr id="1" name="Shape 70"/>
        <p:cNvGrpSpPr/>
        <p:nvPr/>
      </p:nvGrpSpPr>
      <p:grpSpPr>
        <a:xfrm>
          <a:off x="0" y="0"/>
          <a:ext cx="0" cy="0"/>
          <a:chOff x="0" y="0"/>
          <a:chExt cx="0" cy="0"/>
        </a:xfrm>
      </p:grpSpPr>
      <p:sp>
        <p:nvSpPr>
          <p:cNvPr id="71" name="Google Shape;71;p17"/>
          <p:cNvSpPr txBox="1">
            <a:spLocks noGrp="1"/>
          </p:cNvSpPr>
          <p:nvPr>
            <p:ph type="title"/>
          </p:nvPr>
        </p:nvSpPr>
        <p:spPr>
          <a:xfrm>
            <a:off x="666750" y="862013"/>
            <a:ext cx="7810500" cy="1743000"/>
          </a:xfrm>
          <a:prstGeom prst="rect">
            <a:avLst/>
          </a:prstGeom>
          <a:noFill/>
          <a:ln>
            <a:noFill/>
          </a:ln>
        </p:spPr>
        <p:txBody>
          <a:bodyPr spcFirstLastPara="1" wrap="square" lIns="68575" tIns="34275" rIns="68575" bIns="34275" anchor="b" anchorCtr="0">
            <a:normAutofit/>
          </a:bodyPr>
          <a:lstStyle>
            <a:lvl1pPr lvl="0" algn="l">
              <a:lnSpc>
                <a:spcPct val="100000"/>
              </a:lnSpc>
              <a:spcBef>
                <a:spcPts val="0"/>
              </a:spcBef>
              <a:spcAft>
                <a:spcPts val="0"/>
              </a:spcAft>
              <a:buClr>
                <a:schemeClr val="dk1"/>
              </a:buClr>
              <a:buSzPts val="4200"/>
              <a:buFont typeface="Helvetica Neue"/>
              <a:buNone/>
              <a:defRPr sz="4200">
                <a:latin typeface="Helvetica Neue"/>
                <a:ea typeface="Helvetica Neue"/>
                <a:cs typeface="Helvetica Neue"/>
                <a:sym typeface="Helvetica Neu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2" name="Google Shape;72;p17"/>
          <p:cNvSpPr txBox="1">
            <a:spLocks noGrp="1"/>
          </p:cNvSpPr>
          <p:nvPr>
            <p:ph type="body" idx="1"/>
          </p:nvPr>
        </p:nvSpPr>
        <p:spPr>
          <a:xfrm>
            <a:off x="666750" y="2652713"/>
            <a:ext cx="7810500" cy="595500"/>
          </a:xfrm>
          <a:prstGeom prst="rect">
            <a:avLst/>
          </a:prstGeom>
          <a:noFill/>
          <a:ln>
            <a:noFill/>
          </a:ln>
        </p:spPr>
        <p:txBody>
          <a:bodyPr spcFirstLastPara="1" wrap="square" lIns="68575" tIns="34275" rIns="68575" bIns="34275" anchor="t" anchorCtr="0">
            <a:normAutofit/>
          </a:bodyPr>
          <a:lstStyle>
            <a:lvl1pPr marL="457200" lvl="0" indent="-228600" algn="ctr">
              <a:lnSpc>
                <a:spcPct val="100000"/>
              </a:lnSpc>
              <a:spcBef>
                <a:spcPts val="0"/>
              </a:spcBef>
              <a:spcAft>
                <a:spcPts val="0"/>
              </a:spcAft>
              <a:buClr>
                <a:schemeClr val="dk1"/>
              </a:buClr>
              <a:buSzPts val="2000"/>
              <a:buNone/>
              <a:defRPr sz="2000">
                <a:latin typeface="Helvetica Neue"/>
                <a:ea typeface="Helvetica Neue"/>
                <a:cs typeface="Helvetica Neue"/>
                <a:sym typeface="Helvetica Neue"/>
              </a:defRPr>
            </a:lvl1pPr>
            <a:lvl2pPr marL="914400" lvl="1" indent="-228600" algn="ctr">
              <a:lnSpc>
                <a:spcPct val="100000"/>
              </a:lnSpc>
              <a:spcBef>
                <a:spcPts val="0"/>
              </a:spcBef>
              <a:spcAft>
                <a:spcPts val="0"/>
              </a:spcAft>
              <a:buClr>
                <a:schemeClr val="dk1"/>
              </a:buClr>
              <a:buSzPts val="2000"/>
              <a:buNone/>
              <a:defRPr sz="2000">
                <a:latin typeface="Helvetica Neue"/>
                <a:ea typeface="Helvetica Neue"/>
                <a:cs typeface="Helvetica Neue"/>
                <a:sym typeface="Helvetica Neue"/>
              </a:defRPr>
            </a:lvl2pPr>
            <a:lvl3pPr marL="1371600" lvl="2" indent="-228600" algn="ctr">
              <a:lnSpc>
                <a:spcPct val="100000"/>
              </a:lnSpc>
              <a:spcBef>
                <a:spcPts val="0"/>
              </a:spcBef>
              <a:spcAft>
                <a:spcPts val="0"/>
              </a:spcAft>
              <a:buClr>
                <a:schemeClr val="dk1"/>
              </a:buClr>
              <a:buSzPts val="2000"/>
              <a:buNone/>
              <a:defRPr sz="2000">
                <a:latin typeface="Helvetica Neue"/>
                <a:ea typeface="Helvetica Neue"/>
                <a:cs typeface="Helvetica Neue"/>
                <a:sym typeface="Helvetica Neue"/>
              </a:defRPr>
            </a:lvl3pPr>
            <a:lvl4pPr marL="1828800" lvl="3" indent="-228600" algn="ctr">
              <a:lnSpc>
                <a:spcPct val="100000"/>
              </a:lnSpc>
              <a:spcBef>
                <a:spcPts val="0"/>
              </a:spcBef>
              <a:spcAft>
                <a:spcPts val="0"/>
              </a:spcAft>
              <a:buClr>
                <a:schemeClr val="dk1"/>
              </a:buClr>
              <a:buSzPts val="2000"/>
              <a:buNone/>
              <a:defRPr sz="2000">
                <a:latin typeface="Helvetica Neue"/>
                <a:ea typeface="Helvetica Neue"/>
                <a:cs typeface="Helvetica Neue"/>
                <a:sym typeface="Helvetica Neue"/>
              </a:defRPr>
            </a:lvl4pPr>
            <a:lvl5pPr marL="2286000" lvl="4" indent="-228600" algn="ctr">
              <a:lnSpc>
                <a:spcPct val="100000"/>
              </a:lnSpc>
              <a:spcBef>
                <a:spcPts val="0"/>
              </a:spcBef>
              <a:spcAft>
                <a:spcPts val="0"/>
              </a:spcAft>
              <a:buClr>
                <a:schemeClr val="dk1"/>
              </a:buClr>
              <a:buSzPts val="2000"/>
              <a:buNone/>
              <a:defRPr sz="2000">
                <a:latin typeface="Helvetica Neue"/>
                <a:ea typeface="Helvetica Neue"/>
                <a:cs typeface="Helvetica Neue"/>
                <a:sym typeface="Helvetica Neue"/>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3" name="Google Shape;73;p17"/>
          <p:cNvSpPr txBox="1">
            <a:spLocks noGrp="1"/>
          </p:cNvSpPr>
          <p:nvPr>
            <p:ph type="sldNum" idx="12"/>
          </p:nvPr>
        </p:nvSpPr>
        <p:spPr>
          <a:xfrm>
            <a:off x="4484637" y="4905375"/>
            <a:ext cx="169800" cy="172800"/>
          </a:xfrm>
          <a:prstGeom prst="rect">
            <a:avLst/>
          </a:prstGeom>
          <a:noFill/>
          <a:ln>
            <a:noFill/>
          </a:ln>
        </p:spPr>
        <p:txBody>
          <a:bodyPr spcFirstLastPara="1" wrap="square" lIns="68575" tIns="34275" rIns="68575" bIns="34275" anchor="t" anchorCtr="0">
            <a:noAutofit/>
          </a:bodyPr>
          <a:lstStyle>
            <a:lvl1pPr marL="0" lvl="0" indent="0" algn="r">
              <a:spcBef>
                <a:spcPts val="0"/>
              </a:spcBef>
              <a:buNone/>
              <a:defRPr sz="900">
                <a:solidFill>
                  <a:srgbClr val="000000"/>
                </a:solidFill>
                <a:latin typeface="Helvetica Neue Light"/>
                <a:ea typeface="Helvetica Neue Light"/>
                <a:cs typeface="Helvetica Neue Light"/>
                <a:sym typeface="Helvetica Neue Light"/>
              </a:defRPr>
            </a:lvl1pPr>
            <a:lvl2pPr marL="0" lvl="1" indent="0" algn="r">
              <a:spcBef>
                <a:spcPts val="0"/>
              </a:spcBef>
              <a:buNone/>
              <a:defRPr sz="900">
                <a:solidFill>
                  <a:srgbClr val="000000"/>
                </a:solidFill>
                <a:latin typeface="Helvetica Neue Light"/>
                <a:ea typeface="Helvetica Neue Light"/>
                <a:cs typeface="Helvetica Neue Light"/>
                <a:sym typeface="Helvetica Neue Light"/>
              </a:defRPr>
            </a:lvl2pPr>
            <a:lvl3pPr marL="0" lvl="2" indent="0" algn="r">
              <a:spcBef>
                <a:spcPts val="0"/>
              </a:spcBef>
              <a:buNone/>
              <a:defRPr sz="900">
                <a:solidFill>
                  <a:srgbClr val="000000"/>
                </a:solidFill>
                <a:latin typeface="Helvetica Neue Light"/>
                <a:ea typeface="Helvetica Neue Light"/>
                <a:cs typeface="Helvetica Neue Light"/>
                <a:sym typeface="Helvetica Neue Light"/>
              </a:defRPr>
            </a:lvl3pPr>
            <a:lvl4pPr marL="0" lvl="3" indent="0" algn="r">
              <a:spcBef>
                <a:spcPts val="0"/>
              </a:spcBef>
              <a:buNone/>
              <a:defRPr sz="900">
                <a:solidFill>
                  <a:srgbClr val="000000"/>
                </a:solidFill>
                <a:latin typeface="Helvetica Neue Light"/>
                <a:ea typeface="Helvetica Neue Light"/>
                <a:cs typeface="Helvetica Neue Light"/>
                <a:sym typeface="Helvetica Neue Light"/>
              </a:defRPr>
            </a:lvl4pPr>
            <a:lvl5pPr marL="0" lvl="4" indent="0" algn="r">
              <a:spcBef>
                <a:spcPts val="0"/>
              </a:spcBef>
              <a:buNone/>
              <a:defRPr sz="900">
                <a:solidFill>
                  <a:srgbClr val="000000"/>
                </a:solidFill>
                <a:latin typeface="Helvetica Neue Light"/>
                <a:ea typeface="Helvetica Neue Light"/>
                <a:cs typeface="Helvetica Neue Light"/>
                <a:sym typeface="Helvetica Neue Light"/>
              </a:defRPr>
            </a:lvl5pPr>
            <a:lvl6pPr marL="0" lvl="5" indent="0" algn="r">
              <a:spcBef>
                <a:spcPts val="0"/>
              </a:spcBef>
              <a:buNone/>
              <a:defRPr sz="900">
                <a:solidFill>
                  <a:srgbClr val="000000"/>
                </a:solidFill>
                <a:latin typeface="Helvetica Neue Light"/>
                <a:ea typeface="Helvetica Neue Light"/>
                <a:cs typeface="Helvetica Neue Light"/>
                <a:sym typeface="Helvetica Neue Light"/>
              </a:defRPr>
            </a:lvl6pPr>
            <a:lvl7pPr marL="0" lvl="6" indent="0" algn="r">
              <a:spcBef>
                <a:spcPts val="0"/>
              </a:spcBef>
              <a:buNone/>
              <a:defRPr sz="900">
                <a:solidFill>
                  <a:srgbClr val="000000"/>
                </a:solidFill>
                <a:latin typeface="Helvetica Neue Light"/>
                <a:ea typeface="Helvetica Neue Light"/>
                <a:cs typeface="Helvetica Neue Light"/>
                <a:sym typeface="Helvetica Neue Light"/>
              </a:defRPr>
            </a:lvl7pPr>
            <a:lvl8pPr marL="0" lvl="7" indent="0" algn="r">
              <a:spcBef>
                <a:spcPts val="0"/>
              </a:spcBef>
              <a:buNone/>
              <a:defRPr sz="900">
                <a:solidFill>
                  <a:srgbClr val="000000"/>
                </a:solidFill>
                <a:latin typeface="Helvetica Neue Light"/>
                <a:ea typeface="Helvetica Neue Light"/>
                <a:cs typeface="Helvetica Neue Light"/>
                <a:sym typeface="Helvetica Neue Light"/>
              </a:defRPr>
            </a:lvl8pPr>
            <a:lvl9pPr marL="0" lvl="8" indent="0" algn="r">
              <a:spcBef>
                <a:spcPts val="0"/>
              </a:spcBef>
              <a:buNone/>
              <a:defRPr sz="900">
                <a:solidFill>
                  <a:srgbClr val="000000"/>
                </a:solidFill>
                <a:latin typeface="Helvetica Neue Light"/>
                <a:ea typeface="Helvetica Neue Light"/>
                <a:cs typeface="Helvetica Neue Light"/>
                <a:sym typeface="Helvetica Neue Light"/>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74"/>
        <p:cNvGrpSpPr/>
        <p:nvPr/>
      </p:nvGrpSpPr>
      <p:grpSpPr>
        <a:xfrm>
          <a:off x="0" y="0"/>
          <a:ext cx="0" cy="0"/>
          <a:chOff x="0" y="0"/>
          <a:chExt cx="0" cy="0"/>
        </a:xfrm>
      </p:grpSpPr>
      <p:sp>
        <p:nvSpPr>
          <p:cNvPr id="75" name="Google Shape;75;p18"/>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Google Shape;76;p18"/>
          <p:cNvSpPr txBox="1">
            <a:spLocks noGrp="1"/>
          </p:cNvSpPr>
          <p:nvPr>
            <p:ph type="subTitle" idx="1"/>
          </p:nvPr>
        </p:nvSpPr>
        <p:spPr>
          <a:xfrm>
            <a:off x="1143000" y="2701529"/>
            <a:ext cx="6858000" cy="1241700"/>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77" name="Google Shape;77;p18"/>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Google Shape;78;p18"/>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Google Shape;79;p18"/>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80"/>
        <p:cNvGrpSpPr/>
        <p:nvPr/>
      </p:nvGrpSpPr>
      <p:grpSpPr>
        <a:xfrm>
          <a:off x="0" y="0"/>
          <a:ext cx="0" cy="0"/>
          <a:chOff x="0" y="0"/>
          <a:chExt cx="0" cy="0"/>
        </a:xfrm>
      </p:grpSpPr>
      <p:sp>
        <p:nvSpPr>
          <p:cNvPr id="81" name="Google Shape;81;p19"/>
          <p:cNvSpPr txBox="1">
            <a:spLocks noGrp="1"/>
          </p:cNvSpPr>
          <p:nvPr>
            <p:ph type="title"/>
          </p:nvPr>
        </p:nvSpPr>
        <p:spPr>
          <a:xfrm>
            <a:off x="623888" y="1282303"/>
            <a:ext cx="7886700" cy="213960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82" name="Google Shape;82;p19"/>
          <p:cNvSpPr txBox="1">
            <a:spLocks noGrp="1"/>
          </p:cNvSpPr>
          <p:nvPr>
            <p:ph type="body" idx="1"/>
          </p:nvPr>
        </p:nvSpPr>
        <p:spPr>
          <a:xfrm>
            <a:off x="623888" y="3442097"/>
            <a:ext cx="7886700" cy="112530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83" name="Google Shape;83;p19"/>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84" name="Google Shape;84;p19"/>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85" name="Google Shape;85;p19"/>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86"/>
        <p:cNvGrpSpPr/>
        <p:nvPr/>
      </p:nvGrpSpPr>
      <p:grpSpPr>
        <a:xfrm>
          <a:off x="0" y="0"/>
          <a:ext cx="0" cy="0"/>
          <a:chOff x="0" y="0"/>
          <a:chExt cx="0" cy="0"/>
        </a:xfrm>
      </p:grpSpPr>
      <p:sp>
        <p:nvSpPr>
          <p:cNvPr id="87" name="Google Shape;87;p20"/>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88" name="Google Shape;88;p20"/>
          <p:cNvSpPr txBox="1">
            <a:spLocks noGrp="1"/>
          </p:cNvSpPr>
          <p:nvPr>
            <p:ph type="body" idx="1"/>
          </p:nvPr>
        </p:nvSpPr>
        <p:spPr>
          <a:xfrm>
            <a:off x="628650" y="1369219"/>
            <a:ext cx="3886200" cy="32634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89" name="Google Shape;89;p20"/>
          <p:cNvSpPr txBox="1">
            <a:spLocks noGrp="1"/>
          </p:cNvSpPr>
          <p:nvPr>
            <p:ph type="body" idx="2"/>
          </p:nvPr>
        </p:nvSpPr>
        <p:spPr>
          <a:xfrm>
            <a:off x="4629150" y="1369219"/>
            <a:ext cx="3886200" cy="32634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90" name="Google Shape;90;p20"/>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91" name="Google Shape;91;p20"/>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92" name="Google Shape;92;p20"/>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93"/>
        <p:cNvGrpSpPr/>
        <p:nvPr/>
      </p:nvGrpSpPr>
      <p:grpSpPr>
        <a:xfrm>
          <a:off x="0" y="0"/>
          <a:ext cx="0" cy="0"/>
          <a:chOff x="0" y="0"/>
          <a:chExt cx="0" cy="0"/>
        </a:xfrm>
      </p:grpSpPr>
      <p:sp>
        <p:nvSpPr>
          <p:cNvPr id="94" name="Google Shape;94;p21"/>
          <p:cNvSpPr txBox="1">
            <a:spLocks noGrp="1"/>
          </p:cNvSpPr>
          <p:nvPr>
            <p:ph type="title"/>
          </p:nvPr>
        </p:nvSpPr>
        <p:spPr>
          <a:xfrm>
            <a:off x="629841" y="273844"/>
            <a:ext cx="7886700" cy="994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95" name="Google Shape;95;p21"/>
          <p:cNvSpPr txBox="1">
            <a:spLocks noGrp="1"/>
          </p:cNvSpPr>
          <p:nvPr>
            <p:ph type="body" idx="1"/>
          </p:nvPr>
        </p:nvSpPr>
        <p:spPr>
          <a:xfrm>
            <a:off x="629841" y="1260872"/>
            <a:ext cx="3868500" cy="618000"/>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96" name="Google Shape;96;p21"/>
          <p:cNvSpPr txBox="1">
            <a:spLocks noGrp="1"/>
          </p:cNvSpPr>
          <p:nvPr>
            <p:ph type="body" idx="2"/>
          </p:nvPr>
        </p:nvSpPr>
        <p:spPr>
          <a:xfrm>
            <a:off x="629841" y="1878806"/>
            <a:ext cx="3868500" cy="27636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97" name="Google Shape;97;p21"/>
          <p:cNvSpPr txBox="1">
            <a:spLocks noGrp="1"/>
          </p:cNvSpPr>
          <p:nvPr>
            <p:ph type="body" idx="3"/>
          </p:nvPr>
        </p:nvSpPr>
        <p:spPr>
          <a:xfrm>
            <a:off x="4629150" y="1260872"/>
            <a:ext cx="3887400" cy="618000"/>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98" name="Google Shape;98;p21"/>
          <p:cNvSpPr txBox="1">
            <a:spLocks noGrp="1"/>
          </p:cNvSpPr>
          <p:nvPr>
            <p:ph type="body" idx="4"/>
          </p:nvPr>
        </p:nvSpPr>
        <p:spPr>
          <a:xfrm>
            <a:off x="4629150" y="1878806"/>
            <a:ext cx="3887400" cy="27636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99" name="Google Shape;99;p21"/>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00" name="Google Shape;100;p21"/>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01" name="Google Shape;101;p21"/>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02"/>
        <p:cNvGrpSpPr/>
        <p:nvPr/>
      </p:nvGrpSpPr>
      <p:grpSpPr>
        <a:xfrm>
          <a:off x="0" y="0"/>
          <a:ext cx="0" cy="0"/>
          <a:chOff x="0" y="0"/>
          <a:chExt cx="0" cy="0"/>
        </a:xfrm>
      </p:grpSpPr>
      <p:sp>
        <p:nvSpPr>
          <p:cNvPr id="103" name="Google Shape;103;p22"/>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04" name="Google Shape;104;p22"/>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05" name="Google Shape;105;p22"/>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06" name="Google Shape;106;p22"/>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07"/>
        <p:cNvGrpSpPr/>
        <p:nvPr/>
      </p:nvGrpSpPr>
      <p:grpSpPr>
        <a:xfrm>
          <a:off x="0" y="0"/>
          <a:ext cx="0" cy="0"/>
          <a:chOff x="0" y="0"/>
          <a:chExt cx="0" cy="0"/>
        </a:xfrm>
      </p:grpSpPr>
      <p:sp>
        <p:nvSpPr>
          <p:cNvPr id="108" name="Google Shape;108;p23"/>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09" name="Google Shape;109;p23"/>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10" name="Google Shape;110;p23"/>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11"/>
        <p:cNvGrpSpPr/>
        <p:nvPr/>
      </p:nvGrpSpPr>
      <p:grpSpPr>
        <a:xfrm>
          <a:off x="0" y="0"/>
          <a:ext cx="0" cy="0"/>
          <a:chOff x="0" y="0"/>
          <a:chExt cx="0" cy="0"/>
        </a:xfrm>
      </p:grpSpPr>
      <p:sp>
        <p:nvSpPr>
          <p:cNvPr id="112" name="Google Shape;112;p24"/>
          <p:cNvSpPr txBox="1">
            <a:spLocks noGrp="1"/>
          </p:cNvSpPr>
          <p:nvPr>
            <p:ph type="title"/>
          </p:nvPr>
        </p:nvSpPr>
        <p:spPr>
          <a:xfrm>
            <a:off x="629841" y="342900"/>
            <a:ext cx="2949000" cy="120030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13" name="Google Shape;113;p24"/>
          <p:cNvSpPr txBox="1">
            <a:spLocks noGrp="1"/>
          </p:cNvSpPr>
          <p:nvPr>
            <p:ph type="body" idx="1"/>
          </p:nvPr>
        </p:nvSpPr>
        <p:spPr>
          <a:xfrm>
            <a:off x="3887391" y="740569"/>
            <a:ext cx="4629300" cy="3655200"/>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114" name="Google Shape;114;p24"/>
          <p:cNvSpPr txBox="1">
            <a:spLocks noGrp="1"/>
          </p:cNvSpPr>
          <p:nvPr>
            <p:ph type="body" idx="2"/>
          </p:nvPr>
        </p:nvSpPr>
        <p:spPr>
          <a:xfrm>
            <a:off x="629841" y="1543050"/>
            <a:ext cx="2949000" cy="285870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115" name="Google Shape;115;p24"/>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16" name="Google Shape;116;p24"/>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17" name="Google Shape;117;p24"/>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18"/>
        <p:cNvGrpSpPr/>
        <p:nvPr/>
      </p:nvGrpSpPr>
      <p:grpSpPr>
        <a:xfrm>
          <a:off x="0" y="0"/>
          <a:ext cx="0" cy="0"/>
          <a:chOff x="0" y="0"/>
          <a:chExt cx="0" cy="0"/>
        </a:xfrm>
      </p:grpSpPr>
      <p:sp>
        <p:nvSpPr>
          <p:cNvPr id="119" name="Google Shape;119;p25"/>
          <p:cNvSpPr txBox="1">
            <a:spLocks noGrp="1"/>
          </p:cNvSpPr>
          <p:nvPr>
            <p:ph type="title"/>
          </p:nvPr>
        </p:nvSpPr>
        <p:spPr>
          <a:xfrm>
            <a:off x="629841" y="342900"/>
            <a:ext cx="2949000" cy="120030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20" name="Google Shape;120;p25"/>
          <p:cNvSpPr>
            <a:spLocks noGrp="1"/>
          </p:cNvSpPr>
          <p:nvPr>
            <p:ph type="pic" idx="2"/>
          </p:nvPr>
        </p:nvSpPr>
        <p:spPr>
          <a:xfrm>
            <a:off x="3887391" y="740569"/>
            <a:ext cx="4629300" cy="3655200"/>
          </a:xfrm>
          <a:prstGeom prst="rect">
            <a:avLst/>
          </a:prstGeom>
          <a:noFill/>
          <a:ln>
            <a:noFill/>
          </a:ln>
        </p:spPr>
      </p:sp>
      <p:sp>
        <p:nvSpPr>
          <p:cNvPr id="121" name="Google Shape;121;p25"/>
          <p:cNvSpPr txBox="1">
            <a:spLocks noGrp="1"/>
          </p:cNvSpPr>
          <p:nvPr>
            <p:ph type="body" idx="1"/>
          </p:nvPr>
        </p:nvSpPr>
        <p:spPr>
          <a:xfrm>
            <a:off x="629841" y="1543050"/>
            <a:ext cx="2949000" cy="285870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122" name="Google Shape;122;p25"/>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23" name="Google Shape;123;p25"/>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24" name="Google Shape;124;p25"/>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25"/>
        <p:cNvGrpSpPr/>
        <p:nvPr/>
      </p:nvGrpSpPr>
      <p:grpSpPr>
        <a:xfrm>
          <a:off x="0" y="0"/>
          <a:ext cx="0" cy="0"/>
          <a:chOff x="0" y="0"/>
          <a:chExt cx="0" cy="0"/>
        </a:xfrm>
      </p:grpSpPr>
      <p:sp>
        <p:nvSpPr>
          <p:cNvPr id="126" name="Google Shape;126;p26"/>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27" name="Google Shape;127;p26"/>
          <p:cNvSpPr txBox="1">
            <a:spLocks noGrp="1"/>
          </p:cNvSpPr>
          <p:nvPr>
            <p:ph type="body" idx="1"/>
          </p:nvPr>
        </p:nvSpPr>
        <p:spPr>
          <a:xfrm rot="5400000">
            <a:off x="2940300" y="-942431"/>
            <a:ext cx="3263400"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28" name="Google Shape;128;p26"/>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29" name="Google Shape;129;p26"/>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30" name="Google Shape;130;p26"/>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31"/>
        <p:cNvGrpSpPr/>
        <p:nvPr/>
      </p:nvGrpSpPr>
      <p:grpSpPr>
        <a:xfrm>
          <a:off x="0" y="0"/>
          <a:ext cx="0" cy="0"/>
          <a:chOff x="0" y="0"/>
          <a:chExt cx="0" cy="0"/>
        </a:xfrm>
      </p:grpSpPr>
      <p:sp>
        <p:nvSpPr>
          <p:cNvPr id="132" name="Google Shape;132;p27"/>
          <p:cNvSpPr txBox="1">
            <a:spLocks noGrp="1"/>
          </p:cNvSpPr>
          <p:nvPr>
            <p:ph type="title"/>
          </p:nvPr>
        </p:nvSpPr>
        <p:spPr>
          <a:xfrm rot="5400000">
            <a:off x="5350050" y="1467544"/>
            <a:ext cx="4359000" cy="19716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3" name="Google Shape;133;p27"/>
          <p:cNvSpPr txBox="1">
            <a:spLocks noGrp="1"/>
          </p:cNvSpPr>
          <p:nvPr>
            <p:ph type="body" idx="1"/>
          </p:nvPr>
        </p:nvSpPr>
        <p:spPr>
          <a:xfrm rot="5400000">
            <a:off x="1349475" y="-447056"/>
            <a:ext cx="4359000" cy="58008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34" name="Google Shape;134;p27"/>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35" name="Google Shape;135;p27"/>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36" name="Google Shape;136;p27"/>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theme" Target="../theme/theme2.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8"/>
        <p:cNvGrpSpPr/>
        <p:nvPr/>
      </p:nvGrpSpPr>
      <p:grpSpPr>
        <a:xfrm>
          <a:off x="0" y="0"/>
          <a:ext cx="0" cy="0"/>
          <a:chOff x="0" y="0"/>
          <a:chExt cx="0" cy="0"/>
        </a:xfrm>
      </p:grpSpPr>
      <p:sp>
        <p:nvSpPr>
          <p:cNvPr id="59" name="Google Shape;59;p15"/>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marR="0" lvl="0" algn="l">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60" name="Google Shape;60;p15"/>
          <p:cNvSpPr txBox="1">
            <a:spLocks noGrp="1"/>
          </p:cNvSpPr>
          <p:nvPr>
            <p:ph type="body" idx="1"/>
          </p:nvPr>
        </p:nvSpPr>
        <p:spPr>
          <a:xfrm>
            <a:off x="628650" y="1369219"/>
            <a:ext cx="7886700" cy="3263400"/>
          </a:xfrm>
          <a:prstGeom prst="rect">
            <a:avLst/>
          </a:prstGeom>
          <a:noFill/>
          <a:ln>
            <a:noFill/>
          </a:ln>
        </p:spPr>
        <p:txBody>
          <a:bodyPr spcFirstLastPara="1" wrap="square" lIns="68575" tIns="34275" rIns="68575" bIns="34275" anchor="t" anchorCtr="0">
            <a:normAutofit/>
          </a:bodyPr>
          <a:lstStyle>
            <a:lvl1pPr marL="457200" marR="0" lvl="0" indent="-361950" algn="l">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61" name="Google Shape;61;p15"/>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marR="0" lvl="0" algn="l">
              <a:spcBef>
                <a:spcPts val="0"/>
              </a:spcBef>
              <a:spcAft>
                <a:spcPts val="0"/>
              </a:spcAft>
              <a:buSzPts val="1100"/>
              <a:buNone/>
              <a:defRPr sz="900" b="0" i="0" u="none" strike="noStrike" cap="none">
                <a:solidFill>
                  <a:srgbClr val="888888"/>
                </a:solidFill>
                <a:latin typeface="Calibri"/>
                <a:ea typeface="Calibri"/>
                <a:cs typeface="Calibri"/>
                <a:sym typeface="Calibri"/>
              </a:defRPr>
            </a:lvl1pPr>
            <a:lvl2pPr marR="0" lvl="1" algn="l">
              <a:spcBef>
                <a:spcPts val="0"/>
              </a:spcBef>
              <a:spcAft>
                <a:spcPts val="0"/>
              </a:spcAft>
              <a:buSzPts val="1100"/>
              <a:buNone/>
              <a:defRPr sz="1400" b="0" i="0" u="none" strike="noStrike" cap="none">
                <a:solidFill>
                  <a:schemeClr val="dk1"/>
                </a:solidFill>
                <a:latin typeface="Calibri"/>
                <a:ea typeface="Calibri"/>
                <a:cs typeface="Calibri"/>
                <a:sym typeface="Calibri"/>
              </a:defRPr>
            </a:lvl2pPr>
            <a:lvl3pPr marR="0" lvl="2" algn="l">
              <a:spcBef>
                <a:spcPts val="0"/>
              </a:spcBef>
              <a:spcAft>
                <a:spcPts val="0"/>
              </a:spcAft>
              <a:buSzPts val="1100"/>
              <a:buNone/>
              <a:defRPr sz="1400" b="0" i="0" u="none" strike="noStrike" cap="none">
                <a:solidFill>
                  <a:schemeClr val="dk1"/>
                </a:solidFill>
                <a:latin typeface="Calibri"/>
                <a:ea typeface="Calibri"/>
                <a:cs typeface="Calibri"/>
                <a:sym typeface="Calibri"/>
              </a:defRPr>
            </a:lvl3pPr>
            <a:lvl4pPr marR="0" lvl="3" algn="l">
              <a:spcBef>
                <a:spcPts val="0"/>
              </a:spcBef>
              <a:spcAft>
                <a:spcPts val="0"/>
              </a:spcAft>
              <a:buSzPts val="1100"/>
              <a:buNone/>
              <a:defRPr sz="1400" b="0" i="0" u="none" strike="noStrike" cap="none">
                <a:solidFill>
                  <a:schemeClr val="dk1"/>
                </a:solidFill>
                <a:latin typeface="Calibri"/>
                <a:ea typeface="Calibri"/>
                <a:cs typeface="Calibri"/>
                <a:sym typeface="Calibri"/>
              </a:defRPr>
            </a:lvl4pPr>
            <a:lvl5pPr marR="0" lvl="4" algn="l">
              <a:spcBef>
                <a:spcPts val="0"/>
              </a:spcBef>
              <a:spcAft>
                <a:spcPts val="0"/>
              </a:spcAft>
              <a:buSzPts val="1100"/>
              <a:buNone/>
              <a:defRPr sz="1400" b="0" i="0" u="none" strike="noStrike" cap="none">
                <a:solidFill>
                  <a:schemeClr val="dk1"/>
                </a:solidFill>
                <a:latin typeface="Calibri"/>
                <a:ea typeface="Calibri"/>
                <a:cs typeface="Calibri"/>
                <a:sym typeface="Calibri"/>
              </a:defRPr>
            </a:lvl5pPr>
            <a:lvl6pPr marR="0" lvl="5" algn="l">
              <a:spcBef>
                <a:spcPts val="0"/>
              </a:spcBef>
              <a:spcAft>
                <a:spcPts val="0"/>
              </a:spcAft>
              <a:buSzPts val="1100"/>
              <a:buNone/>
              <a:defRPr sz="1400" b="0" i="0" u="none" strike="noStrike" cap="none">
                <a:solidFill>
                  <a:schemeClr val="dk1"/>
                </a:solidFill>
                <a:latin typeface="Calibri"/>
                <a:ea typeface="Calibri"/>
                <a:cs typeface="Calibri"/>
                <a:sym typeface="Calibri"/>
              </a:defRPr>
            </a:lvl6pPr>
            <a:lvl7pPr marR="0" lvl="6" algn="l">
              <a:spcBef>
                <a:spcPts val="0"/>
              </a:spcBef>
              <a:spcAft>
                <a:spcPts val="0"/>
              </a:spcAft>
              <a:buSzPts val="1100"/>
              <a:buNone/>
              <a:defRPr sz="1400" b="0" i="0" u="none" strike="noStrike" cap="none">
                <a:solidFill>
                  <a:schemeClr val="dk1"/>
                </a:solidFill>
                <a:latin typeface="Calibri"/>
                <a:ea typeface="Calibri"/>
                <a:cs typeface="Calibri"/>
                <a:sym typeface="Calibri"/>
              </a:defRPr>
            </a:lvl7pPr>
            <a:lvl8pPr marR="0" lvl="7" algn="l">
              <a:spcBef>
                <a:spcPts val="0"/>
              </a:spcBef>
              <a:spcAft>
                <a:spcPts val="0"/>
              </a:spcAft>
              <a:buSzPts val="1100"/>
              <a:buNone/>
              <a:defRPr sz="1400" b="0" i="0" u="none" strike="noStrike" cap="none">
                <a:solidFill>
                  <a:schemeClr val="dk1"/>
                </a:solidFill>
                <a:latin typeface="Calibri"/>
                <a:ea typeface="Calibri"/>
                <a:cs typeface="Calibri"/>
                <a:sym typeface="Calibri"/>
              </a:defRPr>
            </a:lvl8pPr>
            <a:lvl9pPr marR="0" lvl="8" algn="l">
              <a:spcBef>
                <a:spcPts val="0"/>
              </a:spcBef>
              <a:spcAft>
                <a:spcPts val="0"/>
              </a:spcAft>
              <a:buSzPts val="1100"/>
              <a:buNone/>
              <a:defRPr sz="1400" b="0" i="0" u="none" strike="noStrike" cap="none">
                <a:solidFill>
                  <a:schemeClr val="dk1"/>
                </a:solidFill>
                <a:latin typeface="Calibri"/>
                <a:ea typeface="Calibri"/>
                <a:cs typeface="Calibri"/>
                <a:sym typeface="Calibri"/>
              </a:defRPr>
            </a:lvl9pPr>
          </a:lstStyle>
          <a:p>
            <a:endParaRPr/>
          </a:p>
        </p:txBody>
      </p:sp>
      <p:sp>
        <p:nvSpPr>
          <p:cNvPr id="62" name="Google Shape;62;p15"/>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marR="0" lvl="0" algn="ctr">
              <a:spcBef>
                <a:spcPts val="0"/>
              </a:spcBef>
              <a:spcAft>
                <a:spcPts val="0"/>
              </a:spcAft>
              <a:buSzPts val="1100"/>
              <a:buNone/>
              <a:defRPr sz="900" b="0" i="0" u="none" strike="noStrike" cap="none">
                <a:solidFill>
                  <a:srgbClr val="888888"/>
                </a:solidFill>
                <a:latin typeface="Calibri"/>
                <a:ea typeface="Calibri"/>
                <a:cs typeface="Calibri"/>
                <a:sym typeface="Calibri"/>
              </a:defRPr>
            </a:lvl1pPr>
            <a:lvl2pPr marR="0" lvl="1" algn="l">
              <a:spcBef>
                <a:spcPts val="0"/>
              </a:spcBef>
              <a:spcAft>
                <a:spcPts val="0"/>
              </a:spcAft>
              <a:buSzPts val="1100"/>
              <a:buNone/>
              <a:defRPr sz="1400" b="0" i="0" u="none" strike="noStrike" cap="none">
                <a:solidFill>
                  <a:schemeClr val="dk1"/>
                </a:solidFill>
                <a:latin typeface="Calibri"/>
                <a:ea typeface="Calibri"/>
                <a:cs typeface="Calibri"/>
                <a:sym typeface="Calibri"/>
              </a:defRPr>
            </a:lvl2pPr>
            <a:lvl3pPr marR="0" lvl="2" algn="l">
              <a:spcBef>
                <a:spcPts val="0"/>
              </a:spcBef>
              <a:spcAft>
                <a:spcPts val="0"/>
              </a:spcAft>
              <a:buSzPts val="1100"/>
              <a:buNone/>
              <a:defRPr sz="1400" b="0" i="0" u="none" strike="noStrike" cap="none">
                <a:solidFill>
                  <a:schemeClr val="dk1"/>
                </a:solidFill>
                <a:latin typeface="Calibri"/>
                <a:ea typeface="Calibri"/>
                <a:cs typeface="Calibri"/>
                <a:sym typeface="Calibri"/>
              </a:defRPr>
            </a:lvl3pPr>
            <a:lvl4pPr marR="0" lvl="3" algn="l">
              <a:spcBef>
                <a:spcPts val="0"/>
              </a:spcBef>
              <a:spcAft>
                <a:spcPts val="0"/>
              </a:spcAft>
              <a:buSzPts val="1100"/>
              <a:buNone/>
              <a:defRPr sz="1400" b="0" i="0" u="none" strike="noStrike" cap="none">
                <a:solidFill>
                  <a:schemeClr val="dk1"/>
                </a:solidFill>
                <a:latin typeface="Calibri"/>
                <a:ea typeface="Calibri"/>
                <a:cs typeface="Calibri"/>
                <a:sym typeface="Calibri"/>
              </a:defRPr>
            </a:lvl4pPr>
            <a:lvl5pPr marR="0" lvl="4" algn="l">
              <a:spcBef>
                <a:spcPts val="0"/>
              </a:spcBef>
              <a:spcAft>
                <a:spcPts val="0"/>
              </a:spcAft>
              <a:buSzPts val="1100"/>
              <a:buNone/>
              <a:defRPr sz="1400" b="0" i="0" u="none" strike="noStrike" cap="none">
                <a:solidFill>
                  <a:schemeClr val="dk1"/>
                </a:solidFill>
                <a:latin typeface="Calibri"/>
                <a:ea typeface="Calibri"/>
                <a:cs typeface="Calibri"/>
                <a:sym typeface="Calibri"/>
              </a:defRPr>
            </a:lvl5pPr>
            <a:lvl6pPr marR="0" lvl="5" algn="l">
              <a:spcBef>
                <a:spcPts val="0"/>
              </a:spcBef>
              <a:spcAft>
                <a:spcPts val="0"/>
              </a:spcAft>
              <a:buSzPts val="1100"/>
              <a:buNone/>
              <a:defRPr sz="1400" b="0" i="0" u="none" strike="noStrike" cap="none">
                <a:solidFill>
                  <a:schemeClr val="dk1"/>
                </a:solidFill>
                <a:latin typeface="Calibri"/>
                <a:ea typeface="Calibri"/>
                <a:cs typeface="Calibri"/>
                <a:sym typeface="Calibri"/>
              </a:defRPr>
            </a:lvl6pPr>
            <a:lvl7pPr marR="0" lvl="6" algn="l">
              <a:spcBef>
                <a:spcPts val="0"/>
              </a:spcBef>
              <a:spcAft>
                <a:spcPts val="0"/>
              </a:spcAft>
              <a:buSzPts val="1100"/>
              <a:buNone/>
              <a:defRPr sz="1400" b="0" i="0" u="none" strike="noStrike" cap="none">
                <a:solidFill>
                  <a:schemeClr val="dk1"/>
                </a:solidFill>
                <a:latin typeface="Calibri"/>
                <a:ea typeface="Calibri"/>
                <a:cs typeface="Calibri"/>
                <a:sym typeface="Calibri"/>
              </a:defRPr>
            </a:lvl7pPr>
            <a:lvl8pPr marR="0" lvl="7" algn="l">
              <a:spcBef>
                <a:spcPts val="0"/>
              </a:spcBef>
              <a:spcAft>
                <a:spcPts val="0"/>
              </a:spcAft>
              <a:buSzPts val="1100"/>
              <a:buNone/>
              <a:defRPr sz="1400" b="0" i="0" u="none" strike="noStrike" cap="none">
                <a:solidFill>
                  <a:schemeClr val="dk1"/>
                </a:solidFill>
                <a:latin typeface="Calibri"/>
                <a:ea typeface="Calibri"/>
                <a:cs typeface="Calibri"/>
                <a:sym typeface="Calibri"/>
              </a:defRPr>
            </a:lvl8pPr>
            <a:lvl9pPr marR="0" lvl="8" algn="l">
              <a:spcBef>
                <a:spcPts val="0"/>
              </a:spcBef>
              <a:spcAft>
                <a:spcPts val="0"/>
              </a:spcAft>
              <a:buSzPts val="1100"/>
              <a:buNone/>
              <a:defRPr sz="1400" b="0" i="0" u="none" strike="noStrike" cap="none">
                <a:solidFill>
                  <a:schemeClr val="dk1"/>
                </a:solidFill>
                <a:latin typeface="Calibri"/>
                <a:ea typeface="Calibri"/>
                <a:cs typeface="Calibri"/>
                <a:sym typeface="Calibri"/>
              </a:defRPr>
            </a:lvl9pPr>
          </a:lstStyle>
          <a:p>
            <a:endParaRPr/>
          </a:p>
        </p:txBody>
      </p:sp>
      <p:sp>
        <p:nvSpPr>
          <p:cNvPr id="63" name="Google Shape;63;p15"/>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spcBef>
                <a:spcPts val="0"/>
              </a:spcBef>
              <a:buNone/>
              <a:defRPr sz="900" b="0" i="0" u="none" strike="noStrike" cap="none">
                <a:solidFill>
                  <a:srgbClr val="888888"/>
                </a:solidFill>
                <a:latin typeface="Calibri"/>
                <a:ea typeface="Calibri"/>
                <a:cs typeface="Calibri"/>
                <a:sym typeface="Calibri"/>
              </a:defRPr>
            </a:lvl1pPr>
            <a:lvl2pPr marL="0" marR="0" lvl="1" indent="0" algn="r">
              <a:spcBef>
                <a:spcPts val="0"/>
              </a:spcBef>
              <a:buNone/>
              <a:defRPr sz="900" b="0" i="0" u="none" strike="noStrike" cap="none">
                <a:solidFill>
                  <a:srgbClr val="888888"/>
                </a:solidFill>
                <a:latin typeface="Calibri"/>
                <a:ea typeface="Calibri"/>
                <a:cs typeface="Calibri"/>
                <a:sym typeface="Calibri"/>
              </a:defRPr>
            </a:lvl2pPr>
            <a:lvl3pPr marL="0" marR="0" lvl="2" indent="0" algn="r">
              <a:spcBef>
                <a:spcPts val="0"/>
              </a:spcBef>
              <a:buNone/>
              <a:defRPr sz="900" b="0" i="0" u="none" strike="noStrike" cap="none">
                <a:solidFill>
                  <a:srgbClr val="888888"/>
                </a:solidFill>
                <a:latin typeface="Calibri"/>
                <a:ea typeface="Calibri"/>
                <a:cs typeface="Calibri"/>
                <a:sym typeface="Calibri"/>
              </a:defRPr>
            </a:lvl3pPr>
            <a:lvl4pPr marL="0" marR="0" lvl="3" indent="0" algn="r">
              <a:spcBef>
                <a:spcPts val="0"/>
              </a:spcBef>
              <a:buNone/>
              <a:defRPr sz="900" b="0" i="0" u="none" strike="noStrike" cap="none">
                <a:solidFill>
                  <a:srgbClr val="888888"/>
                </a:solidFill>
                <a:latin typeface="Calibri"/>
                <a:ea typeface="Calibri"/>
                <a:cs typeface="Calibri"/>
                <a:sym typeface="Calibri"/>
              </a:defRPr>
            </a:lvl4pPr>
            <a:lvl5pPr marL="0" marR="0" lvl="4" indent="0" algn="r">
              <a:spcBef>
                <a:spcPts val="0"/>
              </a:spcBef>
              <a:buNone/>
              <a:defRPr sz="900" b="0" i="0" u="none" strike="noStrike" cap="none">
                <a:solidFill>
                  <a:srgbClr val="888888"/>
                </a:solidFill>
                <a:latin typeface="Calibri"/>
                <a:ea typeface="Calibri"/>
                <a:cs typeface="Calibri"/>
                <a:sym typeface="Calibri"/>
              </a:defRPr>
            </a:lvl5pPr>
            <a:lvl6pPr marL="0" marR="0" lvl="5" indent="0" algn="r">
              <a:spcBef>
                <a:spcPts val="0"/>
              </a:spcBef>
              <a:buNone/>
              <a:defRPr sz="900" b="0" i="0" u="none" strike="noStrike" cap="none">
                <a:solidFill>
                  <a:srgbClr val="888888"/>
                </a:solidFill>
                <a:latin typeface="Calibri"/>
                <a:ea typeface="Calibri"/>
                <a:cs typeface="Calibri"/>
                <a:sym typeface="Calibri"/>
              </a:defRPr>
            </a:lvl6pPr>
            <a:lvl7pPr marL="0" marR="0" lvl="6" indent="0" algn="r">
              <a:spcBef>
                <a:spcPts val="0"/>
              </a:spcBef>
              <a:buNone/>
              <a:defRPr sz="900" b="0" i="0" u="none" strike="noStrike" cap="none">
                <a:solidFill>
                  <a:srgbClr val="888888"/>
                </a:solidFill>
                <a:latin typeface="Calibri"/>
                <a:ea typeface="Calibri"/>
                <a:cs typeface="Calibri"/>
                <a:sym typeface="Calibri"/>
              </a:defRPr>
            </a:lvl7pPr>
            <a:lvl8pPr marL="0" marR="0" lvl="7" indent="0" algn="r">
              <a:spcBef>
                <a:spcPts val="0"/>
              </a:spcBef>
              <a:buNone/>
              <a:defRPr sz="900" b="0" i="0" u="none" strike="noStrike" cap="none">
                <a:solidFill>
                  <a:srgbClr val="888888"/>
                </a:solidFill>
                <a:latin typeface="Calibri"/>
                <a:ea typeface="Calibri"/>
                <a:cs typeface="Calibri"/>
                <a:sym typeface="Calibri"/>
              </a:defRPr>
            </a:lvl8pPr>
            <a:lvl9pPr marL="0" marR="0" lvl="8" indent="0" algn="r">
              <a:spcBef>
                <a:spcPts val="0"/>
              </a:spcBef>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7.png"/><Relationship Id="rId5" Type="http://schemas.openxmlformats.org/officeDocument/2006/relationships/image" Target="../media/image6.jp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3.xml"/><Relationship Id="rId5" Type="http://schemas.openxmlformats.org/officeDocument/2006/relationships/image" Target="../media/image6.jp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7.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9.pn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8.png"/><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3.xml"/><Relationship Id="rId5" Type="http://schemas.openxmlformats.org/officeDocument/2006/relationships/image" Target="../media/image13.png"/><Relationship Id="rId4" Type="http://schemas.openxmlformats.org/officeDocument/2006/relationships/image" Target="../media/image11.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3.xml"/><Relationship Id="rId5" Type="http://schemas.openxmlformats.org/officeDocument/2006/relationships/image" Target="../media/image14.png"/><Relationship Id="rId4" Type="http://schemas.openxmlformats.org/officeDocument/2006/relationships/image" Target="../media/image11.png"/></Relationships>
</file>

<file path=ppt/slides/_rels/slide2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5.png"/><Relationship Id="rId7"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16.xml"/><Relationship Id="rId6" Type="http://schemas.openxmlformats.org/officeDocument/2006/relationships/image" Target="../media/image4.png"/><Relationship Id="rId5" Type="http://schemas.openxmlformats.org/officeDocument/2006/relationships/image" Target="../media/image17.png"/><Relationship Id="rId4" Type="http://schemas.openxmlformats.org/officeDocument/2006/relationships/image" Target="../media/image16.png"/></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2.xml"/><Relationship Id="rId1" Type="http://schemas.openxmlformats.org/officeDocument/2006/relationships/slideLayout" Target="../slideLayouts/slideLayout16.xml"/><Relationship Id="rId6" Type="http://schemas.openxmlformats.org/officeDocument/2006/relationships/image" Target="../media/image9.png"/><Relationship Id="rId5" Type="http://schemas.openxmlformats.org/officeDocument/2006/relationships/image" Target="../media/image7.png"/><Relationship Id="rId4" Type="http://schemas.openxmlformats.org/officeDocument/2006/relationships/image" Target="../media/image18.png"/></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9.png"/><Relationship Id="rId2" Type="http://schemas.openxmlformats.org/officeDocument/2006/relationships/notesSlide" Target="../notesSlides/notesSlide23.xml"/><Relationship Id="rId1" Type="http://schemas.openxmlformats.org/officeDocument/2006/relationships/slideLayout" Target="../slideLayouts/slideLayout16.xml"/><Relationship Id="rId6" Type="http://schemas.openxmlformats.org/officeDocument/2006/relationships/image" Target="../media/image7.png"/><Relationship Id="rId5" Type="http://schemas.openxmlformats.org/officeDocument/2006/relationships/image" Target="../media/image18.png"/><Relationship Id="rId4" Type="http://schemas.openxmlformats.org/officeDocument/2006/relationships/image" Target="../media/image19.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5.xml"/><Relationship Id="rId1" Type="http://schemas.openxmlformats.org/officeDocument/2006/relationships/slideLayout" Target="../slideLayouts/slideLayout16.xml"/><Relationship Id="rId4" Type="http://schemas.openxmlformats.org/officeDocument/2006/relationships/image" Target="../media/image21.png"/></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6.xml"/><Relationship Id="rId1" Type="http://schemas.openxmlformats.org/officeDocument/2006/relationships/slideLayout" Target="../slideLayouts/slideLayout15.xml"/><Relationship Id="rId6" Type="http://schemas.openxmlformats.org/officeDocument/2006/relationships/image" Target="../media/image6.jpg"/><Relationship Id="rId5" Type="http://schemas.openxmlformats.org/officeDocument/2006/relationships/image" Target="../media/image5.png"/><Relationship Id="rId4" Type="http://schemas.openxmlformats.org/officeDocument/2006/relationships/image" Target="../media/image22.png"/></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7.xml"/><Relationship Id="rId1" Type="http://schemas.openxmlformats.org/officeDocument/2006/relationships/slideLayout" Target="../slideLayouts/slideLayout15.xml"/><Relationship Id="rId6" Type="http://schemas.openxmlformats.org/officeDocument/2006/relationships/image" Target="../media/image21.png"/><Relationship Id="rId5" Type="http://schemas.openxmlformats.org/officeDocument/2006/relationships/image" Target="../media/image6.jpg"/><Relationship Id="rId4" Type="http://schemas.openxmlformats.org/officeDocument/2006/relationships/image" Target="../media/image5.png"/></Relationships>
</file>

<file path=ppt/slides/_rels/slide28.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6.png"/><Relationship Id="rId2" Type="http://schemas.openxmlformats.org/officeDocument/2006/relationships/notesSlide" Target="../notesSlides/notesSlide28.xml"/><Relationship Id="rId1" Type="http://schemas.openxmlformats.org/officeDocument/2006/relationships/slideLayout" Target="../slideLayouts/slideLayout16.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29.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6.png"/><Relationship Id="rId2" Type="http://schemas.openxmlformats.org/officeDocument/2006/relationships/notesSlide" Target="../notesSlides/notesSlide29.xml"/><Relationship Id="rId1" Type="http://schemas.openxmlformats.org/officeDocument/2006/relationships/slideLayout" Target="../slideLayouts/slideLayout16.xml"/><Relationship Id="rId6" Type="http://schemas.openxmlformats.org/officeDocument/2006/relationships/image" Target="../media/image22.png"/><Relationship Id="rId5" Type="http://schemas.openxmlformats.org/officeDocument/2006/relationships/image" Target="../media/image24.png"/><Relationship Id="rId4" Type="http://schemas.openxmlformats.org/officeDocument/2006/relationships/image" Target="../media/image23.png"/></Relationships>
</file>

<file path=ppt/slides/_rels/slide30.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5.png"/><Relationship Id="rId2" Type="http://schemas.openxmlformats.org/officeDocument/2006/relationships/notesSlide" Target="../notesSlides/notesSlide30.xml"/><Relationship Id="rId1" Type="http://schemas.openxmlformats.org/officeDocument/2006/relationships/slideLayout" Target="../slideLayouts/slideLayout16.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7.png"/></Relationships>
</file>

<file path=ppt/slides/_rels/slide31.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2.png"/><Relationship Id="rId2" Type="http://schemas.openxmlformats.org/officeDocument/2006/relationships/notesSlide" Target="../notesSlides/notesSlide31.xml"/><Relationship Id="rId1" Type="http://schemas.openxmlformats.org/officeDocument/2006/relationships/slideLayout" Target="../slideLayouts/slideLayout16.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7.png"/></Relationships>
</file>

<file path=ppt/slides/_rels/slide3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2.xml"/><Relationship Id="rId1" Type="http://schemas.openxmlformats.org/officeDocument/2006/relationships/slideLayout" Target="../slideLayouts/slideLayout15.xml"/><Relationship Id="rId4" Type="http://schemas.openxmlformats.org/officeDocument/2006/relationships/image" Target="../media/image25.png"/></Relationships>
</file>

<file path=ppt/slides/_rels/slide3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3.xml"/><Relationship Id="rId1" Type="http://schemas.openxmlformats.org/officeDocument/2006/relationships/slideLayout" Target="../slideLayouts/slideLayout16.xml"/><Relationship Id="rId4" Type="http://schemas.openxmlformats.org/officeDocument/2006/relationships/image" Target="../media/image22.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5.xml"/></Relationships>
</file>

<file path=ppt/slides/_rels/slide3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6.xml"/><Relationship Id="rId1" Type="http://schemas.openxmlformats.org/officeDocument/2006/relationships/slideLayout" Target="../slideLayouts/slideLayout15.xml"/><Relationship Id="rId4" Type="http://schemas.openxmlformats.org/officeDocument/2006/relationships/image" Target="../media/image26.png"/></Relationships>
</file>

<file path=ppt/slides/_rels/slide3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7.xml"/><Relationship Id="rId1" Type="http://schemas.openxmlformats.org/officeDocument/2006/relationships/slideLayout" Target="../slideLayouts/slideLayout15.xml"/><Relationship Id="rId5" Type="http://schemas.openxmlformats.org/officeDocument/2006/relationships/image" Target="../media/image13.png"/><Relationship Id="rId4" Type="http://schemas.openxmlformats.org/officeDocument/2006/relationships/image" Target="../media/image26.png"/></Relationships>
</file>

<file path=ppt/slides/_rels/slide3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8.xml"/><Relationship Id="rId1" Type="http://schemas.openxmlformats.org/officeDocument/2006/relationships/slideLayout" Target="../slideLayouts/slideLayout15.xml"/><Relationship Id="rId5" Type="http://schemas.openxmlformats.org/officeDocument/2006/relationships/image" Target="../media/image14.png"/><Relationship Id="rId4" Type="http://schemas.openxmlformats.org/officeDocument/2006/relationships/image" Target="../media/image26.png"/></Relationships>
</file>

<file path=ppt/slides/_rels/slide39.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15.png"/><Relationship Id="rId7" Type="http://schemas.openxmlformats.org/officeDocument/2006/relationships/image" Target="../media/image28.png"/><Relationship Id="rId2" Type="http://schemas.openxmlformats.org/officeDocument/2006/relationships/notesSlide" Target="../notesSlides/notesSlide39.xml"/><Relationship Id="rId1" Type="http://schemas.openxmlformats.org/officeDocument/2006/relationships/slideLayout" Target="../slideLayouts/slideLayout16.xml"/><Relationship Id="rId6" Type="http://schemas.openxmlformats.org/officeDocument/2006/relationships/image" Target="../media/image22.png"/><Relationship Id="rId5" Type="http://schemas.openxmlformats.org/officeDocument/2006/relationships/image" Target="../media/image16.png"/><Relationship Id="rId4" Type="http://schemas.openxmlformats.org/officeDocument/2006/relationships/image" Target="../media/image20.png"/></Relationships>
</file>

<file path=ppt/slides/_rels/slide4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0.xml"/><Relationship Id="rId1" Type="http://schemas.openxmlformats.org/officeDocument/2006/relationships/slideLayout" Target="../slideLayouts/slideLayout16.xml"/><Relationship Id="rId6" Type="http://schemas.openxmlformats.org/officeDocument/2006/relationships/image" Target="../media/image22.png"/><Relationship Id="rId5" Type="http://schemas.openxmlformats.org/officeDocument/2006/relationships/image" Target="../media/image25.png"/><Relationship Id="rId4" Type="http://schemas.openxmlformats.org/officeDocument/2006/relationships/image" Target="../media/image20.png"/></Relationships>
</file>

<file path=ppt/slides/_rels/slide41.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18.png"/><Relationship Id="rId2" Type="http://schemas.openxmlformats.org/officeDocument/2006/relationships/notesSlide" Target="../notesSlides/notesSlide41.xml"/><Relationship Id="rId1" Type="http://schemas.openxmlformats.org/officeDocument/2006/relationships/slideLayout" Target="../slideLayouts/slideLayout16.xml"/><Relationship Id="rId6" Type="http://schemas.openxmlformats.org/officeDocument/2006/relationships/image" Target="../media/image22.png"/><Relationship Id="rId5" Type="http://schemas.openxmlformats.org/officeDocument/2006/relationships/image" Target="../media/image25.png"/><Relationship Id="rId4" Type="http://schemas.openxmlformats.org/officeDocument/2006/relationships/image" Target="../media/image29.png"/></Relationships>
</file>

<file path=ppt/slides/_rels/slide4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2.xml"/><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28"/>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endParaRPr/>
          </a:p>
        </p:txBody>
      </p:sp>
      <p:sp>
        <p:nvSpPr>
          <p:cNvPr id="142" name="Google Shape;142;p28"/>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pic>
        <p:nvPicPr>
          <p:cNvPr id="143" name="Google Shape;143;p28"/>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29"/>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endParaRPr/>
          </a:p>
        </p:txBody>
      </p:sp>
      <p:sp>
        <p:nvSpPr>
          <p:cNvPr id="149" name="Google Shape;149;p29"/>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pic>
        <p:nvPicPr>
          <p:cNvPr id="150" name="Google Shape;150;p29"/>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30"/>
          <p:cNvSpPr txBox="1"/>
          <p:nvPr/>
        </p:nvSpPr>
        <p:spPr>
          <a:xfrm>
            <a:off x="3574709" y="1282069"/>
            <a:ext cx="1994700" cy="377400"/>
          </a:xfrm>
          <a:prstGeom prst="rect">
            <a:avLst/>
          </a:prstGeom>
          <a:noFill/>
          <a:ln>
            <a:noFill/>
          </a:ln>
        </p:spPr>
        <p:txBody>
          <a:bodyPr spcFirstLastPara="1" wrap="square" lIns="26800" tIns="26800" rIns="26800" bIns="26800" anchor="ctr" anchorCtr="0">
            <a:spAutoFit/>
          </a:bodyPr>
          <a:lstStyle/>
          <a:p>
            <a:pPr marL="0" marR="0" lvl="0" indent="0" algn="ctr" rtl="0">
              <a:lnSpc>
                <a:spcPct val="100000"/>
              </a:lnSpc>
              <a:spcBef>
                <a:spcPts val="0"/>
              </a:spcBef>
              <a:spcAft>
                <a:spcPts val="0"/>
              </a:spcAft>
              <a:buClr>
                <a:srgbClr val="000000"/>
              </a:buClr>
              <a:buSzPts val="2100"/>
              <a:buFont typeface="Helvetica Neue"/>
              <a:buNone/>
            </a:pPr>
            <a:r>
              <a:rPr lang="en" sz="2100" b="1" i="0" u="none" strike="noStrike" cap="none">
                <a:solidFill>
                  <a:srgbClr val="000000"/>
                </a:solidFill>
                <a:latin typeface="Helvetica Neue"/>
                <a:ea typeface="Helvetica Neue"/>
                <a:cs typeface="Helvetica Neue"/>
                <a:sym typeface="Helvetica Neue"/>
              </a:rPr>
              <a:t>Verbal Consent</a:t>
            </a:r>
            <a:endParaRPr sz="500" b="0" i="0" u="none" strike="noStrike" cap="none">
              <a:solidFill>
                <a:srgbClr val="000000"/>
              </a:solidFill>
              <a:latin typeface="Arial"/>
              <a:ea typeface="Arial"/>
              <a:cs typeface="Arial"/>
              <a:sym typeface="Arial"/>
            </a:endParaRPr>
          </a:p>
        </p:txBody>
      </p:sp>
      <p:sp>
        <p:nvSpPr>
          <p:cNvPr id="156" name="Google Shape;156;p30"/>
          <p:cNvSpPr txBox="1"/>
          <p:nvPr/>
        </p:nvSpPr>
        <p:spPr>
          <a:xfrm>
            <a:off x="1657349" y="1782953"/>
            <a:ext cx="5829300" cy="1593300"/>
          </a:xfrm>
          <a:prstGeom prst="rect">
            <a:avLst/>
          </a:prstGeom>
          <a:noFill/>
          <a:ln>
            <a:noFill/>
          </a:ln>
        </p:spPr>
        <p:txBody>
          <a:bodyPr spcFirstLastPara="1" wrap="square" lIns="26800" tIns="26800" rIns="26800" bIns="26800" anchor="ctr" anchorCtr="0">
            <a:spAutoFit/>
          </a:bodyPr>
          <a:lstStyle/>
          <a:p>
            <a:pPr marL="0" marR="0" lvl="0" indent="0" algn="ctr" rtl="0">
              <a:lnSpc>
                <a:spcPct val="100000"/>
              </a:lnSpc>
              <a:spcBef>
                <a:spcPts val="0"/>
              </a:spcBef>
              <a:spcAft>
                <a:spcPts val="0"/>
              </a:spcAft>
              <a:buClr>
                <a:srgbClr val="000000"/>
              </a:buClr>
              <a:buSzPts val="2500"/>
              <a:buFont typeface="Helvetica Neue"/>
              <a:buNone/>
            </a:pPr>
            <a:r>
              <a:rPr lang="en" sz="2500" b="0" i="0" u="none" strike="noStrike" cap="none">
                <a:solidFill>
                  <a:srgbClr val="000000"/>
                </a:solidFill>
                <a:latin typeface="Helvetica Neue"/>
                <a:ea typeface="Helvetica Neue"/>
                <a:cs typeface="Helvetica Neue"/>
                <a:sym typeface="Helvetica Neue"/>
              </a:rPr>
              <a:t>"I have read and understand the consent document. I am this child's parent or legal guardian and we both agree to participate in this study." </a:t>
            </a:r>
            <a:endParaRPr sz="2500" b="0" i="0" u="none" strike="noStrike" cap="none">
              <a:solidFill>
                <a:srgbClr val="000000"/>
              </a:solidFill>
              <a:latin typeface="Helvetica Neue"/>
              <a:ea typeface="Helvetica Neue"/>
              <a:cs typeface="Helvetica Neue"/>
              <a:sym typeface="Helvetica Neue"/>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31"/>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endParaRPr/>
          </a:p>
        </p:txBody>
      </p:sp>
      <p:sp>
        <p:nvSpPr>
          <p:cNvPr id="162" name="Google Shape;162;p31"/>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pic>
        <p:nvPicPr>
          <p:cNvPr id="163" name="Google Shape;163;p31"/>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32"/>
          <p:cNvSpPr/>
          <p:nvPr/>
        </p:nvSpPr>
        <p:spPr>
          <a:xfrm>
            <a:off x="3775568" y="967894"/>
            <a:ext cx="1592700" cy="697200"/>
          </a:xfrm>
          <a:prstGeom prst="rect">
            <a:avLst/>
          </a:prstGeom>
          <a:solidFill>
            <a:srgbClr val="FFFFFF"/>
          </a:solidFill>
          <a:ln w="76200" cap="flat" cmpd="sng">
            <a:solidFill>
              <a:srgbClr val="FF0000"/>
            </a:solidFill>
            <a:prstDash val="solid"/>
            <a:round/>
            <a:headEnd type="none" w="sm" len="sm"/>
            <a:tailEnd type="none" w="sm" len="sm"/>
          </a:ln>
        </p:spPr>
        <p:txBody>
          <a:bodyPr spcFirstLastPara="1" wrap="square" lIns="0" tIns="0" rIns="0" bIns="0" anchor="ctr" anchorCtr="0">
            <a:noAutofit/>
          </a:bodyPr>
          <a:lstStyle/>
          <a:p>
            <a:pPr marL="0" marR="0" lvl="0" indent="0" algn="l" rtl="0">
              <a:spcBef>
                <a:spcPts val="0"/>
              </a:spcBef>
              <a:spcAft>
                <a:spcPts val="0"/>
              </a:spcAft>
              <a:buNone/>
            </a:pPr>
            <a:endParaRPr sz="500">
              <a:solidFill>
                <a:schemeClr val="dk1"/>
              </a:solidFill>
              <a:latin typeface="Calibri"/>
              <a:ea typeface="Calibri"/>
              <a:cs typeface="Calibri"/>
              <a:sym typeface="Calibri"/>
            </a:endParaRPr>
          </a:p>
        </p:txBody>
      </p:sp>
      <p:sp>
        <p:nvSpPr>
          <p:cNvPr id="169" name="Google Shape;169;p32"/>
          <p:cNvSpPr/>
          <p:nvPr/>
        </p:nvSpPr>
        <p:spPr>
          <a:xfrm>
            <a:off x="4652975" y="1038917"/>
            <a:ext cx="541800" cy="541800"/>
          </a:xfrm>
          <a:prstGeom prst="ellipse">
            <a:avLst/>
          </a:prstGeom>
          <a:solidFill>
            <a:srgbClr val="000000">
              <a:alpha val="49800"/>
            </a:srgbClr>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170" name="Google Shape;170;p32"/>
          <p:cNvSpPr/>
          <p:nvPr/>
        </p:nvSpPr>
        <p:spPr>
          <a:xfrm>
            <a:off x="3946457" y="1038917"/>
            <a:ext cx="541800" cy="541800"/>
          </a:xfrm>
          <a:prstGeom prst="ellipse">
            <a:avLst/>
          </a:prstGeom>
          <a:solidFill>
            <a:schemeClr val="dk1">
              <a:alpha val="50199"/>
            </a:schemeClr>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171" name="Google Shape;171;p32"/>
          <p:cNvSpPr/>
          <p:nvPr/>
        </p:nvSpPr>
        <p:spPr>
          <a:xfrm>
            <a:off x="3776753" y="148186"/>
            <a:ext cx="1592700" cy="697200"/>
          </a:xfrm>
          <a:prstGeom prst="rect">
            <a:avLst/>
          </a:prstGeom>
          <a:solidFill>
            <a:srgbClr val="FFFFFF"/>
          </a:solidFill>
          <a:ln w="76200" cap="flat" cmpd="sng">
            <a:solidFill>
              <a:srgbClr val="0070C0"/>
            </a:solidFill>
            <a:prstDash val="solid"/>
            <a:round/>
            <a:headEnd type="none" w="sm" len="sm"/>
            <a:tailEnd type="none" w="sm" len="sm"/>
          </a:ln>
        </p:spPr>
        <p:txBody>
          <a:bodyPr spcFirstLastPara="1" wrap="square" lIns="0" tIns="0" rIns="0" bIns="0" anchor="ctr" anchorCtr="0">
            <a:noAutofit/>
          </a:bodyPr>
          <a:lstStyle/>
          <a:p>
            <a:pPr marL="0" marR="0" lvl="0" indent="0" algn="l" rtl="0">
              <a:spcBef>
                <a:spcPts val="0"/>
              </a:spcBef>
              <a:spcAft>
                <a:spcPts val="0"/>
              </a:spcAft>
              <a:buNone/>
            </a:pPr>
            <a:endParaRPr sz="500">
              <a:solidFill>
                <a:schemeClr val="dk1"/>
              </a:solidFill>
              <a:latin typeface="Calibri"/>
              <a:ea typeface="Calibri"/>
              <a:cs typeface="Calibri"/>
              <a:sym typeface="Calibri"/>
            </a:endParaRPr>
          </a:p>
        </p:txBody>
      </p:sp>
      <p:sp>
        <p:nvSpPr>
          <p:cNvPr id="172" name="Google Shape;172;p32"/>
          <p:cNvSpPr/>
          <p:nvPr/>
        </p:nvSpPr>
        <p:spPr>
          <a:xfrm>
            <a:off x="4751702" y="225817"/>
            <a:ext cx="541800" cy="541800"/>
          </a:xfrm>
          <a:prstGeom prst="ellipse">
            <a:avLst/>
          </a:prstGeom>
          <a:solidFill>
            <a:srgbClr val="000000">
              <a:alpha val="49800"/>
            </a:srgbClr>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173" name="Google Shape;173;p32"/>
          <p:cNvSpPr/>
          <p:nvPr/>
        </p:nvSpPr>
        <p:spPr>
          <a:xfrm>
            <a:off x="3855193" y="225817"/>
            <a:ext cx="541800" cy="541800"/>
          </a:xfrm>
          <a:prstGeom prst="ellipse">
            <a:avLst/>
          </a:prstGeom>
          <a:solidFill>
            <a:schemeClr val="dk1">
              <a:alpha val="50199"/>
            </a:schemeClr>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174" name="Google Shape;174;p32"/>
          <p:cNvSpPr/>
          <p:nvPr/>
        </p:nvSpPr>
        <p:spPr>
          <a:xfrm>
            <a:off x="3775568" y="1793660"/>
            <a:ext cx="1592700" cy="697200"/>
          </a:xfrm>
          <a:prstGeom prst="rect">
            <a:avLst/>
          </a:prstGeom>
          <a:solidFill>
            <a:srgbClr val="FFFFFF"/>
          </a:solidFill>
          <a:ln w="76200" cap="flat" cmpd="sng">
            <a:solidFill>
              <a:srgbClr val="9A7249"/>
            </a:solidFill>
            <a:prstDash val="solid"/>
            <a:round/>
            <a:headEnd type="none" w="sm" len="sm"/>
            <a:tailEnd type="none" w="sm" len="sm"/>
          </a:ln>
        </p:spPr>
        <p:txBody>
          <a:bodyPr spcFirstLastPara="1" wrap="square" lIns="0" tIns="0" rIns="0" bIns="0" anchor="ctr" anchorCtr="0">
            <a:noAutofit/>
          </a:bodyPr>
          <a:lstStyle/>
          <a:p>
            <a:pPr marL="0" marR="0" lvl="0" indent="0" algn="l" rtl="0">
              <a:spcBef>
                <a:spcPts val="0"/>
              </a:spcBef>
              <a:spcAft>
                <a:spcPts val="0"/>
              </a:spcAft>
              <a:buNone/>
            </a:pPr>
            <a:endParaRPr sz="500">
              <a:solidFill>
                <a:schemeClr val="dk1"/>
              </a:solidFill>
              <a:latin typeface="Calibri"/>
              <a:ea typeface="Calibri"/>
              <a:cs typeface="Calibri"/>
              <a:sym typeface="Calibri"/>
            </a:endParaRPr>
          </a:p>
        </p:txBody>
      </p:sp>
      <p:sp>
        <p:nvSpPr>
          <p:cNvPr id="175" name="Google Shape;175;p32"/>
          <p:cNvSpPr/>
          <p:nvPr/>
        </p:nvSpPr>
        <p:spPr>
          <a:xfrm>
            <a:off x="3775568" y="2620182"/>
            <a:ext cx="1592700" cy="697200"/>
          </a:xfrm>
          <a:prstGeom prst="rect">
            <a:avLst/>
          </a:prstGeom>
          <a:solidFill>
            <a:srgbClr val="FFFFFF"/>
          </a:solidFill>
          <a:ln w="76200" cap="flat" cmpd="sng">
            <a:solidFill>
              <a:srgbClr val="FFC000"/>
            </a:solidFill>
            <a:prstDash val="solid"/>
            <a:round/>
            <a:headEnd type="none" w="sm" len="sm"/>
            <a:tailEnd type="none" w="sm" len="sm"/>
          </a:ln>
        </p:spPr>
        <p:txBody>
          <a:bodyPr spcFirstLastPara="1" wrap="square" lIns="0" tIns="0" rIns="0" bIns="0" anchor="ctr" anchorCtr="0">
            <a:noAutofit/>
          </a:bodyPr>
          <a:lstStyle/>
          <a:p>
            <a:pPr marL="0" marR="0" lvl="0" indent="0" algn="l" rtl="0">
              <a:spcBef>
                <a:spcPts val="0"/>
              </a:spcBef>
              <a:spcAft>
                <a:spcPts val="0"/>
              </a:spcAft>
              <a:buNone/>
            </a:pPr>
            <a:endParaRPr sz="500">
              <a:solidFill>
                <a:schemeClr val="dk1"/>
              </a:solidFill>
              <a:latin typeface="Calibri"/>
              <a:ea typeface="Calibri"/>
              <a:cs typeface="Calibri"/>
              <a:sym typeface="Calibri"/>
            </a:endParaRPr>
          </a:p>
        </p:txBody>
      </p:sp>
      <p:sp>
        <p:nvSpPr>
          <p:cNvPr id="176" name="Google Shape;176;p32"/>
          <p:cNvSpPr/>
          <p:nvPr/>
        </p:nvSpPr>
        <p:spPr>
          <a:xfrm>
            <a:off x="3775568" y="3442295"/>
            <a:ext cx="1592700" cy="697200"/>
          </a:xfrm>
          <a:prstGeom prst="rect">
            <a:avLst/>
          </a:prstGeom>
          <a:solidFill>
            <a:srgbClr val="FFFFFF"/>
          </a:solidFill>
          <a:ln w="76200" cap="flat" cmpd="sng">
            <a:solidFill>
              <a:schemeClr val="dk1"/>
            </a:solidFill>
            <a:prstDash val="solid"/>
            <a:round/>
            <a:headEnd type="none" w="sm" len="sm"/>
            <a:tailEnd type="none" w="sm" len="sm"/>
          </a:ln>
        </p:spPr>
        <p:txBody>
          <a:bodyPr spcFirstLastPara="1" wrap="square" lIns="0" tIns="0" rIns="0" bIns="0" anchor="ctr" anchorCtr="0">
            <a:noAutofit/>
          </a:bodyPr>
          <a:lstStyle/>
          <a:p>
            <a:pPr marL="0" marR="0" lvl="0" indent="0" algn="l" rtl="0">
              <a:spcBef>
                <a:spcPts val="0"/>
              </a:spcBef>
              <a:spcAft>
                <a:spcPts val="0"/>
              </a:spcAft>
              <a:buNone/>
            </a:pPr>
            <a:endParaRPr sz="500">
              <a:solidFill>
                <a:schemeClr val="dk1"/>
              </a:solidFill>
              <a:latin typeface="Calibri"/>
              <a:ea typeface="Calibri"/>
              <a:cs typeface="Calibri"/>
              <a:sym typeface="Calibri"/>
            </a:endParaRPr>
          </a:p>
        </p:txBody>
      </p:sp>
      <p:sp>
        <p:nvSpPr>
          <p:cNvPr id="177" name="Google Shape;177;p32"/>
          <p:cNvSpPr/>
          <p:nvPr/>
        </p:nvSpPr>
        <p:spPr>
          <a:xfrm>
            <a:off x="4552173" y="1867106"/>
            <a:ext cx="541800" cy="541800"/>
          </a:xfrm>
          <a:prstGeom prst="ellipse">
            <a:avLst/>
          </a:prstGeom>
          <a:solidFill>
            <a:srgbClr val="000000">
              <a:alpha val="49800"/>
            </a:srgbClr>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178" name="Google Shape;178;p32"/>
          <p:cNvSpPr/>
          <p:nvPr/>
        </p:nvSpPr>
        <p:spPr>
          <a:xfrm>
            <a:off x="4036155" y="1867106"/>
            <a:ext cx="541800" cy="541800"/>
          </a:xfrm>
          <a:prstGeom prst="ellipse">
            <a:avLst/>
          </a:prstGeom>
          <a:solidFill>
            <a:srgbClr val="000000">
              <a:alpha val="49800"/>
            </a:srgbClr>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179" name="Google Shape;179;p32"/>
          <p:cNvSpPr/>
          <p:nvPr/>
        </p:nvSpPr>
        <p:spPr>
          <a:xfrm>
            <a:off x="4489307" y="2688926"/>
            <a:ext cx="541800" cy="541800"/>
          </a:xfrm>
          <a:prstGeom prst="ellipse">
            <a:avLst/>
          </a:prstGeom>
          <a:solidFill>
            <a:srgbClr val="000000">
              <a:alpha val="49800"/>
            </a:srgbClr>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180" name="Google Shape;180;p32"/>
          <p:cNvSpPr/>
          <p:nvPr/>
        </p:nvSpPr>
        <p:spPr>
          <a:xfrm>
            <a:off x="4116164" y="2688926"/>
            <a:ext cx="541800" cy="541800"/>
          </a:xfrm>
          <a:prstGeom prst="ellipse">
            <a:avLst/>
          </a:prstGeom>
          <a:solidFill>
            <a:srgbClr val="000000">
              <a:alpha val="49800"/>
            </a:srgbClr>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181" name="Google Shape;181;p32"/>
          <p:cNvSpPr/>
          <p:nvPr/>
        </p:nvSpPr>
        <p:spPr>
          <a:xfrm>
            <a:off x="4407803" y="3518126"/>
            <a:ext cx="541800" cy="541800"/>
          </a:xfrm>
          <a:prstGeom prst="ellipse">
            <a:avLst/>
          </a:prstGeom>
          <a:solidFill>
            <a:srgbClr val="000000">
              <a:alpha val="49800"/>
            </a:srgbClr>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182" name="Google Shape;182;p32"/>
          <p:cNvSpPr/>
          <p:nvPr/>
        </p:nvSpPr>
        <p:spPr>
          <a:xfrm>
            <a:off x="4215635" y="3518126"/>
            <a:ext cx="541800" cy="541800"/>
          </a:xfrm>
          <a:prstGeom prst="ellipse">
            <a:avLst/>
          </a:prstGeom>
          <a:solidFill>
            <a:srgbClr val="000000">
              <a:alpha val="49800"/>
            </a:srgbClr>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183" name="Google Shape;183;p32"/>
          <p:cNvSpPr/>
          <p:nvPr/>
        </p:nvSpPr>
        <p:spPr>
          <a:xfrm>
            <a:off x="3775568" y="4273812"/>
            <a:ext cx="1592700" cy="697200"/>
          </a:xfrm>
          <a:prstGeom prst="rect">
            <a:avLst/>
          </a:prstGeom>
          <a:solidFill>
            <a:srgbClr val="FFFFFF"/>
          </a:solidFill>
          <a:ln w="76200" cap="flat" cmpd="sng">
            <a:solidFill>
              <a:srgbClr val="FF95CA"/>
            </a:solidFill>
            <a:prstDash val="solid"/>
            <a:round/>
            <a:headEnd type="none" w="sm" len="sm"/>
            <a:tailEnd type="none" w="sm" len="sm"/>
          </a:ln>
        </p:spPr>
        <p:txBody>
          <a:bodyPr spcFirstLastPara="1" wrap="square" lIns="0" tIns="0" rIns="0" bIns="0" anchor="ctr" anchorCtr="0">
            <a:noAutofit/>
          </a:bodyPr>
          <a:lstStyle/>
          <a:p>
            <a:pPr marL="0" marR="0" lvl="0" indent="0" algn="l" rtl="0">
              <a:spcBef>
                <a:spcPts val="0"/>
              </a:spcBef>
              <a:spcAft>
                <a:spcPts val="0"/>
              </a:spcAft>
              <a:buNone/>
            </a:pPr>
            <a:endParaRPr sz="500">
              <a:solidFill>
                <a:schemeClr val="dk1"/>
              </a:solidFill>
              <a:latin typeface="Calibri"/>
              <a:ea typeface="Calibri"/>
              <a:cs typeface="Calibri"/>
              <a:sym typeface="Calibri"/>
            </a:endParaRPr>
          </a:p>
        </p:txBody>
      </p:sp>
      <p:sp>
        <p:nvSpPr>
          <p:cNvPr id="184" name="Google Shape;184;p32"/>
          <p:cNvSpPr/>
          <p:nvPr/>
        </p:nvSpPr>
        <p:spPr>
          <a:xfrm>
            <a:off x="4345059" y="4346244"/>
            <a:ext cx="541800" cy="541800"/>
          </a:xfrm>
          <a:prstGeom prst="ellipse">
            <a:avLst/>
          </a:prstGeom>
          <a:solidFill>
            <a:schemeClr val="dk1">
              <a:alpha val="50199"/>
            </a:schemeClr>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185" name="Google Shape;185;p32"/>
          <p:cNvSpPr/>
          <p:nvPr/>
        </p:nvSpPr>
        <p:spPr>
          <a:xfrm>
            <a:off x="4263669" y="4346244"/>
            <a:ext cx="541800" cy="541800"/>
          </a:xfrm>
          <a:prstGeom prst="ellipse">
            <a:avLst/>
          </a:prstGeom>
          <a:solidFill>
            <a:schemeClr val="dk1">
              <a:alpha val="50199"/>
            </a:schemeClr>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Shape 195">
          <a:extLst>
            <a:ext uri="{FF2B5EF4-FFF2-40B4-BE49-F238E27FC236}">
              <a16:creationId xmlns:a16="http://schemas.microsoft.com/office/drawing/2014/main" id="{11C86D9F-04D9-2644-EDB7-66F7C4350ED7}"/>
            </a:ext>
          </a:extLst>
        </p:cNvPr>
        <p:cNvGrpSpPr/>
        <p:nvPr/>
      </p:nvGrpSpPr>
      <p:grpSpPr>
        <a:xfrm>
          <a:off x="0" y="0"/>
          <a:ext cx="0" cy="0"/>
          <a:chOff x="0" y="0"/>
          <a:chExt cx="0" cy="0"/>
        </a:xfrm>
      </p:grpSpPr>
      <p:sp>
        <p:nvSpPr>
          <p:cNvPr id="196" name="Google Shape;196;p34">
            <a:extLst>
              <a:ext uri="{FF2B5EF4-FFF2-40B4-BE49-F238E27FC236}">
                <a16:creationId xmlns:a16="http://schemas.microsoft.com/office/drawing/2014/main" id="{97998F94-8A46-07F4-3B1A-B9715984FC73}"/>
              </a:ext>
            </a:extLst>
          </p:cNvPr>
          <p:cNvSpPr txBox="1">
            <a:spLocks noGrp="1"/>
          </p:cNvSpPr>
          <p:nvPr>
            <p:ph type="title"/>
          </p:nvPr>
        </p:nvSpPr>
        <p:spPr>
          <a:xfrm>
            <a:off x="2577600" y="1940250"/>
            <a:ext cx="3988800" cy="6315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Happy Condition </a:t>
            </a:r>
            <a:endParaRPr dirty="0"/>
          </a:p>
        </p:txBody>
      </p:sp>
    </p:spTree>
    <p:extLst>
      <p:ext uri="{BB962C8B-B14F-4D97-AF65-F5344CB8AC3E}">
        <p14:creationId xmlns:p14="http://schemas.microsoft.com/office/powerpoint/2010/main" val="33423783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72"/>
        <p:cNvGrpSpPr/>
        <p:nvPr/>
      </p:nvGrpSpPr>
      <p:grpSpPr>
        <a:xfrm>
          <a:off x="0" y="0"/>
          <a:ext cx="0" cy="0"/>
          <a:chOff x="0" y="0"/>
          <a:chExt cx="0" cy="0"/>
        </a:xfrm>
      </p:grpSpPr>
      <p:pic>
        <p:nvPicPr>
          <p:cNvPr id="373" name="Google Shape;373;p51" descr="A cartoon of a white and purple animal&#10;&#10;Description automatically generated"/>
          <p:cNvPicPr preferRelativeResize="0"/>
          <p:nvPr/>
        </p:nvPicPr>
        <p:blipFill rotWithShape="1">
          <a:blip r:embed="rId3">
            <a:alphaModFix/>
          </a:blip>
          <a:srcRect/>
          <a:stretch/>
        </p:blipFill>
        <p:spPr>
          <a:xfrm>
            <a:off x="3638000" y="1820500"/>
            <a:ext cx="1775900" cy="2168974"/>
          </a:xfrm>
          <a:prstGeom prst="rect">
            <a:avLst/>
          </a:prstGeom>
          <a:noFill/>
          <a:ln>
            <a:noFill/>
          </a:ln>
        </p:spPr>
      </p:pic>
      <p:sp>
        <p:nvSpPr>
          <p:cNvPr id="374" name="Google Shape;374;p51"/>
          <p:cNvSpPr/>
          <p:nvPr/>
        </p:nvSpPr>
        <p:spPr>
          <a:xfrm rot="-5400000">
            <a:off x="4422600" y="2601825"/>
            <a:ext cx="206700" cy="606300"/>
          </a:xfrm>
          <a:prstGeom prst="moon">
            <a:avLst>
              <a:gd name="adj"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mph" presetSubtype="0" fill="hold" nodeType="clickEffect">
                                  <p:stCondLst>
                                    <p:cond delay="0"/>
                                  </p:stCondLst>
                                  <p:childTnLst>
                                    <p:animRot by="-21600000">
                                      <p:cBhvr>
                                        <p:cTn id="6" dur="1000" fill="hold"/>
                                        <p:tgtEl>
                                          <p:spTgt spid="373"/>
                                        </p:tgtEl>
                                        <p:attrNameLst>
                                          <p:attrName>r</p:attrName>
                                        </p:attrNameLst>
                                      </p:cBhvr>
                                    </p:animRo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78"/>
        <p:cNvGrpSpPr/>
        <p:nvPr/>
      </p:nvGrpSpPr>
      <p:grpSpPr>
        <a:xfrm>
          <a:off x="0" y="0"/>
          <a:ext cx="0" cy="0"/>
          <a:chOff x="0" y="0"/>
          <a:chExt cx="0" cy="0"/>
        </a:xfrm>
      </p:grpSpPr>
      <p:sp>
        <p:nvSpPr>
          <p:cNvPr id="379" name="Google Shape;379;p52"/>
          <p:cNvSpPr/>
          <p:nvPr/>
        </p:nvSpPr>
        <p:spPr>
          <a:xfrm>
            <a:off x="4771150" y="1491525"/>
            <a:ext cx="1567800" cy="1161000"/>
          </a:xfrm>
          <a:prstGeom prst="cloudCallout">
            <a:avLst>
              <a:gd name="adj1" fmla="val -20833"/>
              <a:gd name="adj2" fmla="val 625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380" name="Google Shape;380;p52" descr="A cartoon of a white and purple animal&#10;&#10;Description automatically generated"/>
          <p:cNvPicPr preferRelativeResize="0"/>
          <p:nvPr/>
        </p:nvPicPr>
        <p:blipFill rotWithShape="1">
          <a:blip r:embed="rId3">
            <a:alphaModFix/>
          </a:blip>
          <a:srcRect/>
          <a:stretch/>
        </p:blipFill>
        <p:spPr>
          <a:xfrm>
            <a:off x="3512250" y="1958775"/>
            <a:ext cx="1979225" cy="2417275"/>
          </a:xfrm>
          <a:prstGeom prst="rect">
            <a:avLst/>
          </a:prstGeom>
          <a:noFill/>
          <a:ln>
            <a:noFill/>
          </a:ln>
        </p:spPr>
      </p:pic>
      <p:pic>
        <p:nvPicPr>
          <p:cNvPr id="381" name="Google Shape;381;p52" title="School desk | Free SVG"/>
          <p:cNvPicPr preferRelativeResize="0"/>
          <p:nvPr/>
        </p:nvPicPr>
        <p:blipFill>
          <a:blip r:embed="rId4">
            <a:alphaModFix/>
          </a:blip>
          <a:stretch>
            <a:fillRect/>
          </a:stretch>
        </p:blipFill>
        <p:spPr>
          <a:xfrm>
            <a:off x="3638400" y="3381875"/>
            <a:ext cx="1801076" cy="1801076"/>
          </a:xfrm>
          <a:prstGeom prst="rect">
            <a:avLst/>
          </a:prstGeom>
          <a:noFill/>
          <a:ln>
            <a:noFill/>
          </a:ln>
        </p:spPr>
      </p:pic>
      <p:pic>
        <p:nvPicPr>
          <p:cNvPr id="382" name="Google Shape;382;p52" title="Royalty-Free photo: Rectangular green board on brown background ..."/>
          <p:cNvPicPr preferRelativeResize="0"/>
          <p:nvPr/>
        </p:nvPicPr>
        <p:blipFill>
          <a:blip r:embed="rId5">
            <a:alphaModFix/>
          </a:blip>
          <a:stretch>
            <a:fillRect/>
          </a:stretch>
        </p:blipFill>
        <p:spPr>
          <a:xfrm>
            <a:off x="164525" y="141100"/>
            <a:ext cx="3347725" cy="1969250"/>
          </a:xfrm>
          <a:prstGeom prst="rect">
            <a:avLst/>
          </a:prstGeom>
          <a:noFill/>
          <a:ln>
            <a:noFill/>
          </a:ln>
        </p:spPr>
      </p:pic>
      <p:pic>
        <p:nvPicPr>
          <p:cNvPr id="383" name="Google Shape;383;p52" descr="Elephant | Free Stock Photo | Illustration of an elephant | # 11454"/>
          <p:cNvPicPr preferRelativeResize="0"/>
          <p:nvPr/>
        </p:nvPicPr>
        <p:blipFill>
          <a:blip r:embed="rId6">
            <a:alphaModFix/>
          </a:blip>
          <a:stretch>
            <a:fillRect/>
          </a:stretch>
        </p:blipFill>
        <p:spPr>
          <a:xfrm>
            <a:off x="5096425" y="1717276"/>
            <a:ext cx="917249" cy="709482"/>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7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8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87"/>
        <p:cNvGrpSpPr/>
        <p:nvPr/>
      </p:nvGrpSpPr>
      <p:grpSpPr>
        <a:xfrm>
          <a:off x="0" y="0"/>
          <a:ext cx="0" cy="0"/>
          <a:chOff x="0" y="0"/>
          <a:chExt cx="0" cy="0"/>
        </a:xfrm>
      </p:grpSpPr>
      <p:pic>
        <p:nvPicPr>
          <p:cNvPr id="388" name="Google Shape;388;p53" descr="A cartoon of a white and purple animal&#10;&#10;Description automatically generated"/>
          <p:cNvPicPr preferRelativeResize="0"/>
          <p:nvPr/>
        </p:nvPicPr>
        <p:blipFill rotWithShape="1">
          <a:blip r:embed="rId3">
            <a:alphaModFix/>
          </a:blip>
          <a:srcRect/>
          <a:stretch/>
        </p:blipFill>
        <p:spPr>
          <a:xfrm>
            <a:off x="3512250" y="1958775"/>
            <a:ext cx="1979225" cy="2417275"/>
          </a:xfrm>
          <a:prstGeom prst="rect">
            <a:avLst/>
          </a:prstGeom>
          <a:noFill/>
          <a:ln>
            <a:noFill/>
          </a:ln>
        </p:spPr>
      </p:pic>
      <p:pic>
        <p:nvPicPr>
          <p:cNvPr id="389" name="Google Shape;389;p53" title="School desk | Free SVG"/>
          <p:cNvPicPr preferRelativeResize="0"/>
          <p:nvPr/>
        </p:nvPicPr>
        <p:blipFill>
          <a:blip r:embed="rId4">
            <a:alphaModFix/>
          </a:blip>
          <a:stretch>
            <a:fillRect/>
          </a:stretch>
        </p:blipFill>
        <p:spPr>
          <a:xfrm>
            <a:off x="3638400" y="3381875"/>
            <a:ext cx="1801076" cy="1801076"/>
          </a:xfrm>
          <a:prstGeom prst="rect">
            <a:avLst/>
          </a:prstGeom>
          <a:noFill/>
          <a:ln>
            <a:noFill/>
          </a:ln>
        </p:spPr>
      </p:pic>
      <p:pic>
        <p:nvPicPr>
          <p:cNvPr id="390" name="Google Shape;390;p53" title="Royalty-Free photo: Rectangular green board on brown background ..."/>
          <p:cNvPicPr preferRelativeResize="0"/>
          <p:nvPr/>
        </p:nvPicPr>
        <p:blipFill>
          <a:blip r:embed="rId5">
            <a:alphaModFix/>
          </a:blip>
          <a:stretch>
            <a:fillRect/>
          </a:stretch>
        </p:blipFill>
        <p:spPr>
          <a:xfrm>
            <a:off x="164525" y="141100"/>
            <a:ext cx="3347725" cy="1969250"/>
          </a:xfrm>
          <a:prstGeom prst="rect">
            <a:avLst/>
          </a:prstGeom>
          <a:noFill/>
          <a:ln>
            <a:noFill/>
          </a:ln>
        </p:spPr>
      </p:pic>
      <p:sp>
        <p:nvSpPr>
          <p:cNvPr id="391" name="Google Shape;391;p53"/>
          <p:cNvSpPr/>
          <p:nvPr/>
        </p:nvSpPr>
        <p:spPr>
          <a:xfrm rot="-5400000">
            <a:off x="4398500" y="2864263"/>
            <a:ext cx="206700" cy="606300"/>
          </a:xfrm>
          <a:prstGeom prst="moon">
            <a:avLst>
              <a:gd name="adj"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9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27"/>
        <p:cNvGrpSpPr/>
        <p:nvPr/>
      </p:nvGrpSpPr>
      <p:grpSpPr>
        <a:xfrm>
          <a:off x="0" y="0"/>
          <a:ext cx="0" cy="0"/>
          <a:chOff x="0" y="0"/>
          <a:chExt cx="0" cy="0"/>
        </a:xfrm>
      </p:grpSpPr>
      <p:pic>
        <p:nvPicPr>
          <p:cNvPr id="428" name="Google Shape;428;p57" descr="A cartoon of a white and purple animal&#10;&#10;Description automatically generated"/>
          <p:cNvPicPr preferRelativeResize="0"/>
          <p:nvPr/>
        </p:nvPicPr>
        <p:blipFill rotWithShape="1">
          <a:blip r:embed="rId3">
            <a:alphaModFix/>
          </a:blip>
          <a:srcRect/>
          <a:stretch/>
        </p:blipFill>
        <p:spPr>
          <a:xfrm>
            <a:off x="2556516" y="2346673"/>
            <a:ext cx="1437410" cy="1755556"/>
          </a:xfrm>
          <a:prstGeom prst="rect">
            <a:avLst/>
          </a:prstGeom>
          <a:noFill/>
          <a:ln>
            <a:noFill/>
          </a:ln>
        </p:spPr>
      </p:pic>
      <p:sp>
        <p:nvSpPr>
          <p:cNvPr id="429" name="Google Shape;429;p57"/>
          <p:cNvSpPr/>
          <p:nvPr/>
        </p:nvSpPr>
        <p:spPr>
          <a:xfrm>
            <a:off x="3497475" y="1866025"/>
            <a:ext cx="1294800" cy="853200"/>
          </a:xfrm>
          <a:prstGeom prst="wedgeRoundRectCallout">
            <a:avLst>
              <a:gd name="adj1" fmla="val -20833"/>
              <a:gd name="adj2" fmla="val 6250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430" name="Google Shape;430;p57" title="House icon vector clip art | Free SVG"/>
          <p:cNvPicPr preferRelativeResize="0"/>
          <p:nvPr/>
        </p:nvPicPr>
        <p:blipFill>
          <a:blip r:embed="rId4">
            <a:alphaModFix/>
          </a:blip>
          <a:stretch>
            <a:fillRect/>
          </a:stretch>
        </p:blipFill>
        <p:spPr>
          <a:xfrm>
            <a:off x="5880175" y="494425"/>
            <a:ext cx="2414224" cy="2414225"/>
          </a:xfrm>
          <a:prstGeom prst="rect">
            <a:avLst/>
          </a:prstGeom>
          <a:noFill/>
          <a:ln>
            <a:noFill/>
          </a:ln>
        </p:spPr>
      </p:pic>
      <p:pic>
        <p:nvPicPr>
          <p:cNvPr id="431" name="Google Shape;431;p57" title="House icon vector clip art | Free SVG"/>
          <p:cNvPicPr preferRelativeResize="0"/>
          <p:nvPr/>
        </p:nvPicPr>
        <p:blipFill>
          <a:blip r:embed="rId4">
            <a:alphaModFix/>
          </a:blip>
          <a:stretch>
            <a:fillRect/>
          </a:stretch>
        </p:blipFill>
        <p:spPr>
          <a:xfrm>
            <a:off x="619375" y="410250"/>
            <a:ext cx="2414225" cy="2414225"/>
          </a:xfrm>
          <a:prstGeom prst="rect">
            <a:avLst/>
          </a:prstGeom>
          <a:noFill/>
          <a:ln>
            <a:noFill/>
          </a:ln>
        </p:spPr>
      </p:pic>
      <p:pic>
        <p:nvPicPr>
          <p:cNvPr id="432" name="Google Shape;432;p57"/>
          <p:cNvPicPr preferRelativeResize="0"/>
          <p:nvPr/>
        </p:nvPicPr>
        <p:blipFill>
          <a:blip r:embed="rId5">
            <a:alphaModFix/>
          </a:blip>
          <a:stretch>
            <a:fillRect/>
          </a:stretch>
        </p:blipFill>
        <p:spPr>
          <a:xfrm>
            <a:off x="3833000" y="1927538"/>
            <a:ext cx="706850" cy="730174"/>
          </a:xfrm>
          <a:prstGeom prst="rect">
            <a:avLst/>
          </a:prstGeom>
          <a:noFill/>
          <a:ln>
            <a:noFill/>
          </a:ln>
        </p:spPr>
      </p:pic>
      <p:pic>
        <p:nvPicPr>
          <p:cNvPr id="433" name="Google Shape;433;p57" descr="A cartoon character with orange and white face&#10;&#10;Description automatically generated"/>
          <p:cNvPicPr preferRelativeResize="0"/>
          <p:nvPr/>
        </p:nvPicPr>
        <p:blipFill rotWithShape="1">
          <a:blip r:embed="rId6">
            <a:alphaModFix amt="91000"/>
          </a:blip>
          <a:srcRect/>
          <a:stretch/>
        </p:blipFill>
        <p:spPr>
          <a:xfrm>
            <a:off x="4803752" y="2346673"/>
            <a:ext cx="1437410" cy="1755556"/>
          </a:xfrm>
          <a:prstGeom prst="rect">
            <a:avLst/>
          </a:prstGeom>
          <a:noFill/>
          <a:ln>
            <a:noFill/>
          </a:ln>
          <a:effectLst>
            <a:outerShdw blurRad="57150" dist="19050" dir="6840000" algn="bl" rotWithShape="0">
              <a:srgbClr val="000000">
                <a:alpha val="51000"/>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28"/>
                                        </p:tgtEl>
                                        <p:attrNameLst>
                                          <p:attrName>style.visibility</p:attrName>
                                        </p:attrNameLst>
                                      </p:cBhvr>
                                      <p:to>
                                        <p:strVal val="visible"/>
                                      </p:to>
                                    </p:set>
                                    <p:anim calcmode="lin" valueType="num">
                                      <p:cBhvr additive="base">
                                        <p:cTn id="7" dur="750" fill="hold"/>
                                        <p:tgtEl>
                                          <p:spTgt spid="428"/>
                                        </p:tgtEl>
                                        <p:attrNameLst>
                                          <p:attrName>ppt_x</p:attrName>
                                        </p:attrNameLst>
                                      </p:cBhvr>
                                      <p:tavLst>
                                        <p:tav tm="0">
                                          <p:val>
                                            <p:strVal val="0-#ppt_w/2"/>
                                          </p:val>
                                        </p:tav>
                                        <p:tav tm="100000">
                                          <p:val>
                                            <p:strVal val="#ppt_x"/>
                                          </p:val>
                                        </p:tav>
                                      </p:tavLst>
                                    </p:anim>
                                    <p:anim calcmode="lin" valueType="num">
                                      <p:cBhvr additive="base">
                                        <p:cTn id="8" dur="750" fill="hold"/>
                                        <p:tgtEl>
                                          <p:spTgt spid="42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433"/>
                                        </p:tgtEl>
                                        <p:attrNameLst>
                                          <p:attrName>style.visibility</p:attrName>
                                        </p:attrNameLst>
                                      </p:cBhvr>
                                      <p:to>
                                        <p:strVal val="visible"/>
                                      </p:to>
                                    </p:set>
                                    <p:anim calcmode="lin" valueType="num">
                                      <p:cBhvr additive="base">
                                        <p:cTn id="13" dur="750" fill="hold"/>
                                        <p:tgtEl>
                                          <p:spTgt spid="433"/>
                                        </p:tgtEl>
                                        <p:attrNameLst>
                                          <p:attrName>ppt_x</p:attrName>
                                        </p:attrNameLst>
                                      </p:cBhvr>
                                      <p:tavLst>
                                        <p:tav tm="0">
                                          <p:val>
                                            <p:strVal val="1+#ppt_w/2"/>
                                          </p:val>
                                        </p:tav>
                                        <p:tav tm="100000">
                                          <p:val>
                                            <p:strVal val="#ppt_x"/>
                                          </p:val>
                                        </p:tav>
                                      </p:tavLst>
                                    </p:anim>
                                    <p:anim calcmode="lin" valueType="num">
                                      <p:cBhvr additive="base">
                                        <p:cTn id="14" dur="750" fill="hold"/>
                                        <p:tgtEl>
                                          <p:spTgt spid="433"/>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2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16"/>
        <p:cNvGrpSpPr/>
        <p:nvPr/>
      </p:nvGrpSpPr>
      <p:grpSpPr>
        <a:xfrm>
          <a:off x="0" y="0"/>
          <a:ext cx="0" cy="0"/>
          <a:chOff x="0" y="0"/>
          <a:chExt cx="0" cy="0"/>
        </a:xfrm>
      </p:grpSpPr>
      <p:pic>
        <p:nvPicPr>
          <p:cNvPr id="417" name="Google Shape;417;p56" descr="A cartoon of a white and purple animal&#10;&#10;Description automatically generated"/>
          <p:cNvPicPr preferRelativeResize="0"/>
          <p:nvPr/>
        </p:nvPicPr>
        <p:blipFill rotWithShape="1">
          <a:blip r:embed="rId3">
            <a:alphaModFix/>
          </a:blip>
          <a:srcRect/>
          <a:stretch/>
        </p:blipFill>
        <p:spPr>
          <a:xfrm>
            <a:off x="2556516" y="2346673"/>
            <a:ext cx="1437410" cy="1755556"/>
          </a:xfrm>
          <a:prstGeom prst="rect">
            <a:avLst/>
          </a:prstGeom>
          <a:noFill/>
          <a:ln>
            <a:noFill/>
          </a:ln>
        </p:spPr>
      </p:pic>
      <p:sp>
        <p:nvSpPr>
          <p:cNvPr id="418" name="Google Shape;418;p56"/>
          <p:cNvSpPr/>
          <p:nvPr/>
        </p:nvSpPr>
        <p:spPr>
          <a:xfrm>
            <a:off x="3497475" y="1866025"/>
            <a:ext cx="1294800" cy="853200"/>
          </a:xfrm>
          <a:prstGeom prst="wedgeRoundRectCallout">
            <a:avLst>
              <a:gd name="adj1" fmla="val -20833"/>
              <a:gd name="adj2" fmla="val 6250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419" name="Google Shape;419;p56" title="House icon vector clip art | Free SVG"/>
          <p:cNvPicPr preferRelativeResize="0"/>
          <p:nvPr/>
        </p:nvPicPr>
        <p:blipFill>
          <a:blip r:embed="rId4">
            <a:alphaModFix/>
          </a:blip>
          <a:stretch>
            <a:fillRect/>
          </a:stretch>
        </p:blipFill>
        <p:spPr>
          <a:xfrm>
            <a:off x="5880175" y="494425"/>
            <a:ext cx="2414224" cy="2414225"/>
          </a:xfrm>
          <a:prstGeom prst="rect">
            <a:avLst/>
          </a:prstGeom>
          <a:noFill/>
          <a:ln>
            <a:noFill/>
          </a:ln>
        </p:spPr>
      </p:pic>
      <p:pic>
        <p:nvPicPr>
          <p:cNvPr id="420" name="Google Shape;420;p56" title="House icon vector clip art | Free SVG"/>
          <p:cNvPicPr preferRelativeResize="0"/>
          <p:nvPr/>
        </p:nvPicPr>
        <p:blipFill>
          <a:blip r:embed="rId4">
            <a:alphaModFix/>
          </a:blip>
          <a:stretch>
            <a:fillRect/>
          </a:stretch>
        </p:blipFill>
        <p:spPr>
          <a:xfrm>
            <a:off x="619375" y="410250"/>
            <a:ext cx="2414225" cy="2414225"/>
          </a:xfrm>
          <a:prstGeom prst="rect">
            <a:avLst/>
          </a:prstGeom>
          <a:noFill/>
          <a:ln>
            <a:noFill/>
          </a:ln>
        </p:spPr>
      </p:pic>
      <p:pic>
        <p:nvPicPr>
          <p:cNvPr id="421" name="Google Shape;421;p56" descr="Elephant | Free Stock Photo | Illustration of an elephant | # 11454"/>
          <p:cNvPicPr preferRelativeResize="0"/>
          <p:nvPr/>
        </p:nvPicPr>
        <p:blipFill>
          <a:blip r:embed="rId5">
            <a:alphaModFix/>
          </a:blip>
          <a:stretch>
            <a:fillRect/>
          </a:stretch>
        </p:blipFill>
        <p:spPr>
          <a:xfrm>
            <a:off x="3686250" y="1937888"/>
            <a:ext cx="917249" cy="709482"/>
          </a:xfrm>
          <a:prstGeom prst="rect">
            <a:avLst/>
          </a:prstGeom>
          <a:noFill/>
          <a:ln>
            <a:noFill/>
          </a:ln>
        </p:spPr>
      </p:pic>
      <p:sp>
        <p:nvSpPr>
          <p:cNvPr id="422" name="Google Shape;422;p56"/>
          <p:cNvSpPr/>
          <p:nvPr/>
        </p:nvSpPr>
        <p:spPr>
          <a:xfrm>
            <a:off x="3861375" y="2060275"/>
            <a:ext cx="567000" cy="568500"/>
          </a:xfrm>
          <a:prstGeom prst="noSmoking">
            <a:avLst>
              <a:gd name="adj" fmla="val 18750"/>
            </a:avLst>
          </a:prstGeom>
          <a:solidFill>
            <a:srgbClr val="CC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423" name="Google Shape;423;p56" descr="A cartoon character with orange and white face&#10;&#10;Description automatically generated"/>
          <p:cNvPicPr preferRelativeResize="0"/>
          <p:nvPr/>
        </p:nvPicPr>
        <p:blipFill rotWithShape="1">
          <a:blip r:embed="rId6">
            <a:alphaModFix amt="91000"/>
          </a:blip>
          <a:srcRect/>
          <a:stretch/>
        </p:blipFill>
        <p:spPr>
          <a:xfrm>
            <a:off x="4797570" y="2346673"/>
            <a:ext cx="1437410" cy="1755556"/>
          </a:xfrm>
          <a:prstGeom prst="rect">
            <a:avLst/>
          </a:prstGeom>
          <a:noFill/>
          <a:ln>
            <a:noFill/>
          </a:ln>
          <a:effectLst>
            <a:outerShdw blurRad="57150" dist="19050" dir="6840000" algn="bl" rotWithShape="0">
              <a:srgbClr val="000000">
                <a:alpha val="51000"/>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05"/>
        <p:cNvGrpSpPr/>
        <p:nvPr/>
      </p:nvGrpSpPr>
      <p:grpSpPr>
        <a:xfrm>
          <a:off x="0" y="0"/>
          <a:ext cx="0" cy="0"/>
          <a:chOff x="0" y="0"/>
          <a:chExt cx="0" cy="0"/>
        </a:xfrm>
      </p:grpSpPr>
      <p:pic>
        <p:nvPicPr>
          <p:cNvPr id="406" name="Google Shape;406;p55" descr="A cartoon of a white and purple animal&#10;&#10;Description automatically generated"/>
          <p:cNvPicPr preferRelativeResize="0"/>
          <p:nvPr/>
        </p:nvPicPr>
        <p:blipFill rotWithShape="1">
          <a:blip r:embed="rId3">
            <a:alphaModFix/>
          </a:blip>
          <a:srcRect/>
          <a:stretch/>
        </p:blipFill>
        <p:spPr>
          <a:xfrm>
            <a:off x="2556516" y="2346673"/>
            <a:ext cx="1437410" cy="1755556"/>
          </a:xfrm>
          <a:prstGeom prst="rect">
            <a:avLst/>
          </a:prstGeom>
          <a:noFill/>
          <a:ln>
            <a:noFill/>
          </a:ln>
        </p:spPr>
      </p:pic>
      <p:pic>
        <p:nvPicPr>
          <p:cNvPr id="407" name="Google Shape;407;p55" descr="A cartoon character with orange and white face&#10;&#10;Description automatically generated"/>
          <p:cNvPicPr preferRelativeResize="0"/>
          <p:nvPr/>
        </p:nvPicPr>
        <p:blipFill rotWithShape="1">
          <a:blip r:embed="rId4">
            <a:alphaModFix/>
          </a:blip>
          <a:srcRect/>
          <a:stretch/>
        </p:blipFill>
        <p:spPr>
          <a:xfrm>
            <a:off x="4745300" y="2479600"/>
            <a:ext cx="1367325" cy="1669949"/>
          </a:xfrm>
          <a:prstGeom prst="rect">
            <a:avLst/>
          </a:prstGeom>
          <a:noFill/>
          <a:ln>
            <a:noFill/>
          </a:ln>
        </p:spPr>
      </p:pic>
      <p:sp>
        <p:nvSpPr>
          <p:cNvPr id="408" name="Google Shape;408;p55"/>
          <p:cNvSpPr/>
          <p:nvPr/>
        </p:nvSpPr>
        <p:spPr>
          <a:xfrm>
            <a:off x="3497475" y="1866025"/>
            <a:ext cx="1294800" cy="853200"/>
          </a:xfrm>
          <a:prstGeom prst="wedgeRoundRectCallout">
            <a:avLst>
              <a:gd name="adj1" fmla="val -20833"/>
              <a:gd name="adj2" fmla="val 6250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409" name="Google Shape;409;p55"/>
          <p:cNvPicPr preferRelativeResize="0"/>
          <p:nvPr/>
        </p:nvPicPr>
        <p:blipFill>
          <a:blip r:embed="rId5">
            <a:alphaModFix/>
          </a:blip>
          <a:stretch>
            <a:fillRect/>
          </a:stretch>
        </p:blipFill>
        <p:spPr>
          <a:xfrm>
            <a:off x="3830100" y="1927538"/>
            <a:ext cx="706850" cy="730174"/>
          </a:xfrm>
          <a:prstGeom prst="rect">
            <a:avLst/>
          </a:prstGeom>
          <a:noFill/>
          <a:ln>
            <a:noFill/>
          </a:ln>
        </p:spPr>
      </p:pic>
      <p:sp>
        <p:nvSpPr>
          <p:cNvPr id="410" name="Google Shape;410;p55"/>
          <p:cNvSpPr/>
          <p:nvPr/>
        </p:nvSpPr>
        <p:spPr>
          <a:xfrm>
            <a:off x="3982415" y="2204060"/>
            <a:ext cx="379200" cy="376500"/>
          </a:xfrm>
          <a:prstGeom prst="noSmoking">
            <a:avLst>
              <a:gd name="adj" fmla="val 18750"/>
            </a:avLst>
          </a:prstGeom>
          <a:solidFill>
            <a:srgbClr val="CC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411" name="Google Shape;411;p55" title="House icon vector clip art | Free SVG"/>
          <p:cNvPicPr preferRelativeResize="0"/>
          <p:nvPr/>
        </p:nvPicPr>
        <p:blipFill>
          <a:blip r:embed="rId6">
            <a:alphaModFix/>
          </a:blip>
          <a:stretch>
            <a:fillRect/>
          </a:stretch>
        </p:blipFill>
        <p:spPr>
          <a:xfrm>
            <a:off x="5880175" y="494425"/>
            <a:ext cx="2414224" cy="2414225"/>
          </a:xfrm>
          <a:prstGeom prst="rect">
            <a:avLst/>
          </a:prstGeom>
          <a:noFill/>
          <a:ln>
            <a:noFill/>
          </a:ln>
        </p:spPr>
      </p:pic>
      <p:pic>
        <p:nvPicPr>
          <p:cNvPr id="412" name="Google Shape;412;p55" title="House icon vector clip art | Free SVG"/>
          <p:cNvPicPr preferRelativeResize="0"/>
          <p:nvPr/>
        </p:nvPicPr>
        <p:blipFill>
          <a:blip r:embed="rId6">
            <a:alphaModFix/>
          </a:blip>
          <a:stretch>
            <a:fillRect/>
          </a:stretch>
        </p:blipFill>
        <p:spPr>
          <a:xfrm>
            <a:off x="619375" y="410250"/>
            <a:ext cx="2414225" cy="241422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407"/>
                                        </p:tgtEl>
                                        <p:attrNameLst>
                                          <p:attrName>style.visibility</p:attrName>
                                        </p:attrNameLst>
                                      </p:cBhvr>
                                      <p:to>
                                        <p:strVal val="visible"/>
                                      </p:to>
                                    </p:set>
                                    <p:anim calcmode="lin" valueType="num">
                                      <p:cBhvr additive="base">
                                        <p:cTn id="7" dur="750" fill="hold"/>
                                        <p:tgtEl>
                                          <p:spTgt spid="407"/>
                                        </p:tgtEl>
                                        <p:attrNameLst>
                                          <p:attrName>ppt_x</p:attrName>
                                        </p:attrNameLst>
                                      </p:cBhvr>
                                      <p:tavLst>
                                        <p:tav tm="0">
                                          <p:val>
                                            <p:strVal val="1+#ppt_w/2"/>
                                          </p:val>
                                        </p:tav>
                                        <p:tav tm="100000">
                                          <p:val>
                                            <p:strVal val="#ppt_x"/>
                                          </p:val>
                                        </p:tav>
                                      </p:tavLst>
                                    </p:anim>
                                    <p:anim calcmode="lin" valueType="num">
                                      <p:cBhvr additive="base">
                                        <p:cTn id="8" dur="750" fill="hold"/>
                                        <p:tgtEl>
                                          <p:spTgt spid="40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0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0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95"/>
        <p:cNvGrpSpPr/>
        <p:nvPr/>
      </p:nvGrpSpPr>
      <p:grpSpPr>
        <a:xfrm>
          <a:off x="0" y="0"/>
          <a:ext cx="0" cy="0"/>
          <a:chOff x="0" y="0"/>
          <a:chExt cx="0" cy="0"/>
        </a:xfrm>
      </p:grpSpPr>
      <p:pic>
        <p:nvPicPr>
          <p:cNvPr id="396" name="Google Shape;396;p54" descr="A cartoon of a white and purple animal&#10;&#10;Description automatically generated"/>
          <p:cNvPicPr preferRelativeResize="0"/>
          <p:nvPr/>
        </p:nvPicPr>
        <p:blipFill rotWithShape="1">
          <a:blip r:embed="rId3">
            <a:alphaModFix/>
          </a:blip>
          <a:srcRect/>
          <a:stretch/>
        </p:blipFill>
        <p:spPr>
          <a:xfrm>
            <a:off x="2556516" y="2346673"/>
            <a:ext cx="1437410" cy="1755556"/>
          </a:xfrm>
          <a:prstGeom prst="rect">
            <a:avLst/>
          </a:prstGeom>
          <a:noFill/>
          <a:ln>
            <a:noFill/>
          </a:ln>
        </p:spPr>
      </p:pic>
      <p:pic>
        <p:nvPicPr>
          <p:cNvPr id="397" name="Google Shape;397;p54" descr="A cartoon character with orange and white face&#10;&#10;Description automatically generated"/>
          <p:cNvPicPr preferRelativeResize="0"/>
          <p:nvPr/>
        </p:nvPicPr>
        <p:blipFill rotWithShape="1">
          <a:blip r:embed="rId4">
            <a:alphaModFix/>
          </a:blip>
          <a:srcRect/>
          <a:stretch/>
        </p:blipFill>
        <p:spPr>
          <a:xfrm>
            <a:off x="4792275" y="2479600"/>
            <a:ext cx="1367325" cy="1669949"/>
          </a:xfrm>
          <a:prstGeom prst="rect">
            <a:avLst/>
          </a:prstGeom>
          <a:noFill/>
          <a:ln>
            <a:noFill/>
          </a:ln>
        </p:spPr>
      </p:pic>
      <p:sp>
        <p:nvSpPr>
          <p:cNvPr id="398" name="Google Shape;398;p54"/>
          <p:cNvSpPr/>
          <p:nvPr/>
        </p:nvSpPr>
        <p:spPr>
          <a:xfrm>
            <a:off x="3497475" y="1866025"/>
            <a:ext cx="1294800" cy="853200"/>
          </a:xfrm>
          <a:prstGeom prst="wedgeRoundRectCallout">
            <a:avLst>
              <a:gd name="adj1" fmla="val -20833"/>
              <a:gd name="adj2" fmla="val 6250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399" name="Google Shape;399;p54" title="House icon vector clip art | Free SVG"/>
          <p:cNvPicPr preferRelativeResize="0"/>
          <p:nvPr/>
        </p:nvPicPr>
        <p:blipFill>
          <a:blip r:embed="rId5">
            <a:alphaModFix/>
          </a:blip>
          <a:stretch>
            <a:fillRect/>
          </a:stretch>
        </p:blipFill>
        <p:spPr>
          <a:xfrm>
            <a:off x="5880175" y="494425"/>
            <a:ext cx="2414224" cy="2414225"/>
          </a:xfrm>
          <a:prstGeom prst="rect">
            <a:avLst/>
          </a:prstGeom>
          <a:noFill/>
          <a:ln>
            <a:noFill/>
          </a:ln>
        </p:spPr>
      </p:pic>
      <p:pic>
        <p:nvPicPr>
          <p:cNvPr id="400" name="Google Shape;400;p54" title="House icon vector clip art | Free SVG"/>
          <p:cNvPicPr preferRelativeResize="0"/>
          <p:nvPr/>
        </p:nvPicPr>
        <p:blipFill>
          <a:blip r:embed="rId5">
            <a:alphaModFix/>
          </a:blip>
          <a:stretch>
            <a:fillRect/>
          </a:stretch>
        </p:blipFill>
        <p:spPr>
          <a:xfrm>
            <a:off x="619375" y="410250"/>
            <a:ext cx="2414225" cy="2414225"/>
          </a:xfrm>
          <a:prstGeom prst="rect">
            <a:avLst/>
          </a:prstGeom>
          <a:noFill/>
          <a:ln>
            <a:noFill/>
          </a:ln>
        </p:spPr>
      </p:pic>
      <p:pic>
        <p:nvPicPr>
          <p:cNvPr id="401" name="Google Shape;401;p54" descr="Elephant | Free Stock Photo | Illustration of an elephant | # 11454"/>
          <p:cNvPicPr preferRelativeResize="0"/>
          <p:nvPr/>
        </p:nvPicPr>
        <p:blipFill>
          <a:blip r:embed="rId6">
            <a:alphaModFix/>
          </a:blip>
          <a:stretch>
            <a:fillRect/>
          </a:stretch>
        </p:blipFill>
        <p:spPr>
          <a:xfrm>
            <a:off x="3686250" y="1937888"/>
            <a:ext cx="917249" cy="709482"/>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9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0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43"/>
        <p:cNvGrpSpPr/>
        <p:nvPr/>
      </p:nvGrpSpPr>
      <p:grpSpPr>
        <a:xfrm>
          <a:off x="0" y="0"/>
          <a:ext cx="0" cy="0"/>
          <a:chOff x="0" y="0"/>
          <a:chExt cx="0" cy="0"/>
        </a:xfrm>
      </p:grpSpPr>
      <p:pic>
        <p:nvPicPr>
          <p:cNvPr id="444" name="Google Shape;444;p59"/>
          <p:cNvPicPr preferRelativeResize="0"/>
          <p:nvPr/>
        </p:nvPicPr>
        <p:blipFill>
          <a:blip r:embed="rId3">
            <a:alphaModFix/>
          </a:blip>
          <a:stretch>
            <a:fillRect/>
          </a:stretch>
        </p:blipFill>
        <p:spPr>
          <a:xfrm>
            <a:off x="3334644" y="384525"/>
            <a:ext cx="2323880" cy="2323880"/>
          </a:xfrm>
          <a:prstGeom prst="rect">
            <a:avLst/>
          </a:prstGeom>
          <a:noFill/>
          <a:ln>
            <a:noFill/>
          </a:ln>
        </p:spPr>
      </p:pic>
      <p:pic>
        <p:nvPicPr>
          <p:cNvPr id="445" name="Google Shape;445;p59"/>
          <p:cNvPicPr preferRelativeResize="0"/>
          <p:nvPr/>
        </p:nvPicPr>
        <p:blipFill>
          <a:blip r:embed="rId4">
            <a:alphaModFix/>
          </a:blip>
          <a:stretch>
            <a:fillRect/>
          </a:stretch>
        </p:blipFill>
        <p:spPr>
          <a:xfrm>
            <a:off x="3876675" y="2966925"/>
            <a:ext cx="1026900" cy="106074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37"/>
        <p:cNvGrpSpPr/>
        <p:nvPr/>
      </p:nvGrpSpPr>
      <p:grpSpPr>
        <a:xfrm>
          <a:off x="0" y="0"/>
          <a:ext cx="0" cy="0"/>
          <a:chOff x="0" y="0"/>
          <a:chExt cx="0" cy="0"/>
        </a:xfrm>
      </p:grpSpPr>
      <p:pic>
        <p:nvPicPr>
          <p:cNvPr id="438" name="Google Shape;438;p58"/>
          <p:cNvPicPr preferRelativeResize="0"/>
          <p:nvPr/>
        </p:nvPicPr>
        <p:blipFill>
          <a:blip r:embed="rId3">
            <a:alphaModFix/>
          </a:blip>
          <a:stretch>
            <a:fillRect/>
          </a:stretch>
        </p:blipFill>
        <p:spPr>
          <a:xfrm>
            <a:off x="3334644" y="384525"/>
            <a:ext cx="2323880" cy="2323880"/>
          </a:xfrm>
          <a:prstGeom prst="rect">
            <a:avLst/>
          </a:prstGeom>
          <a:noFill/>
          <a:ln>
            <a:noFill/>
          </a:ln>
        </p:spPr>
      </p:pic>
      <p:pic>
        <p:nvPicPr>
          <p:cNvPr id="439" name="Google Shape;439;p58" descr="Elephant | Free Stock Photo | Illustration of an elephant | # 11454"/>
          <p:cNvPicPr preferRelativeResize="0"/>
          <p:nvPr/>
        </p:nvPicPr>
        <p:blipFill>
          <a:blip r:embed="rId4">
            <a:alphaModFix/>
          </a:blip>
          <a:stretch>
            <a:fillRect/>
          </a:stretch>
        </p:blipFill>
        <p:spPr>
          <a:xfrm>
            <a:off x="3680300" y="2969225"/>
            <a:ext cx="1380351" cy="10677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71"/>
        <p:cNvGrpSpPr/>
        <p:nvPr/>
      </p:nvGrpSpPr>
      <p:grpSpPr>
        <a:xfrm>
          <a:off x="0" y="0"/>
          <a:ext cx="0" cy="0"/>
          <a:chOff x="0" y="0"/>
          <a:chExt cx="0" cy="0"/>
        </a:xfrm>
      </p:grpSpPr>
      <p:sp>
        <p:nvSpPr>
          <p:cNvPr id="472" name="Google Shape;472;p61"/>
          <p:cNvSpPr/>
          <p:nvPr/>
        </p:nvSpPr>
        <p:spPr>
          <a:xfrm>
            <a:off x="3775568" y="967894"/>
            <a:ext cx="1592700" cy="697200"/>
          </a:xfrm>
          <a:prstGeom prst="rect">
            <a:avLst/>
          </a:prstGeom>
          <a:solidFill>
            <a:srgbClr val="FFFFFF"/>
          </a:solidFill>
          <a:ln w="76200" cap="flat" cmpd="sng">
            <a:solidFill>
              <a:srgbClr val="FF0000"/>
            </a:solidFill>
            <a:prstDash val="solid"/>
            <a:round/>
            <a:headEnd type="none" w="sm" len="sm"/>
            <a:tailEnd type="none" w="sm" len="sm"/>
          </a:ln>
        </p:spPr>
        <p:txBody>
          <a:bodyPr spcFirstLastPara="1" wrap="square" lIns="0" tIns="0" rIns="0" bIns="0" anchor="ctr" anchorCtr="0">
            <a:noAutofit/>
          </a:bodyPr>
          <a:lstStyle/>
          <a:p>
            <a:pPr marL="0" marR="0" lvl="0" indent="0" algn="l" rtl="0">
              <a:spcBef>
                <a:spcPts val="0"/>
              </a:spcBef>
              <a:spcAft>
                <a:spcPts val="0"/>
              </a:spcAft>
              <a:buNone/>
            </a:pPr>
            <a:endParaRPr sz="500">
              <a:solidFill>
                <a:schemeClr val="dk1"/>
              </a:solidFill>
              <a:latin typeface="Calibri"/>
              <a:ea typeface="Calibri"/>
              <a:cs typeface="Calibri"/>
              <a:sym typeface="Calibri"/>
            </a:endParaRPr>
          </a:p>
        </p:txBody>
      </p:sp>
      <p:sp>
        <p:nvSpPr>
          <p:cNvPr id="473" name="Google Shape;473;p61"/>
          <p:cNvSpPr/>
          <p:nvPr/>
        </p:nvSpPr>
        <p:spPr>
          <a:xfrm>
            <a:off x="4652975" y="1048605"/>
            <a:ext cx="541800" cy="541800"/>
          </a:xfrm>
          <a:prstGeom prst="ellipse">
            <a:avLst/>
          </a:prstGeom>
          <a:solidFill>
            <a:srgbClr val="FACAA5"/>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474" name="Google Shape;474;p61"/>
          <p:cNvSpPr/>
          <p:nvPr/>
        </p:nvSpPr>
        <p:spPr>
          <a:xfrm>
            <a:off x="3776753" y="148186"/>
            <a:ext cx="1592700" cy="697200"/>
          </a:xfrm>
          <a:prstGeom prst="rect">
            <a:avLst/>
          </a:prstGeom>
          <a:solidFill>
            <a:srgbClr val="FFFFFF"/>
          </a:solidFill>
          <a:ln w="76200" cap="flat" cmpd="sng">
            <a:solidFill>
              <a:srgbClr val="0070C0"/>
            </a:solidFill>
            <a:prstDash val="solid"/>
            <a:round/>
            <a:headEnd type="none" w="sm" len="sm"/>
            <a:tailEnd type="none" w="sm" len="sm"/>
          </a:ln>
        </p:spPr>
        <p:txBody>
          <a:bodyPr spcFirstLastPara="1" wrap="square" lIns="0" tIns="0" rIns="0" bIns="0" anchor="ctr" anchorCtr="0">
            <a:noAutofit/>
          </a:bodyPr>
          <a:lstStyle/>
          <a:p>
            <a:pPr marL="0" marR="0" lvl="0" indent="0" algn="l" rtl="0">
              <a:spcBef>
                <a:spcPts val="0"/>
              </a:spcBef>
              <a:spcAft>
                <a:spcPts val="0"/>
              </a:spcAft>
              <a:buNone/>
            </a:pPr>
            <a:endParaRPr sz="500">
              <a:solidFill>
                <a:schemeClr val="dk1"/>
              </a:solidFill>
              <a:latin typeface="Calibri"/>
              <a:ea typeface="Calibri"/>
              <a:cs typeface="Calibri"/>
              <a:sym typeface="Calibri"/>
            </a:endParaRPr>
          </a:p>
        </p:txBody>
      </p:sp>
      <p:sp>
        <p:nvSpPr>
          <p:cNvPr id="475" name="Google Shape;475;p61"/>
          <p:cNvSpPr/>
          <p:nvPr/>
        </p:nvSpPr>
        <p:spPr>
          <a:xfrm>
            <a:off x="4751702" y="225817"/>
            <a:ext cx="541800" cy="541800"/>
          </a:xfrm>
          <a:prstGeom prst="ellipse">
            <a:avLst/>
          </a:prstGeom>
          <a:solidFill>
            <a:srgbClr val="FACAA5"/>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476" name="Google Shape;476;p61"/>
          <p:cNvSpPr/>
          <p:nvPr/>
        </p:nvSpPr>
        <p:spPr>
          <a:xfrm>
            <a:off x="3775568" y="1793660"/>
            <a:ext cx="1592700" cy="697200"/>
          </a:xfrm>
          <a:prstGeom prst="rect">
            <a:avLst/>
          </a:prstGeom>
          <a:solidFill>
            <a:srgbClr val="FFFFFF"/>
          </a:solidFill>
          <a:ln w="76200" cap="flat" cmpd="sng">
            <a:solidFill>
              <a:srgbClr val="9A7249"/>
            </a:solidFill>
            <a:prstDash val="solid"/>
            <a:round/>
            <a:headEnd type="none" w="sm" len="sm"/>
            <a:tailEnd type="none" w="sm" len="sm"/>
          </a:ln>
        </p:spPr>
        <p:txBody>
          <a:bodyPr spcFirstLastPara="1" wrap="square" lIns="0" tIns="0" rIns="0" bIns="0" anchor="ctr" anchorCtr="0">
            <a:noAutofit/>
          </a:bodyPr>
          <a:lstStyle/>
          <a:p>
            <a:pPr marL="0" marR="0" lvl="0" indent="0" algn="l" rtl="0">
              <a:spcBef>
                <a:spcPts val="0"/>
              </a:spcBef>
              <a:spcAft>
                <a:spcPts val="0"/>
              </a:spcAft>
              <a:buNone/>
            </a:pPr>
            <a:endParaRPr sz="500">
              <a:solidFill>
                <a:schemeClr val="dk1"/>
              </a:solidFill>
              <a:latin typeface="Calibri"/>
              <a:ea typeface="Calibri"/>
              <a:cs typeface="Calibri"/>
              <a:sym typeface="Calibri"/>
            </a:endParaRPr>
          </a:p>
        </p:txBody>
      </p:sp>
      <p:sp>
        <p:nvSpPr>
          <p:cNvPr id="477" name="Google Shape;477;p61"/>
          <p:cNvSpPr/>
          <p:nvPr/>
        </p:nvSpPr>
        <p:spPr>
          <a:xfrm>
            <a:off x="3775568" y="2620182"/>
            <a:ext cx="1592700" cy="697200"/>
          </a:xfrm>
          <a:prstGeom prst="rect">
            <a:avLst/>
          </a:prstGeom>
          <a:solidFill>
            <a:srgbClr val="FFFFFF"/>
          </a:solidFill>
          <a:ln w="76200" cap="flat" cmpd="sng">
            <a:solidFill>
              <a:srgbClr val="FFC000"/>
            </a:solidFill>
            <a:prstDash val="solid"/>
            <a:round/>
            <a:headEnd type="none" w="sm" len="sm"/>
            <a:tailEnd type="none" w="sm" len="sm"/>
          </a:ln>
        </p:spPr>
        <p:txBody>
          <a:bodyPr spcFirstLastPara="1" wrap="square" lIns="0" tIns="0" rIns="0" bIns="0" anchor="ctr" anchorCtr="0">
            <a:noAutofit/>
          </a:bodyPr>
          <a:lstStyle/>
          <a:p>
            <a:pPr marL="0" marR="0" lvl="0" indent="0" algn="l" rtl="0">
              <a:spcBef>
                <a:spcPts val="0"/>
              </a:spcBef>
              <a:spcAft>
                <a:spcPts val="0"/>
              </a:spcAft>
              <a:buNone/>
            </a:pPr>
            <a:endParaRPr sz="500">
              <a:solidFill>
                <a:schemeClr val="dk1"/>
              </a:solidFill>
              <a:latin typeface="Calibri"/>
              <a:ea typeface="Calibri"/>
              <a:cs typeface="Calibri"/>
              <a:sym typeface="Calibri"/>
            </a:endParaRPr>
          </a:p>
        </p:txBody>
      </p:sp>
      <p:sp>
        <p:nvSpPr>
          <p:cNvPr id="478" name="Google Shape;478;p61"/>
          <p:cNvSpPr/>
          <p:nvPr/>
        </p:nvSpPr>
        <p:spPr>
          <a:xfrm>
            <a:off x="3775568" y="3442295"/>
            <a:ext cx="1592700" cy="697200"/>
          </a:xfrm>
          <a:prstGeom prst="rect">
            <a:avLst/>
          </a:prstGeom>
          <a:solidFill>
            <a:srgbClr val="FFFFFF"/>
          </a:solidFill>
          <a:ln w="76200" cap="flat" cmpd="sng">
            <a:solidFill>
              <a:schemeClr val="dk1"/>
            </a:solidFill>
            <a:prstDash val="solid"/>
            <a:round/>
            <a:headEnd type="none" w="sm" len="sm"/>
            <a:tailEnd type="none" w="sm" len="sm"/>
          </a:ln>
        </p:spPr>
        <p:txBody>
          <a:bodyPr spcFirstLastPara="1" wrap="square" lIns="0" tIns="0" rIns="0" bIns="0" anchor="ctr" anchorCtr="0">
            <a:noAutofit/>
          </a:bodyPr>
          <a:lstStyle/>
          <a:p>
            <a:pPr marL="0" marR="0" lvl="0" indent="0" algn="l" rtl="0">
              <a:spcBef>
                <a:spcPts val="0"/>
              </a:spcBef>
              <a:spcAft>
                <a:spcPts val="0"/>
              </a:spcAft>
              <a:buNone/>
            </a:pPr>
            <a:endParaRPr sz="500">
              <a:solidFill>
                <a:schemeClr val="dk1"/>
              </a:solidFill>
              <a:latin typeface="Calibri"/>
              <a:ea typeface="Calibri"/>
              <a:cs typeface="Calibri"/>
              <a:sym typeface="Calibri"/>
            </a:endParaRPr>
          </a:p>
        </p:txBody>
      </p:sp>
      <p:sp>
        <p:nvSpPr>
          <p:cNvPr id="479" name="Google Shape;479;p61"/>
          <p:cNvSpPr/>
          <p:nvPr/>
        </p:nvSpPr>
        <p:spPr>
          <a:xfrm>
            <a:off x="4552173" y="1867106"/>
            <a:ext cx="541800" cy="541800"/>
          </a:xfrm>
          <a:prstGeom prst="ellipse">
            <a:avLst/>
          </a:prstGeom>
          <a:solidFill>
            <a:srgbClr val="FACAA5"/>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480" name="Google Shape;480;p61"/>
          <p:cNvSpPr/>
          <p:nvPr/>
        </p:nvSpPr>
        <p:spPr>
          <a:xfrm>
            <a:off x="4489307" y="2688926"/>
            <a:ext cx="541800" cy="541800"/>
          </a:xfrm>
          <a:prstGeom prst="ellipse">
            <a:avLst/>
          </a:prstGeom>
          <a:solidFill>
            <a:srgbClr val="FACAA5"/>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481" name="Google Shape;481;p61"/>
          <p:cNvSpPr/>
          <p:nvPr/>
        </p:nvSpPr>
        <p:spPr>
          <a:xfrm>
            <a:off x="4407803" y="3518126"/>
            <a:ext cx="541800" cy="541800"/>
          </a:xfrm>
          <a:prstGeom prst="ellipse">
            <a:avLst/>
          </a:prstGeom>
          <a:solidFill>
            <a:srgbClr val="FACAA5"/>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482" name="Google Shape;482;p61"/>
          <p:cNvSpPr/>
          <p:nvPr/>
        </p:nvSpPr>
        <p:spPr>
          <a:xfrm>
            <a:off x="3775568" y="4273812"/>
            <a:ext cx="1592700" cy="697200"/>
          </a:xfrm>
          <a:prstGeom prst="rect">
            <a:avLst/>
          </a:prstGeom>
          <a:solidFill>
            <a:srgbClr val="FFFFFF"/>
          </a:solidFill>
          <a:ln w="76200" cap="flat" cmpd="sng">
            <a:solidFill>
              <a:srgbClr val="FF95CA"/>
            </a:solidFill>
            <a:prstDash val="solid"/>
            <a:round/>
            <a:headEnd type="none" w="sm" len="sm"/>
            <a:tailEnd type="none" w="sm" len="sm"/>
          </a:ln>
        </p:spPr>
        <p:txBody>
          <a:bodyPr spcFirstLastPara="1" wrap="square" lIns="0" tIns="0" rIns="0" bIns="0" anchor="ctr" anchorCtr="0">
            <a:noAutofit/>
          </a:bodyPr>
          <a:lstStyle/>
          <a:p>
            <a:pPr marL="0" marR="0" lvl="0" indent="0" algn="l" rtl="0">
              <a:spcBef>
                <a:spcPts val="0"/>
              </a:spcBef>
              <a:spcAft>
                <a:spcPts val="0"/>
              </a:spcAft>
              <a:buNone/>
            </a:pPr>
            <a:endParaRPr sz="500">
              <a:solidFill>
                <a:schemeClr val="dk1"/>
              </a:solidFill>
              <a:latin typeface="Calibri"/>
              <a:ea typeface="Calibri"/>
              <a:cs typeface="Calibri"/>
              <a:sym typeface="Calibri"/>
            </a:endParaRPr>
          </a:p>
        </p:txBody>
      </p:sp>
      <p:sp>
        <p:nvSpPr>
          <p:cNvPr id="483" name="Google Shape;483;p61"/>
          <p:cNvSpPr/>
          <p:nvPr/>
        </p:nvSpPr>
        <p:spPr>
          <a:xfrm>
            <a:off x="4345059" y="4346244"/>
            <a:ext cx="541800" cy="541800"/>
          </a:xfrm>
          <a:prstGeom prst="ellipse">
            <a:avLst/>
          </a:prstGeom>
          <a:solidFill>
            <a:srgbClr val="FACAA5"/>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484" name="Google Shape;484;p61"/>
          <p:cNvSpPr/>
          <p:nvPr/>
        </p:nvSpPr>
        <p:spPr>
          <a:xfrm>
            <a:off x="3866000" y="219450"/>
            <a:ext cx="541800" cy="541800"/>
          </a:xfrm>
          <a:prstGeom prst="ellipse">
            <a:avLst/>
          </a:prstGeom>
          <a:solidFill>
            <a:srgbClr val="057C8A">
              <a:alpha val="71520"/>
            </a:srgbClr>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700">
              <a:solidFill>
                <a:srgbClr val="000000"/>
              </a:solidFill>
              <a:latin typeface="Calibri"/>
              <a:ea typeface="Calibri"/>
              <a:cs typeface="Calibri"/>
              <a:sym typeface="Calibri"/>
            </a:endParaRPr>
          </a:p>
        </p:txBody>
      </p:sp>
      <p:sp>
        <p:nvSpPr>
          <p:cNvPr id="485" name="Google Shape;485;p61"/>
          <p:cNvSpPr/>
          <p:nvPr/>
        </p:nvSpPr>
        <p:spPr>
          <a:xfrm>
            <a:off x="3947500" y="1048600"/>
            <a:ext cx="541800" cy="541800"/>
          </a:xfrm>
          <a:prstGeom prst="ellipse">
            <a:avLst/>
          </a:prstGeom>
          <a:solidFill>
            <a:srgbClr val="057C8A">
              <a:alpha val="71520"/>
            </a:srgbClr>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700">
              <a:solidFill>
                <a:srgbClr val="000000"/>
              </a:solidFill>
              <a:latin typeface="Calibri"/>
              <a:ea typeface="Calibri"/>
              <a:cs typeface="Calibri"/>
              <a:sym typeface="Calibri"/>
            </a:endParaRPr>
          </a:p>
        </p:txBody>
      </p:sp>
      <p:sp>
        <p:nvSpPr>
          <p:cNvPr id="486" name="Google Shape;486;p61"/>
          <p:cNvSpPr/>
          <p:nvPr/>
        </p:nvSpPr>
        <p:spPr>
          <a:xfrm>
            <a:off x="4036150" y="1871738"/>
            <a:ext cx="541800" cy="541800"/>
          </a:xfrm>
          <a:prstGeom prst="ellipse">
            <a:avLst/>
          </a:prstGeom>
          <a:solidFill>
            <a:srgbClr val="057C8A">
              <a:alpha val="71520"/>
            </a:srgbClr>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700">
              <a:solidFill>
                <a:srgbClr val="000000"/>
              </a:solidFill>
              <a:latin typeface="Calibri"/>
              <a:ea typeface="Calibri"/>
              <a:cs typeface="Calibri"/>
              <a:sym typeface="Calibri"/>
            </a:endParaRPr>
          </a:p>
        </p:txBody>
      </p:sp>
      <p:sp>
        <p:nvSpPr>
          <p:cNvPr id="487" name="Google Shape;487;p61"/>
          <p:cNvSpPr/>
          <p:nvPr/>
        </p:nvSpPr>
        <p:spPr>
          <a:xfrm>
            <a:off x="4111175" y="2695663"/>
            <a:ext cx="541800" cy="541800"/>
          </a:xfrm>
          <a:prstGeom prst="ellipse">
            <a:avLst/>
          </a:prstGeom>
          <a:solidFill>
            <a:srgbClr val="057C8A">
              <a:alpha val="71520"/>
            </a:srgbClr>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700">
              <a:solidFill>
                <a:srgbClr val="000000"/>
              </a:solidFill>
              <a:latin typeface="Calibri"/>
              <a:ea typeface="Calibri"/>
              <a:cs typeface="Calibri"/>
              <a:sym typeface="Calibri"/>
            </a:endParaRPr>
          </a:p>
        </p:txBody>
      </p:sp>
      <p:sp>
        <p:nvSpPr>
          <p:cNvPr id="488" name="Google Shape;488;p61"/>
          <p:cNvSpPr/>
          <p:nvPr/>
        </p:nvSpPr>
        <p:spPr>
          <a:xfrm>
            <a:off x="4209900" y="3524675"/>
            <a:ext cx="541800" cy="541800"/>
          </a:xfrm>
          <a:prstGeom prst="ellipse">
            <a:avLst/>
          </a:prstGeom>
          <a:solidFill>
            <a:srgbClr val="057C8A">
              <a:alpha val="71520"/>
            </a:srgbClr>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700">
              <a:solidFill>
                <a:srgbClr val="000000"/>
              </a:solidFill>
              <a:latin typeface="Calibri"/>
              <a:ea typeface="Calibri"/>
              <a:cs typeface="Calibri"/>
              <a:sym typeface="Calibri"/>
            </a:endParaRPr>
          </a:p>
        </p:txBody>
      </p:sp>
      <p:sp>
        <p:nvSpPr>
          <p:cNvPr id="489" name="Google Shape;489;p61"/>
          <p:cNvSpPr/>
          <p:nvPr/>
        </p:nvSpPr>
        <p:spPr>
          <a:xfrm>
            <a:off x="4253125" y="4344313"/>
            <a:ext cx="541800" cy="541800"/>
          </a:xfrm>
          <a:prstGeom prst="ellipse">
            <a:avLst/>
          </a:prstGeom>
          <a:solidFill>
            <a:srgbClr val="057C8A">
              <a:alpha val="71520"/>
            </a:srgbClr>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700">
              <a:solidFill>
                <a:srgbClr val="000000"/>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49"/>
        <p:cNvGrpSpPr/>
        <p:nvPr/>
      </p:nvGrpSpPr>
      <p:grpSpPr>
        <a:xfrm>
          <a:off x="0" y="0"/>
          <a:ext cx="0" cy="0"/>
          <a:chOff x="0" y="0"/>
          <a:chExt cx="0" cy="0"/>
        </a:xfrm>
      </p:grpSpPr>
      <p:sp>
        <p:nvSpPr>
          <p:cNvPr id="450" name="Google Shape;450;p60"/>
          <p:cNvSpPr/>
          <p:nvPr/>
        </p:nvSpPr>
        <p:spPr>
          <a:xfrm>
            <a:off x="3775568" y="967894"/>
            <a:ext cx="1592700" cy="697200"/>
          </a:xfrm>
          <a:prstGeom prst="rect">
            <a:avLst/>
          </a:prstGeom>
          <a:solidFill>
            <a:srgbClr val="FFFFFF"/>
          </a:solidFill>
          <a:ln w="76200" cap="flat" cmpd="sng">
            <a:solidFill>
              <a:srgbClr val="FF0000"/>
            </a:solidFill>
            <a:prstDash val="solid"/>
            <a:round/>
            <a:headEnd type="none" w="sm" len="sm"/>
            <a:tailEnd type="none" w="sm" len="sm"/>
          </a:ln>
        </p:spPr>
        <p:txBody>
          <a:bodyPr spcFirstLastPara="1" wrap="square" lIns="0" tIns="0" rIns="0" bIns="0" anchor="ctr" anchorCtr="0">
            <a:noAutofit/>
          </a:bodyPr>
          <a:lstStyle/>
          <a:p>
            <a:pPr marL="0" marR="0" lvl="0" indent="0" algn="l" rtl="0">
              <a:spcBef>
                <a:spcPts val="0"/>
              </a:spcBef>
              <a:spcAft>
                <a:spcPts val="0"/>
              </a:spcAft>
              <a:buNone/>
            </a:pPr>
            <a:endParaRPr sz="500">
              <a:solidFill>
                <a:schemeClr val="dk1"/>
              </a:solidFill>
              <a:latin typeface="Calibri"/>
              <a:ea typeface="Calibri"/>
              <a:cs typeface="Calibri"/>
              <a:sym typeface="Calibri"/>
            </a:endParaRPr>
          </a:p>
        </p:txBody>
      </p:sp>
      <p:sp>
        <p:nvSpPr>
          <p:cNvPr id="451" name="Google Shape;451;p60"/>
          <p:cNvSpPr/>
          <p:nvPr/>
        </p:nvSpPr>
        <p:spPr>
          <a:xfrm>
            <a:off x="4652975" y="1048605"/>
            <a:ext cx="541800" cy="541800"/>
          </a:xfrm>
          <a:prstGeom prst="ellipse">
            <a:avLst/>
          </a:prstGeom>
          <a:solidFill>
            <a:srgbClr val="B6D7A8"/>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452" name="Google Shape;452;p60"/>
          <p:cNvSpPr/>
          <p:nvPr/>
        </p:nvSpPr>
        <p:spPr>
          <a:xfrm>
            <a:off x="3776753" y="148186"/>
            <a:ext cx="1592700" cy="697200"/>
          </a:xfrm>
          <a:prstGeom prst="rect">
            <a:avLst/>
          </a:prstGeom>
          <a:solidFill>
            <a:srgbClr val="FFFFFF"/>
          </a:solidFill>
          <a:ln w="76200" cap="flat" cmpd="sng">
            <a:solidFill>
              <a:srgbClr val="0070C0"/>
            </a:solidFill>
            <a:prstDash val="solid"/>
            <a:round/>
            <a:headEnd type="none" w="sm" len="sm"/>
            <a:tailEnd type="none" w="sm" len="sm"/>
          </a:ln>
        </p:spPr>
        <p:txBody>
          <a:bodyPr spcFirstLastPara="1" wrap="square" lIns="0" tIns="0" rIns="0" bIns="0" anchor="ctr" anchorCtr="0">
            <a:noAutofit/>
          </a:bodyPr>
          <a:lstStyle/>
          <a:p>
            <a:pPr marL="0" marR="0" lvl="0" indent="0" algn="l" rtl="0">
              <a:spcBef>
                <a:spcPts val="0"/>
              </a:spcBef>
              <a:spcAft>
                <a:spcPts val="0"/>
              </a:spcAft>
              <a:buNone/>
            </a:pPr>
            <a:endParaRPr sz="500">
              <a:solidFill>
                <a:schemeClr val="dk1"/>
              </a:solidFill>
              <a:latin typeface="Calibri"/>
              <a:ea typeface="Calibri"/>
              <a:cs typeface="Calibri"/>
              <a:sym typeface="Calibri"/>
            </a:endParaRPr>
          </a:p>
        </p:txBody>
      </p:sp>
      <p:sp>
        <p:nvSpPr>
          <p:cNvPr id="453" name="Google Shape;453;p60"/>
          <p:cNvSpPr/>
          <p:nvPr/>
        </p:nvSpPr>
        <p:spPr>
          <a:xfrm>
            <a:off x="4751702" y="225817"/>
            <a:ext cx="541800" cy="541800"/>
          </a:xfrm>
          <a:prstGeom prst="ellipse">
            <a:avLst/>
          </a:prstGeom>
          <a:solidFill>
            <a:srgbClr val="B6D7A8"/>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454" name="Google Shape;454;p60"/>
          <p:cNvSpPr/>
          <p:nvPr/>
        </p:nvSpPr>
        <p:spPr>
          <a:xfrm>
            <a:off x="3775568" y="1793660"/>
            <a:ext cx="1592700" cy="697200"/>
          </a:xfrm>
          <a:prstGeom prst="rect">
            <a:avLst/>
          </a:prstGeom>
          <a:solidFill>
            <a:srgbClr val="FFFFFF"/>
          </a:solidFill>
          <a:ln w="76200" cap="flat" cmpd="sng">
            <a:solidFill>
              <a:srgbClr val="9A7249"/>
            </a:solidFill>
            <a:prstDash val="solid"/>
            <a:round/>
            <a:headEnd type="none" w="sm" len="sm"/>
            <a:tailEnd type="none" w="sm" len="sm"/>
          </a:ln>
        </p:spPr>
        <p:txBody>
          <a:bodyPr spcFirstLastPara="1" wrap="square" lIns="0" tIns="0" rIns="0" bIns="0" anchor="ctr" anchorCtr="0">
            <a:noAutofit/>
          </a:bodyPr>
          <a:lstStyle/>
          <a:p>
            <a:pPr marL="0" marR="0" lvl="0" indent="0" algn="l" rtl="0">
              <a:spcBef>
                <a:spcPts val="0"/>
              </a:spcBef>
              <a:spcAft>
                <a:spcPts val="0"/>
              </a:spcAft>
              <a:buNone/>
            </a:pPr>
            <a:endParaRPr sz="500">
              <a:solidFill>
                <a:schemeClr val="dk1"/>
              </a:solidFill>
              <a:latin typeface="Calibri"/>
              <a:ea typeface="Calibri"/>
              <a:cs typeface="Calibri"/>
              <a:sym typeface="Calibri"/>
            </a:endParaRPr>
          </a:p>
        </p:txBody>
      </p:sp>
      <p:sp>
        <p:nvSpPr>
          <p:cNvPr id="455" name="Google Shape;455;p60"/>
          <p:cNvSpPr/>
          <p:nvPr/>
        </p:nvSpPr>
        <p:spPr>
          <a:xfrm>
            <a:off x="3775568" y="2620182"/>
            <a:ext cx="1592700" cy="697200"/>
          </a:xfrm>
          <a:prstGeom prst="rect">
            <a:avLst/>
          </a:prstGeom>
          <a:solidFill>
            <a:srgbClr val="FFFFFF"/>
          </a:solidFill>
          <a:ln w="76200" cap="flat" cmpd="sng">
            <a:solidFill>
              <a:srgbClr val="FFC000"/>
            </a:solidFill>
            <a:prstDash val="solid"/>
            <a:round/>
            <a:headEnd type="none" w="sm" len="sm"/>
            <a:tailEnd type="none" w="sm" len="sm"/>
          </a:ln>
        </p:spPr>
        <p:txBody>
          <a:bodyPr spcFirstLastPara="1" wrap="square" lIns="0" tIns="0" rIns="0" bIns="0" anchor="ctr" anchorCtr="0">
            <a:noAutofit/>
          </a:bodyPr>
          <a:lstStyle/>
          <a:p>
            <a:pPr marL="0" marR="0" lvl="0" indent="0" algn="l" rtl="0">
              <a:spcBef>
                <a:spcPts val="0"/>
              </a:spcBef>
              <a:spcAft>
                <a:spcPts val="0"/>
              </a:spcAft>
              <a:buNone/>
            </a:pPr>
            <a:endParaRPr sz="500">
              <a:solidFill>
                <a:schemeClr val="dk1"/>
              </a:solidFill>
              <a:latin typeface="Calibri"/>
              <a:ea typeface="Calibri"/>
              <a:cs typeface="Calibri"/>
              <a:sym typeface="Calibri"/>
            </a:endParaRPr>
          </a:p>
        </p:txBody>
      </p:sp>
      <p:sp>
        <p:nvSpPr>
          <p:cNvPr id="456" name="Google Shape;456;p60"/>
          <p:cNvSpPr/>
          <p:nvPr/>
        </p:nvSpPr>
        <p:spPr>
          <a:xfrm>
            <a:off x="3775568" y="3442295"/>
            <a:ext cx="1592700" cy="697200"/>
          </a:xfrm>
          <a:prstGeom prst="rect">
            <a:avLst/>
          </a:prstGeom>
          <a:solidFill>
            <a:srgbClr val="FFFFFF"/>
          </a:solidFill>
          <a:ln w="76200" cap="flat" cmpd="sng">
            <a:solidFill>
              <a:schemeClr val="dk1"/>
            </a:solidFill>
            <a:prstDash val="solid"/>
            <a:round/>
            <a:headEnd type="none" w="sm" len="sm"/>
            <a:tailEnd type="none" w="sm" len="sm"/>
          </a:ln>
        </p:spPr>
        <p:txBody>
          <a:bodyPr spcFirstLastPara="1" wrap="square" lIns="0" tIns="0" rIns="0" bIns="0" anchor="ctr" anchorCtr="0">
            <a:noAutofit/>
          </a:bodyPr>
          <a:lstStyle/>
          <a:p>
            <a:pPr marL="0" marR="0" lvl="0" indent="0" algn="l" rtl="0">
              <a:spcBef>
                <a:spcPts val="0"/>
              </a:spcBef>
              <a:spcAft>
                <a:spcPts val="0"/>
              </a:spcAft>
              <a:buNone/>
            </a:pPr>
            <a:endParaRPr sz="500">
              <a:solidFill>
                <a:schemeClr val="dk1"/>
              </a:solidFill>
              <a:latin typeface="Calibri"/>
              <a:ea typeface="Calibri"/>
              <a:cs typeface="Calibri"/>
              <a:sym typeface="Calibri"/>
            </a:endParaRPr>
          </a:p>
        </p:txBody>
      </p:sp>
      <p:sp>
        <p:nvSpPr>
          <p:cNvPr id="457" name="Google Shape;457;p60"/>
          <p:cNvSpPr/>
          <p:nvPr/>
        </p:nvSpPr>
        <p:spPr>
          <a:xfrm>
            <a:off x="4552173" y="1867106"/>
            <a:ext cx="541800" cy="541800"/>
          </a:xfrm>
          <a:prstGeom prst="ellipse">
            <a:avLst/>
          </a:prstGeom>
          <a:solidFill>
            <a:srgbClr val="B6D7A8"/>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458" name="Google Shape;458;p60"/>
          <p:cNvSpPr/>
          <p:nvPr/>
        </p:nvSpPr>
        <p:spPr>
          <a:xfrm>
            <a:off x="4489307" y="2688926"/>
            <a:ext cx="541800" cy="541800"/>
          </a:xfrm>
          <a:prstGeom prst="ellipse">
            <a:avLst/>
          </a:prstGeom>
          <a:solidFill>
            <a:srgbClr val="B6D7A8"/>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459" name="Google Shape;459;p60"/>
          <p:cNvSpPr/>
          <p:nvPr/>
        </p:nvSpPr>
        <p:spPr>
          <a:xfrm>
            <a:off x="4407803" y="3518126"/>
            <a:ext cx="541800" cy="541800"/>
          </a:xfrm>
          <a:prstGeom prst="ellipse">
            <a:avLst/>
          </a:prstGeom>
          <a:solidFill>
            <a:srgbClr val="B6D7A8"/>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460" name="Google Shape;460;p60"/>
          <p:cNvSpPr/>
          <p:nvPr/>
        </p:nvSpPr>
        <p:spPr>
          <a:xfrm>
            <a:off x="3775568" y="4273812"/>
            <a:ext cx="1592700" cy="697200"/>
          </a:xfrm>
          <a:prstGeom prst="rect">
            <a:avLst/>
          </a:prstGeom>
          <a:solidFill>
            <a:srgbClr val="FFFFFF"/>
          </a:solidFill>
          <a:ln w="76200" cap="flat" cmpd="sng">
            <a:solidFill>
              <a:srgbClr val="FF95CA"/>
            </a:solidFill>
            <a:prstDash val="solid"/>
            <a:round/>
            <a:headEnd type="none" w="sm" len="sm"/>
            <a:tailEnd type="none" w="sm" len="sm"/>
          </a:ln>
        </p:spPr>
        <p:txBody>
          <a:bodyPr spcFirstLastPara="1" wrap="square" lIns="0" tIns="0" rIns="0" bIns="0" anchor="ctr" anchorCtr="0">
            <a:noAutofit/>
          </a:bodyPr>
          <a:lstStyle/>
          <a:p>
            <a:pPr marL="0" marR="0" lvl="0" indent="0" algn="l" rtl="0">
              <a:spcBef>
                <a:spcPts val="0"/>
              </a:spcBef>
              <a:spcAft>
                <a:spcPts val="0"/>
              </a:spcAft>
              <a:buNone/>
            </a:pPr>
            <a:endParaRPr sz="500">
              <a:solidFill>
                <a:schemeClr val="dk1"/>
              </a:solidFill>
              <a:latin typeface="Calibri"/>
              <a:ea typeface="Calibri"/>
              <a:cs typeface="Calibri"/>
              <a:sym typeface="Calibri"/>
            </a:endParaRPr>
          </a:p>
        </p:txBody>
      </p:sp>
      <p:sp>
        <p:nvSpPr>
          <p:cNvPr id="461" name="Google Shape;461;p60"/>
          <p:cNvSpPr/>
          <p:nvPr/>
        </p:nvSpPr>
        <p:spPr>
          <a:xfrm>
            <a:off x="4345059" y="4346244"/>
            <a:ext cx="541800" cy="541800"/>
          </a:xfrm>
          <a:prstGeom prst="ellipse">
            <a:avLst/>
          </a:prstGeom>
          <a:solidFill>
            <a:srgbClr val="B6D7A8"/>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462" name="Google Shape;462;p60"/>
          <p:cNvSpPr/>
          <p:nvPr/>
        </p:nvSpPr>
        <p:spPr>
          <a:xfrm>
            <a:off x="3866000" y="219450"/>
            <a:ext cx="541800" cy="541800"/>
          </a:xfrm>
          <a:prstGeom prst="ellipse">
            <a:avLst/>
          </a:prstGeom>
          <a:solidFill>
            <a:srgbClr val="057C8A">
              <a:alpha val="71520"/>
            </a:srgbClr>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700">
              <a:solidFill>
                <a:srgbClr val="000000"/>
              </a:solidFill>
              <a:latin typeface="Calibri"/>
              <a:ea typeface="Calibri"/>
              <a:cs typeface="Calibri"/>
              <a:sym typeface="Calibri"/>
            </a:endParaRPr>
          </a:p>
        </p:txBody>
      </p:sp>
      <p:sp>
        <p:nvSpPr>
          <p:cNvPr id="463" name="Google Shape;463;p60"/>
          <p:cNvSpPr/>
          <p:nvPr/>
        </p:nvSpPr>
        <p:spPr>
          <a:xfrm>
            <a:off x="3947500" y="1048600"/>
            <a:ext cx="541800" cy="541800"/>
          </a:xfrm>
          <a:prstGeom prst="ellipse">
            <a:avLst/>
          </a:prstGeom>
          <a:solidFill>
            <a:srgbClr val="057C8A">
              <a:alpha val="71520"/>
            </a:srgbClr>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700">
              <a:solidFill>
                <a:srgbClr val="000000"/>
              </a:solidFill>
              <a:latin typeface="Calibri"/>
              <a:ea typeface="Calibri"/>
              <a:cs typeface="Calibri"/>
              <a:sym typeface="Calibri"/>
            </a:endParaRPr>
          </a:p>
        </p:txBody>
      </p:sp>
      <p:sp>
        <p:nvSpPr>
          <p:cNvPr id="464" name="Google Shape;464;p60"/>
          <p:cNvSpPr/>
          <p:nvPr/>
        </p:nvSpPr>
        <p:spPr>
          <a:xfrm>
            <a:off x="4036150" y="1871738"/>
            <a:ext cx="541800" cy="541800"/>
          </a:xfrm>
          <a:prstGeom prst="ellipse">
            <a:avLst/>
          </a:prstGeom>
          <a:solidFill>
            <a:srgbClr val="057C8A">
              <a:alpha val="71520"/>
            </a:srgbClr>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700">
              <a:solidFill>
                <a:srgbClr val="000000"/>
              </a:solidFill>
              <a:latin typeface="Calibri"/>
              <a:ea typeface="Calibri"/>
              <a:cs typeface="Calibri"/>
              <a:sym typeface="Calibri"/>
            </a:endParaRPr>
          </a:p>
        </p:txBody>
      </p:sp>
      <p:sp>
        <p:nvSpPr>
          <p:cNvPr id="465" name="Google Shape;465;p60"/>
          <p:cNvSpPr/>
          <p:nvPr/>
        </p:nvSpPr>
        <p:spPr>
          <a:xfrm>
            <a:off x="4111175" y="2695663"/>
            <a:ext cx="541800" cy="541800"/>
          </a:xfrm>
          <a:prstGeom prst="ellipse">
            <a:avLst/>
          </a:prstGeom>
          <a:solidFill>
            <a:srgbClr val="057C8A">
              <a:alpha val="71520"/>
            </a:srgbClr>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700">
              <a:solidFill>
                <a:srgbClr val="000000"/>
              </a:solidFill>
              <a:latin typeface="Calibri"/>
              <a:ea typeface="Calibri"/>
              <a:cs typeface="Calibri"/>
              <a:sym typeface="Calibri"/>
            </a:endParaRPr>
          </a:p>
        </p:txBody>
      </p:sp>
      <p:sp>
        <p:nvSpPr>
          <p:cNvPr id="466" name="Google Shape;466;p60"/>
          <p:cNvSpPr/>
          <p:nvPr/>
        </p:nvSpPr>
        <p:spPr>
          <a:xfrm>
            <a:off x="4209900" y="3524675"/>
            <a:ext cx="541800" cy="541800"/>
          </a:xfrm>
          <a:prstGeom prst="ellipse">
            <a:avLst/>
          </a:prstGeom>
          <a:solidFill>
            <a:srgbClr val="057C8A">
              <a:alpha val="71520"/>
            </a:srgbClr>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700">
              <a:solidFill>
                <a:srgbClr val="000000"/>
              </a:solidFill>
              <a:latin typeface="Calibri"/>
              <a:ea typeface="Calibri"/>
              <a:cs typeface="Calibri"/>
              <a:sym typeface="Calibri"/>
            </a:endParaRPr>
          </a:p>
        </p:txBody>
      </p:sp>
      <p:sp>
        <p:nvSpPr>
          <p:cNvPr id="467" name="Google Shape;467;p60"/>
          <p:cNvSpPr/>
          <p:nvPr/>
        </p:nvSpPr>
        <p:spPr>
          <a:xfrm>
            <a:off x="4253125" y="4344313"/>
            <a:ext cx="541800" cy="541800"/>
          </a:xfrm>
          <a:prstGeom prst="ellipse">
            <a:avLst/>
          </a:prstGeom>
          <a:solidFill>
            <a:srgbClr val="057C8A">
              <a:alpha val="71520"/>
            </a:srgbClr>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700">
              <a:solidFill>
                <a:srgbClr val="000000"/>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93"/>
        <p:cNvGrpSpPr/>
        <p:nvPr/>
      </p:nvGrpSpPr>
      <p:grpSpPr>
        <a:xfrm>
          <a:off x="0" y="0"/>
          <a:ext cx="0" cy="0"/>
          <a:chOff x="0" y="0"/>
          <a:chExt cx="0" cy="0"/>
        </a:xfrm>
      </p:grpSpPr>
      <p:pic>
        <p:nvPicPr>
          <p:cNvPr id="494" name="Google Shape;494;p62" descr="A cartoon character with orange and white face&#10;&#10;Description automatically generated"/>
          <p:cNvPicPr preferRelativeResize="0"/>
          <p:nvPr/>
        </p:nvPicPr>
        <p:blipFill rotWithShape="1">
          <a:blip r:embed="rId3">
            <a:alphaModFix amt="91000"/>
          </a:blip>
          <a:srcRect/>
          <a:stretch/>
        </p:blipFill>
        <p:spPr>
          <a:xfrm>
            <a:off x="2170522" y="1954160"/>
            <a:ext cx="1408018" cy="1719650"/>
          </a:xfrm>
          <a:prstGeom prst="rect">
            <a:avLst/>
          </a:prstGeom>
          <a:noFill/>
          <a:ln>
            <a:noFill/>
          </a:ln>
          <a:effectLst>
            <a:outerShdw blurRad="57150" dist="19050" dir="6840000" algn="bl" rotWithShape="0">
              <a:srgbClr val="000000">
                <a:alpha val="51000"/>
              </a:srgbClr>
            </a:outerShdw>
          </a:effectLst>
        </p:spPr>
      </p:pic>
      <p:sp>
        <p:nvSpPr>
          <p:cNvPr id="495" name="Google Shape;495;p62"/>
          <p:cNvSpPr txBox="1"/>
          <p:nvPr/>
        </p:nvSpPr>
        <p:spPr>
          <a:xfrm>
            <a:off x="2334250" y="927250"/>
            <a:ext cx="41085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2"/>
                </a:solidFill>
              </a:rPr>
              <a:t>Who do you think is a better friend?</a:t>
            </a:r>
            <a:endParaRPr sz="1800">
              <a:solidFill>
                <a:schemeClr val="dk2"/>
              </a:solidFill>
            </a:endParaRPr>
          </a:p>
        </p:txBody>
      </p:sp>
      <p:pic>
        <p:nvPicPr>
          <p:cNvPr id="496" name="Google Shape;496;p62" descr="A cartoon character with orange and white face&#10;&#10;Description automatically generated"/>
          <p:cNvPicPr preferRelativeResize="0"/>
          <p:nvPr/>
        </p:nvPicPr>
        <p:blipFill rotWithShape="1">
          <a:blip r:embed="rId4">
            <a:alphaModFix/>
          </a:blip>
          <a:srcRect/>
          <a:stretch/>
        </p:blipFill>
        <p:spPr>
          <a:xfrm>
            <a:off x="5034725" y="1954150"/>
            <a:ext cx="1408025" cy="171966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00"/>
        <p:cNvGrpSpPr/>
        <p:nvPr/>
      </p:nvGrpSpPr>
      <p:grpSpPr>
        <a:xfrm>
          <a:off x="0" y="0"/>
          <a:ext cx="0" cy="0"/>
          <a:chOff x="0" y="0"/>
          <a:chExt cx="0" cy="0"/>
        </a:xfrm>
      </p:grpSpPr>
      <p:pic>
        <p:nvPicPr>
          <p:cNvPr id="501" name="Google Shape;501;p63" descr="A cartoon character with orange and white face&#10;&#10;Description automatically generated"/>
          <p:cNvPicPr preferRelativeResize="0"/>
          <p:nvPr/>
        </p:nvPicPr>
        <p:blipFill rotWithShape="1">
          <a:blip r:embed="rId3">
            <a:alphaModFix amt="91000"/>
          </a:blip>
          <a:srcRect/>
          <a:stretch/>
        </p:blipFill>
        <p:spPr>
          <a:xfrm>
            <a:off x="2144025" y="1988152"/>
            <a:ext cx="1408018" cy="1719650"/>
          </a:xfrm>
          <a:prstGeom prst="rect">
            <a:avLst/>
          </a:prstGeom>
          <a:noFill/>
          <a:ln>
            <a:noFill/>
          </a:ln>
          <a:effectLst>
            <a:outerShdw blurRad="57150" dist="19050" dir="6840000" algn="bl" rotWithShape="0">
              <a:srgbClr val="000000">
                <a:alpha val="51000"/>
              </a:srgbClr>
            </a:outerShdw>
          </a:effectLst>
        </p:spPr>
      </p:pic>
      <p:pic>
        <p:nvPicPr>
          <p:cNvPr id="502" name="Google Shape;502;p63" descr="A cartoon character with orange and white face&#10;&#10;Description automatically generated"/>
          <p:cNvPicPr preferRelativeResize="0"/>
          <p:nvPr/>
        </p:nvPicPr>
        <p:blipFill rotWithShape="1">
          <a:blip r:embed="rId4">
            <a:alphaModFix/>
          </a:blip>
          <a:srcRect/>
          <a:stretch/>
        </p:blipFill>
        <p:spPr>
          <a:xfrm>
            <a:off x="5376675" y="1988142"/>
            <a:ext cx="1408025" cy="1719660"/>
          </a:xfrm>
          <a:prstGeom prst="rect">
            <a:avLst/>
          </a:prstGeom>
          <a:noFill/>
          <a:ln>
            <a:noFill/>
          </a:ln>
        </p:spPr>
      </p:pic>
      <p:pic>
        <p:nvPicPr>
          <p:cNvPr id="503" name="Google Shape;503;p63" descr="Vanilla ice cream in cone vector image | Free SVG"/>
          <p:cNvPicPr preferRelativeResize="0"/>
          <p:nvPr/>
        </p:nvPicPr>
        <p:blipFill>
          <a:blip r:embed="rId5">
            <a:alphaModFix/>
          </a:blip>
          <a:stretch>
            <a:fillRect/>
          </a:stretch>
        </p:blipFill>
        <p:spPr>
          <a:xfrm>
            <a:off x="3767325" y="2429119"/>
            <a:ext cx="1609350" cy="16093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07"/>
        <p:cNvGrpSpPr/>
        <p:nvPr/>
      </p:nvGrpSpPr>
      <p:grpSpPr>
        <a:xfrm>
          <a:off x="0" y="0"/>
          <a:ext cx="0" cy="0"/>
          <a:chOff x="0" y="0"/>
          <a:chExt cx="0" cy="0"/>
        </a:xfrm>
      </p:grpSpPr>
      <p:pic>
        <p:nvPicPr>
          <p:cNvPr id="508" name="Google Shape;508;p64" descr="A cartoon character with orange and white face&#10;&#10;Description automatically generated"/>
          <p:cNvPicPr preferRelativeResize="0"/>
          <p:nvPr/>
        </p:nvPicPr>
        <p:blipFill rotWithShape="1">
          <a:blip r:embed="rId3">
            <a:alphaModFix amt="91000"/>
          </a:blip>
          <a:srcRect/>
          <a:stretch/>
        </p:blipFill>
        <p:spPr>
          <a:xfrm>
            <a:off x="2208256" y="2080925"/>
            <a:ext cx="1408018" cy="1719650"/>
          </a:xfrm>
          <a:prstGeom prst="rect">
            <a:avLst/>
          </a:prstGeom>
          <a:noFill/>
          <a:ln>
            <a:noFill/>
          </a:ln>
          <a:effectLst>
            <a:outerShdw blurRad="57150" dist="19050" dir="6840000" algn="bl" rotWithShape="0">
              <a:srgbClr val="000000">
                <a:alpha val="51000"/>
              </a:srgbClr>
            </a:outerShdw>
          </a:effectLst>
        </p:spPr>
      </p:pic>
      <p:pic>
        <p:nvPicPr>
          <p:cNvPr id="509" name="Google Shape;509;p64" descr="A cartoon character with orange and white face&#10;&#10;Description automatically generated"/>
          <p:cNvPicPr preferRelativeResize="0"/>
          <p:nvPr/>
        </p:nvPicPr>
        <p:blipFill rotWithShape="1">
          <a:blip r:embed="rId4">
            <a:alphaModFix/>
          </a:blip>
          <a:srcRect/>
          <a:stretch/>
        </p:blipFill>
        <p:spPr>
          <a:xfrm>
            <a:off x="5527719" y="2080915"/>
            <a:ext cx="1408025" cy="1719660"/>
          </a:xfrm>
          <a:prstGeom prst="rect">
            <a:avLst/>
          </a:prstGeom>
          <a:noFill/>
          <a:ln>
            <a:noFill/>
          </a:ln>
        </p:spPr>
      </p:pic>
      <p:pic>
        <p:nvPicPr>
          <p:cNvPr id="510" name="Google Shape;510;p64" descr="Foffee collection | Free SVG"/>
          <p:cNvPicPr preferRelativeResize="0"/>
          <p:nvPr/>
        </p:nvPicPr>
        <p:blipFill>
          <a:blip r:embed="rId5">
            <a:alphaModFix/>
          </a:blip>
          <a:stretch>
            <a:fillRect/>
          </a:stretch>
        </p:blipFill>
        <p:spPr>
          <a:xfrm>
            <a:off x="3921062" y="2289808"/>
            <a:ext cx="1301876" cy="13018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14"/>
        <p:cNvGrpSpPr/>
        <p:nvPr/>
      </p:nvGrpSpPr>
      <p:grpSpPr>
        <a:xfrm>
          <a:off x="0" y="0"/>
          <a:ext cx="0" cy="0"/>
          <a:chOff x="0" y="0"/>
          <a:chExt cx="0" cy="0"/>
        </a:xfrm>
      </p:grpSpPr>
      <p:pic>
        <p:nvPicPr>
          <p:cNvPr id="515" name="Google Shape;515;p65" title="Playground Slide2 | Free SVG"/>
          <p:cNvPicPr preferRelativeResize="0"/>
          <p:nvPr/>
        </p:nvPicPr>
        <p:blipFill>
          <a:blip r:embed="rId3">
            <a:alphaModFix/>
          </a:blip>
          <a:stretch>
            <a:fillRect/>
          </a:stretch>
        </p:blipFill>
        <p:spPr>
          <a:xfrm flipH="1">
            <a:off x="138100" y="379150"/>
            <a:ext cx="2597700" cy="2597700"/>
          </a:xfrm>
          <a:prstGeom prst="rect">
            <a:avLst/>
          </a:prstGeom>
          <a:noFill/>
          <a:ln>
            <a:noFill/>
          </a:ln>
        </p:spPr>
      </p:pic>
      <p:pic>
        <p:nvPicPr>
          <p:cNvPr id="516" name="Google Shape;516;p65" title="Public Domain Clip Art Image | Sandbox | ID: 13932766213513 ..."/>
          <p:cNvPicPr preferRelativeResize="0"/>
          <p:nvPr/>
        </p:nvPicPr>
        <p:blipFill>
          <a:blip r:embed="rId4">
            <a:alphaModFix/>
          </a:blip>
          <a:stretch>
            <a:fillRect/>
          </a:stretch>
        </p:blipFill>
        <p:spPr>
          <a:xfrm rot="-447145">
            <a:off x="3828550" y="2817775"/>
            <a:ext cx="3875828" cy="1262275"/>
          </a:xfrm>
          <a:prstGeom prst="rect">
            <a:avLst/>
          </a:prstGeom>
          <a:noFill/>
          <a:ln>
            <a:noFill/>
          </a:ln>
        </p:spPr>
      </p:pic>
      <p:sp>
        <p:nvSpPr>
          <p:cNvPr id="517" name="Google Shape;517;p65"/>
          <p:cNvSpPr/>
          <p:nvPr/>
        </p:nvSpPr>
        <p:spPr>
          <a:xfrm>
            <a:off x="3478975" y="1718550"/>
            <a:ext cx="1243200" cy="853200"/>
          </a:xfrm>
          <a:prstGeom prst="wedgeRoundRectCallout">
            <a:avLst>
              <a:gd name="adj1" fmla="val -20833"/>
              <a:gd name="adj2" fmla="val 6250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518" name="Google Shape;518;p65" descr="A cartoon of a white and purple animal&#10;&#10;Description automatically generated"/>
          <p:cNvPicPr preferRelativeResize="0"/>
          <p:nvPr/>
        </p:nvPicPr>
        <p:blipFill rotWithShape="1">
          <a:blip r:embed="rId5">
            <a:alphaModFix/>
          </a:blip>
          <a:srcRect/>
          <a:stretch/>
        </p:blipFill>
        <p:spPr>
          <a:xfrm>
            <a:off x="7511700" y="2253550"/>
            <a:ext cx="1487350" cy="1816549"/>
          </a:xfrm>
          <a:prstGeom prst="rect">
            <a:avLst/>
          </a:prstGeom>
          <a:noFill/>
          <a:ln>
            <a:noFill/>
          </a:ln>
        </p:spPr>
      </p:pic>
      <p:sp>
        <p:nvSpPr>
          <p:cNvPr id="519" name="Google Shape;519;p65"/>
          <p:cNvSpPr/>
          <p:nvPr/>
        </p:nvSpPr>
        <p:spPr>
          <a:xfrm flipH="1">
            <a:off x="2059563" y="1736409"/>
            <a:ext cx="1243201" cy="773828"/>
          </a:xfrm>
          <a:prstGeom prst="wedgeRoundRectCallout">
            <a:avLst>
              <a:gd name="adj1" fmla="val -20833"/>
              <a:gd name="adj2" fmla="val 6250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520" name="Google Shape;520;p65" descr="A cartoon of a white and purple animal&#10;&#10;Description automatically generated"/>
          <p:cNvPicPr preferRelativeResize="0"/>
          <p:nvPr/>
        </p:nvPicPr>
        <p:blipFill rotWithShape="1">
          <a:blip r:embed="rId6">
            <a:alphaModFix/>
          </a:blip>
          <a:srcRect/>
          <a:stretch/>
        </p:blipFill>
        <p:spPr>
          <a:xfrm>
            <a:off x="2556516" y="2346673"/>
            <a:ext cx="1437410" cy="1755556"/>
          </a:xfrm>
          <a:prstGeom prst="rect">
            <a:avLst/>
          </a:prstGeom>
          <a:noFill/>
          <a:ln>
            <a:noFill/>
          </a:ln>
        </p:spPr>
      </p:pic>
      <p:pic>
        <p:nvPicPr>
          <p:cNvPr id="521" name="Google Shape;521;p65"/>
          <p:cNvPicPr preferRelativeResize="0"/>
          <p:nvPr/>
        </p:nvPicPr>
        <p:blipFill>
          <a:blip r:embed="rId7">
            <a:alphaModFix/>
          </a:blip>
          <a:stretch>
            <a:fillRect/>
          </a:stretch>
        </p:blipFill>
        <p:spPr>
          <a:xfrm>
            <a:off x="3747150" y="1780063"/>
            <a:ext cx="706850" cy="730174"/>
          </a:xfrm>
          <a:prstGeom prst="rect">
            <a:avLst/>
          </a:prstGeom>
          <a:noFill/>
          <a:ln>
            <a:noFill/>
          </a:ln>
        </p:spPr>
      </p:pic>
      <p:pic>
        <p:nvPicPr>
          <p:cNvPr id="522" name="Google Shape;522;p65" descr="Elephant | Free Stock Photo | Illustration of an elephant | # 11454"/>
          <p:cNvPicPr preferRelativeResize="0"/>
          <p:nvPr/>
        </p:nvPicPr>
        <p:blipFill>
          <a:blip r:embed="rId8">
            <a:alphaModFix/>
          </a:blip>
          <a:stretch>
            <a:fillRect/>
          </a:stretch>
        </p:blipFill>
        <p:spPr>
          <a:xfrm>
            <a:off x="2222538" y="1780063"/>
            <a:ext cx="917249" cy="709482"/>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20"/>
                                        </p:tgtEl>
                                        <p:attrNameLst>
                                          <p:attrName>style.visibility</p:attrName>
                                        </p:attrNameLst>
                                      </p:cBhvr>
                                      <p:to>
                                        <p:strVal val="visible"/>
                                      </p:to>
                                    </p:set>
                                    <p:anim calcmode="lin" valueType="num">
                                      <p:cBhvr additive="base">
                                        <p:cTn id="7" dur="1800"/>
                                        <p:tgtEl>
                                          <p:spTgt spid="520"/>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2" fill="hold" nodeType="clickEffect">
                                  <p:stCondLst>
                                    <p:cond delay="0"/>
                                  </p:stCondLst>
                                  <p:childTnLst>
                                    <p:set>
                                      <p:cBhvr>
                                        <p:cTn id="11" dur="1" fill="hold">
                                          <p:stCondLst>
                                            <p:cond delay="0"/>
                                          </p:stCondLst>
                                        </p:cTn>
                                        <p:tgtEl>
                                          <p:spTgt spid="518"/>
                                        </p:tgtEl>
                                        <p:attrNameLst>
                                          <p:attrName>style.visibility</p:attrName>
                                        </p:attrNameLst>
                                      </p:cBhvr>
                                      <p:to>
                                        <p:strVal val="visible"/>
                                      </p:to>
                                    </p:set>
                                    <p:anim calcmode="lin" valueType="num">
                                      <p:cBhvr additive="base">
                                        <p:cTn id="12" dur="1700"/>
                                        <p:tgtEl>
                                          <p:spTgt spid="518"/>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1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2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1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5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26"/>
        <p:cNvGrpSpPr/>
        <p:nvPr/>
      </p:nvGrpSpPr>
      <p:grpSpPr>
        <a:xfrm>
          <a:off x="0" y="0"/>
          <a:ext cx="0" cy="0"/>
          <a:chOff x="0" y="0"/>
          <a:chExt cx="0" cy="0"/>
        </a:xfrm>
      </p:grpSpPr>
      <p:pic>
        <p:nvPicPr>
          <p:cNvPr id="527" name="Google Shape;527;p66" descr="A cartoon of a white and purple animal&#10;&#10;Description automatically generated"/>
          <p:cNvPicPr preferRelativeResize="0"/>
          <p:nvPr/>
        </p:nvPicPr>
        <p:blipFill rotWithShape="1">
          <a:blip r:embed="rId3">
            <a:alphaModFix/>
          </a:blip>
          <a:srcRect l="10180" r="-10180"/>
          <a:stretch/>
        </p:blipFill>
        <p:spPr>
          <a:xfrm>
            <a:off x="2432641" y="2222798"/>
            <a:ext cx="1437410" cy="1755556"/>
          </a:xfrm>
          <a:prstGeom prst="rect">
            <a:avLst/>
          </a:prstGeom>
          <a:noFill/>
          <a:ln>
            <a:noFill/>
          </a:ln>
        </p:spPr>
      </p:pic>
      <p:pic>
        <p:nvPicPr>
          <p:cNvPr id="528" name="Google Shape;528;p66" descr="A cartoon of a white and purple animal&#10;&#10;Description automatically generated"/>
          <p:cNvPicPr preferRelativeResize="0"/>
          <p:nvPr/>
        </p:nvPicPr>
        <p:blipFill rotWithShape="1">
          <a:blip r:embed="rId3">
            <a:alphaModFix/>
          </a:blip>
          <a:srcRect t="-2250" b="2250"/>
          <a:stretch/>
        </p:blipFill>
        <p:spPr>
          <a:xfrm>
            <a:off x="4776950" y="1531500"/>
            <a:ext cx="2049525" cy="2503151"/>
          </a:xfrm>
          <a:prstGeom prst="rect">
            <a:avLst/>
          </a:prstGeom>
          <a:noFill/>
          <a:ln>
            <a:noFill/>
          </a:ln>
        </p:spPr>
      </p:pic>
      <p:pic>
        <p:nvPicPr>
          <p:cNvPr id="529" name="Google Shape;529;p66" descr="Small Trees | Free SVG"/>
          <p:cNvPicPr preferRelativeResize="0"/>
          <p:nvPr/>
        </p:nvPicPr>
        <p:blipFill>
          <a:blip r:embed="rId4">
            <a:alphaModFix/>
          </a:blip>
          <a:stretch>
            <a:fillRect/>
          </a:stretch>
        </p:blipFill>
        <p:spPr>
          <a:xfrm>
            <a:off x="78150" y="304800"/>
            <a:ext cx="2044400" cy="2044400"/>
          </a:xfrm>
          <a:prstGeom prst="rect">
            <a:avLst/>
          </a:prstGeom>
          <a:noFill/>
          <a:ln>
            <a:noFill/>
          </a:ln>
        </p:spPr>
      </p:pic>
      <p:pic>
        <p:nvPicPr>
          <p:cNvPr id="530" name="Google Shape;530;p66" descr="Small Trees | Free SVG"/>
          <p:cNvPicPr preferRelativeResize="0"/>
          <p:nvPr/>
        </p:nvPicPr>
        <p:blipFill>
          <a:blip r:embed="rId4">
            <a:alphaModFix/>
          </a:blip>
          <a:stretch>
            <a:fillRect/>
          </a:stretch>
        </p:blipFill>
        <p:spPr>
          <a:xfrm>
            <a:off x="6716925" y="304800"/>
            <a:ext cx="2044399" cy="2044400"/>
          </a:xfrm>
          <a:prstGeom prst="rect">
            <a:avLst/>
          </a:prstGeom>
          <a:noFill/>
          <a:ln>
            <a:noFill/>
          </a:ln>
        </p:spPr>
      </p:pic>
      <p:sp>
        <p:nvSpPr>
          <p:cNvPr id="531" name="Google Shape;531;p66"/>
          <p:cNvSpPr/>
          <p:nvPr/>
        </p:nvSpPr>
        <p:spPr>
          <a:xfrm>
            <a:off x="3096100" y="1650975"/>
            <a:ext cx="1243200" cy="853200"/>
          </a:xfrm>
          <a:prstGeom prst="wedgeRoundRectCallout">
            <a:avLst>
              <a:gd name="adj1" fmla="val -20833"/>
              <a:gd name="adj2" fmla="val 6250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2" name="Google Shape;532;p66"/>
          <p:cNvSpPr/>
          <p:nvPr/>
        </p:nvSpPr>
        <p:spPr>
          <a:xfrm flipH="1">
            <a:off x="1732600" y="1671225"/>
            <a:ext cx="1305300" cy="812700"/>
          </a:xfrm>
          <a:prstGeom prst="wedgeRoundRectCallout">
            <a:avLst>
              <a:gd name="adj1" fmla="val -20833"/>
              <a:gd name="adj2" fmla="val 6250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533" name="Google Shape;533;p66" descr="Elephant | Free Stock Photo | Illustration of an elephant | # 11454"/>
          <p:cNvPicPr preferRelativeResize="0"/>
          <p:nvPr/>
        </p:nvPicPr>
        <p:blipFill>
          <a:blip r:embed="rId5">
            <a:alphaModFix/>
          </a:blip>
          <a:stretch>
            <a:fillRect/>
          </a:stretch>
        </p:blipFill>
        <p:spPr>
          <a:xfrm>
            <a:off x="1882751" y="1707081"/>
            <a:ext cx="917249" cy="709482"/>
          </a:xfrm>
          <a:prstGeom prst="rect">
            <a:avLst/>
          </a:prstGeom>
          <a:noFill/>
          <a:ln>
            <a:noFill/>
          </a:ln>
        </p:spPr>
      </p:pic>
      <p:pic>
        <p:nvPicPr>
          <p:cNvPr id="534" name="Google Shape;534;p66"/>
          <p:cNvPicPr preferRelativeResize="0"/>
          <p:nvPr/>
        </p:nvPicPr>
        <p:blipFill>
          <a:blip r:embed="rId6">
            <a:alphaModFix/>
          </a:blip>
          <a:stretch>
            <a:fillRect/>
          </a:stretch>
        </p:blipFill>
        <p:spPr>
          <a:xfrm>
            <a:off x="3344324" y="1712488"/>
            <a:ext cx="706850" cy="730174"/>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528"/>
                                        </p:tgtEl>
                                        <p:attrNameLst>
                                          <p:attrName>style.visibility</p:attrName>
                                        </p:attrNameLst>
                                      </p:cBhvr>
                                      <p:to>
                                        <p:strVal val="visible"/>
                                      </p:to>
                                    </p:set>
                                    <p:anim calcmode="lin" valueType="num">
                                      <p:cBhvr additive="base">
                                        <p:cTn id="7" dur="1500"/>
                                        <p:tgtEl>
                                          <p:spTgt spid="528"/>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531"/>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534"/>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532"/>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5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38"/>
        <p:cNvGrpSpPr/>
        <p:nvPr/>
      </p:nvGrpSpPr>
      <p:grpSpPr>
        <a:xfrm>
          <a:off x="0" y="0"/>
          <a:ext cx="0" cy="0"/>
          <a:chOff x="0" y="0"/>
          <a:chExt cx="0" cy="0"/>
        </a:xfrm>
      </p:grpSpPr>
      <p:pic>
        <p:nvPicPr>
          <p:cNvPr id="539" name="Google Shape;539;p67" descr="A cartoon of a white and purple animal&#10;&#10;Description automatically generated"/>
          <p:cNvPicPr preferRelativeResize="0"/>
          <p:nvPr/>
        </p:nvPicPr>
        <p:blipFill rotWithShape="1">
          <a:blip r:embed="rId3">
            <a:alphaModFix/>
          </a:blip>
          <a:srcRect l="10180" r="-10180"/>
          <a:stretch/>
        </p:blipFill>
        <p:spPr>
          <a:xfrm>
            <a:off x="2353816" y="2234048"/>
            <a:ext cx="1437410" cy="1755556"/>
          </a:xfrm>
          <a:prstGeom prst="rect">
            <a:avLst/>
          </a:prstGeom>
          <a:noFill/>
          <a:ln>
            <a:noFill/>
          </a:ln>
        </p:spPr>
      </p:pic>
      <p:pic>
        <p:nvPicPr>
          <p:cNvPr id="540" name="Google Shape;540;p67" descr="A cartoon of a white and purple animal&#10;&#10;Description automatically generated"/>
          <p:cNvPicPr preferRelativeResize="0"/>
          <p:nvPr/>
        </p:nvPicPr>
        <p:blipFill rotWithShape="1">
          <a:blip r:embed="rId4">
            <a:alphaModFix/>
          </a:blip>
          <a:srcRect t="-2250" b="2250"/>
          <a:stretch/>
        </p:blipFill>
        <p:spPr>
          <a:xfrm>
            <a:off x="4776950" y="1531500"/>
            <a:ext cx="2049525" cy="2503151"/>
          </a:xfrm>
          <a:prstGeom prst="rect">
            <a:avLst/>
          </a:prstGeom>
          <a:noFill/>
          <a:ln>
            <a:noFill/>
          </a:ln>
        </p:spPr>
      </p:pic>
      <p:pic>
        <p:nvPicPr>
          <p:cNvPr id="541" name="Google Shape;541;p67" descr="Small Trees | Free SVG"/>
          <p:cNvPicPr preferRelativeResize="0"/>
          <p:nvPr/>
        </p:nvPicPr>
        <p:blipFill>
          <a:blip r:embed="rId5">
            <a:alphaModFix/>
          </a:blip>
          <a:stretch>
            <a:fillRect/>
          </a:stretch>
        </p:blipFill>
        <p:spPr>
          <a:xfrm>
            <a:off x="100675" y="259775"/>
            <a:ext cx="2044400" cy="2044400"/>
          </a:xfrm>
          <a:prstGeom prst="rect">
            <a:avLst/>
          </a:prstGeom>
          <a:noFill/>
          <a:ln>
            <a:noFill/>
          </a:ln>
        </p:spPr>
      </p:pic>
      <p:pic>
        <p:nvPicPr>
          <p:cNvPr id="542" name="Google Shape;542;p67" descr="Small Trees | Free SVG"/>
          <p:cNvPicPr preferRelativeResize="0"/>
          <p:nvPr/>
        </p:nvPicPr>
        <p:blipFill>
          <a:blip r:embed="rId5">
            <a:alphaModFix/>
          </a:blip>
          <a:stretch>
            <a:fillRect/>
          </a:stretch>
        </p:blipFill>
        <p:spPr>
          <a:xfrm>
            <a:off x="6998250" y="389650"/>
            <a:ext cx="2044399" cy="2044400"/>
          </a:xfrm>
          <a:prstGeom prst="rect">
            <a:avLst/>
          </a:prstGeom>
          <a:noFill/>
          <a:ln>
            <a:noFill/>
          </a:ln>
        </p:spPr>
      </p:pic>
      <p:sp>
        <p:nvSpPr>
          <p:cNvPr id="543" name="Google Shape;543;p67"/>
          <p:cNvSpPr/>
          <p:nvPr/>
        </p:nvSpPr>
        <p:spPr>
          <a:xfrm>
            <a:off x="2893375" y="1648700"/>
            <a:ext cx="1193450" cy="832950"/>
          </a:xfrm>
          <a:prstGeom prst="wedgeRoundRectCallout">
            <a:avLst>
              <a:gd name="adj1" fmla="val -20833"/>
              <a:gd name="adj2" fmla="val 6250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44" name="Google Shape;544;p67"/>
          <p:cNvSpPr/>
          <p:nvPr/>
        </p:nvSpPr>
        <p:spPr>
          <a:xfrm flipH="1">
            <a:off x="1529900" y="1648700"/>
            <a:ext cx="1305300" cy="812700"/>
          </a:xfrm>
          <a:prstGeom prst="wedgeRoundRectCallout">
            <a:avLst>
              <a:gd name="adj1" fmla="val -20833"/>
              <a:gd name="adj2" fmla="val 6250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545" name="Google Shape;545;p67" descr="Elephant | Free Stock Photo | Illustration of an elephant | # 11454"/>
          <p:cNvPicPr preferRelativeResize="0"/>
          <p:nvPr/>
        </p:nvPicPr>
        <p:blipFill>
          <a:blip r:embed="rId6">
            <a:alphaModFix/>
          </a:blip>
          <a:stretch>
            <a:fillRect/>
          </a:stretch>
        </p:blipFill>
        <p:spPr>
          <a:xfrm>
            <a:off x="1727404" y="1700309"/>
            <a:ext cx="917249" cy="709482"/>
          </a:xfrm>
          <a:prstGeom prst="rect">
            <a:avLst/>
          </a:prstGeom>
          <a:noFill/>
          <a:ln>
            <a:noFill/>
          </a:ln>
        </p:spPr>
      </p:pic>
      <p:pic>
        <p:nvPicPr>
          <p:cNvPr id="546" name="Google Shape;546;p67"/>
          <p:cNvPicPr preferRelativeResize="0"/>
          <p:nvPr/>
        </p:nvPicPr>
        <p:blipFill>
          <a:blip r:embed="rId7">
            <a:alphaModFix/>
          </a:blip>
          <a:stretch>
            <a:fillRect/>
          </a:stretch>
        </p:blipFill>
        <p:spPr>
          <a:xfrm>
            <a:off x="3108187" y="1703876"/>
            <a:ext cx="706850" cy="730174"/>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540"/>
                                        </p:tgtEl>
                                        <p:attrNameLst>
                                          <p:attrName>style.visibility</p:attrName>
                                        </p:attrNameLst>
                                      </p:cBhvr>
                                      <p:to>
                                        <p:strVal val="visible"/>
                                      </p:to>
                                    </p:set>
                                    <p:anim calcmode="lin" valueType="num">
                                      <p:cBhvr additive="base">
                                        <p:cTn id="7" dur="1600"/>
                                        <p:tgtEl>
                                          <p:spTgt spid="540"/>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543"/>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546"/>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544"/>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5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Shape 195"/>
        <p:cNvGrpSpPr/>
        <p:nvPr/>
      </p:nvGrpSpPr>
      <p:grpSpPr>
        <a:xfrm>
          <a:off x="0" y="0"/>
          <a:ext cx="0" cy="0"/>
          <a:chOff x="0" y="0"/>
          <a:chExt cx="0" cy="0"/>
        </a:xfrm>
      </p:grpSpPr>
      <p:sp>
        <p:nvSpPr>
          <p:cNvPr id="196" name="Google Shape;196;p34"/>
          <p:cNvSpPr txBox="1">
            <a:spLocks noGrp="1"/>
          </p:cNvSpPr>
          <p:nvPr>
            <p:ph type="title"/>
          </p:nvPr>
        </p:nvSpPr>
        <p:spPr>
          <a:xfrm>
            <a:off x="2888250" y="1999525"/>
            <a:ext cx="3367500" cy="6315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Sad Condition </a:t>
            </a:r>
            <a:endParaRPr dirty="0"/>
          </a:p>
        </p:txBody>
      </p:sp>
    </p:spTree>
    <p:extLst>
      <p:ext uri="{BB962C8B-B14F-4D97-AF65-F5344CB8AC3E}">
        <p14:creationId xmlns:p14="http://schemas.microsoft.com/office/powerpoint/2010/main" val="9731369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pic>
        <p:nvPicPr>
          <p:cNvPr id="190" name="Google Shape;190;p33" descr="A cartoon of a white and purple animal&#10;&#10;Description automatically generated"/>
          <p:cNvPicPr preferRelativeResize="0"/>
          <p:nvPr/>
        </p:nvPicPr>
        <p:blipFill rotWithShape="1">
          <a:blip r:embed="rId3">
            <a:alphaModFix/>
          </a:blip>
          <a:srcRect/>
          <a:stretch/>
        </p:blipFill>
        <p:spPr>
          <a:xfrm>
            <a:off x="3638000" y="1820500"/>
            <a:ext cx="1775900" cy="2168974"/>
          </a:xfrm>
          <a:prstGeom prst="rect">
            <a:avLst/>
          </a:prstGeom>
          <a:noFill/>
          <a:ln>
            <a:noFill/>
          </a:ln>
        </p:spPr>
      </p:pic>
      <p:pic>
        <p:nvPicPr>
          <p:cNvPr id="191" name="Google Shape;191;p33" descr="Water with solid fill"/>
          <p:cNvPicPr preferRelativeResize="0"/>
          <p:nvPr/>
        </p:nvPicPr>
        <p:blipFill rotWithShape="1">
          <a:blip r:embed="rId4">
            <a:alphaModFix/>
          </a:blip>
          <a:srcRect/>
          <a:stretch/>
        </p:blipFill>
        <p:spPr>
          <a:xfrm>
            <a:off x="4572000" y="2758950"/>
            <a:ext cx="292050" cy="292050"/>
          </a:xfrm>
          <a:prstGeom prst="rect">
            <a:avLst/>
          </a:prstGeom>
          <a:noFill/>
          <a:ln>
            <a:noFill/>
          </a:ln>
        </p:spPr>
      </p:pic>
    </p:spTree>
    <p:extLst>
      <p:ext uri="{BB962C8B-B14F-4D97-AF65-F5344CB8AC3E}">
        <p14:creationId xmlns:p14="http://schemas.microsoft.com/office/powerpoint/2010/main" val="39447289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mph" presetSubtype="0" fill="hold" nodeType="clickEffect">
                                  <p:stCondLst>
                                    <p:cond delay="0"/>
                                  </p:stCondLst>
                                  <p:childTnLst>
                                    <p:animRot by="-21600000">
                                      <p:cBhvr>
                                        <p:cTn id="6" dur="1000" fill="hold"/>
                                        <p:tgtEl>
                                          <p:spTgt spid="190"/>
                                        </p:tgtEl>
                                        <p:attrNameLst>
                                          <p:attrName>r</p:attrName>
                                        </p:attrNameLst>
                                      </p:cBhvr>
                                    </p:animRo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35"/>
          <p:cNvSpPr/>
          <p:nvPr/>
        </p:nvSpPr>
        <p:spPr>
          <a:xfrm>
            <a:off x="4771150" y="1491525"/>
            <a:ext cx="1567800" cy="1161000"/>
          </a:xfrm>
          <a:prstGeom prst="cloudCallout">
            <a:avLst>
              <a:gd name="adj1" fmla="val -20833"/>
              <a:gd name="adj2" fmla="val 625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202" name="Google Shape;202;p35" descr="A cartoon of a white and purple animal&#10;&#10;Description automatically generated"/>
          <p:cNvPicPr preferRelativeResize="0"/>
          <p:nvPr/>
        </p:nvPicPr>
        <p:blipFill rotWithShape="1">
          <a:blip r:embed="rId3">
            <a:alphaModFix/>
          </a:blip>
          <a:srcRect/>
          <a:stretch/>
        </p:blipFill>
        <p:spPr>
          <a:xfrm>
            <a:off x="3512250" y="1958775"/>
            <a:ext cx="1979225" cy="2417275"/>
          </a:xfrm>
          <a:prstGeom prst="rect">
            <a:avLst/>
          </a:prstGeom>
          <a:noFill/>
          <a:ln>
            <a:noFill/>
          </a:ln>
        </p:spPr>
      </p:pic>
      <p:pic>
        <p:nvPicPr>
          <p:cNvPr id="203" name="Google Shape;203;p35" title="Cute fox | Free SVG"/>
          <p:cNvPicPr preferRelativeResize="0"/>
          <p:nvPr/>
        </p:nvPicPr>
        <p:blipFill>
          <a:blip r:embed="rId4">
            <a:alphaModFix/>
          </a:blip>
          <a:stretch>
            <a:fillRect/>
          </a:stretch>
        </p:blipFill>
        <p:spPr>
          <a:xfrm>
            <a:off x="5002250" y="1597637"/>
            <a:ext cx="948775" cy="948775"/>
          </a:xfrm>
          <a:prstGeom prst="rect">
            <a:avLst/>
          </a:prstGeom>
          <a:noFill/>
          <a:ln>
            <a:noFill/>
          </a:ln>
        </p:spPr>
      </p:pic>
      <p:pic>
        <p:nvPicPr>
          <p:cNvPr id="204" name="Google Shape;204;p35" title="School desk | Free SVG"/>
          <p:cNvPicPr preferRelativeResize="0"/>
          <p:nvPr/>
        </p:nvPicPr>
        <p:blipFill>
          <a:blip r:embed="rId5">
            <a:alphaModFix/>
          </a:blip>
          <a:stretch>
            <a:fillRect/>
          </a:stretch>
        </p:blipFill>
        <p:spPr>
          <a:xfrm>
            <a:off x="3638400" y="3381875"/>
            <a:ext cx="1801076" cy="1801076"/>
          </a:xfrm>
          <a:prstGeom prst="rect">
            <a:avLst/>
          </a:prstGeom>
          <a:noFill/>
          <a:ln>
            <a:noFill/>
          </a:ln>
        </p:spPr>
      </p:pic>
      <p:pic>
        <p:nvPicPr>
          <p:cNvPr id="205" name="Google Shape;205;p35" title="Royalty-Free photo: Rectangular green board on brown background ..."/>
          <p:cNvPicPr preferRelativeResize="0"/>
          <p:nvPr/>
        </p:nvPicPr>
        <p:blipFill>
          <a:blip r:embed="rId6">
            <a:alphaModFix/>
          </a:blip>
          <a:stretch>
            <a:fillRect/>
          </a:stretch>
        </p:blipFill>
        <p:spPr>
          <a:xfrm>
            <a:off x="164525" y="141100"/>
            <a:ext cx="3347725" cy="1969250"/>
          </a:xfrm>
          <a:prstGeom prst="rect">
            <a:avLst/>
          </a:prstGeom>
          <a:noFill/>
          <a:ln>
            <a:noFill/>
          </a:ln>
        </p:spPr>
      </p:pic>
    </p:spTree>
    <p:extLst>
      <p:ext uri="{BB962C8B-B14F-4D97-AF65-F5344CB8AC3E}">
        <p14:creationId xmlns:p14="http://schemas.microsoft.com/office/powerpoint/2010/main" val="32581289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pic>
        <p:nvPicPr>
          <p:cNvPr id="210" name="Google Shape;210;p36" descr="A cartoon of a white and purple animal&#10;&#10;Description automatically generated"/>
          <p:cNvPicPr preferRelativeResize="0"/>
          <p:nvPr/>
        </p:nvPicPr>
        <p:blipFill rotWithShape="1">
          <a:blip r:embed="rId3">
            <a:alphaModFix/>
          </a:blip>
          <a:srcRect/>
          <a:stretch/>
        </p:blipFill>
        <p:spPr>
          <a:xfrm>
            <a:off x="3512250" y="1958775"/>
            <a:ext cx="1979225" cy="2417275"/>
          </a:xfrm>
          <a:prstGeom prst="rect">
            <a:avLst/>
          </a:prstGeom>
          <a:noFill/>
          <a:ln>
            <a:noFill/>
          </a:ln>
        </p:spPr>
      </p:pic>
      <p:pic>
        <p:nvPicPr>
          <p:cNvPr id="211" name="Google Shape;211;p36" title="School desk | Free SVG"/>
          <p:cNvPicPr preferRelativeResize="0"/>
          <p:nvPr/>
        </p:nvPicPr>
        <p:blipFill>
          <a:blip r:embed="rId4">
            <a:alphaModFix/>
          </a:blip>
          <a:stretch>
            <a:fillRect/>
          </a:stretch>
        </p:blipFill>
        <p:spPr>
          <a:xfrm>
            <a:off x="3638400" y="3381875"/>
            <a:ext cx="1801076" cy="1801076"/>
          </a:xfrm>
          <a:prstGeom prst="rect">
            <a:avLst/>
          </a:prstGeom>
          <a:noFill/>
          <a:ln>
            <a:noFill/>
          </a:ln>
        </p:spPr>
      </p:pic>
      <p:pic>
        <p:nvPicPr>
          <p:cNvPr id="212" name="Google Shape;212;p36" title="Royalty-Free photo: Rectangular green board on brown background ..."/>
          <p:cNvPicPr preferRelativeResize="0"/>
          <p:nvPr/>
        </p:nvPicPr>
        <p:blipFill>
          <a:blip r:embed="rId5">
            <a:alphaModFix/>
          </a:blip>
          <a:stretch>
            <a:fillRect/>
          </a:stretch>
        </p:blipFill>
        <p:spPr>
          <a:xfrm>
            <a:off x="164525" y="141100"/>
            <a:ext cx="3347725" cy="1969250"/>
          </a:xfrm>
          <a:prstGeom prst="rect">
            <a:avLst/>
          </a:prstGeom>
          <a:noFill/>
          <a:ln>
            <a:noFill/>
          </a:ln>
        </p:spPr>
      </p:pic>
      <p:pic>
        <p:nvPicPr>
          <p:cNvPr id="213" name="Google Shape;213;p36" descr="Water with solid fill"/>
          <p:cNvPicPr preferRelativeResize="0"/>
          <p:nvPr/>
        </p:nvPicPr>
        <p:blipFill rotWithShape="1">
          <a:blip r:embed="rId6">
            <a:alphaModFix/>
          </a:blip>
          <a:srcRect/>
          <a:stretch/>
        </p:blipFill>
        <p:spPr>
          <a:xfrm>
            <a:off x="4572000" y="3021388"/>
            <a:ext cx="292050" cy="292050"/>
          </a:xfrm>
          <a:prstGeom prst="rect">
            <a:avLst/>
          </a:prstGeom>
          <a:noFill/>
          <a:ln>
            <a:noFill/>
          </a:ln>
        </p:spPr>
      </p:pic>
    </p:spTree>
    <p:extLst>
      <p:ext uri="{BB962C8B-B14F-4D97-AF65-F5344CB8AC3E}">
        <p14:creationId xmlns:p14="http://schemas.microsoft.com/office/powerpoint/2010/main" val="36340624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pic>
        <p:nvPicPr>
          <p:cNvPr id="250" name="Google Shape;250;p40" descr="A cartoon of a white and purple animal&#10;&#10;Description automatically generated"/>
          <p:cNvPicPr preferRelativeResize="0"/>
          <p:nvPr/>
        </p:nvPicPr>
        <p:blipFill rotWithShape="1">
          <a:blip r:embed="rId3">
            <a:alphaModFix/>
          </a:blip>
          <a:srcRect/>
          <a:stretch/>
        </p:blipFill>
        <p:spPr>
          <a:xfrm>
            <a:off x="714891" y="2968298"/>
            <a:ext cx="1437410" cy="1755556"/>
          </a:xfrm>
          <a:prstGeom prst="rect">
            <a:avLst/>
          </a:prstGeom>
          <a:noFill/>
          <a:ln>
            <a:noFill/>
          </a:ln>
        </p:spPr>
      </p:pic>
      <p:pic>
        <p:nvPicPr>
          <p:cNvPr id="251" name="Google Shape;251;p40" title="School bus with stop sign | Free SVG"/>
          <p:cNvPicPr preferRelativeResize="0"/>
          <p:nvPr/>
        </p:nvPicPr>
        <p:blipFill>
          <a:blip r:embed="rId4">
            <a:alphaModFix/>
          </a:blip>
          <a:stretch>
            <a:fillRect/>
          </a:stretch>
        </p:blipFill>
        <p:spPr>
          <a:xfrm>
            <a:off x="3456925" y="233300"/>
            <a:ext cx="5377200" cy="5377200"/>
          </a:xfrm>
          <a:prstGeom prst="rect">
            <a:avLst/>
          </a:prstGeom>
          <a:noFill/>
          <a:ln>
            <a:noFill/>
          </a:ln>
        </p:spPr>
      </p:pic>
      <p:pic>
        <p:nvPicPr>
          <p:cNvPr id="252" name="Google Shape;252;p40" title="School Building | Free SVG"/>
          <p:cNvPicPr preferRelativeResize="0"/>
          <p:nvPr/>
        </p:nvPicPr>
        <p:blipFill>
          <a:blip r:embed="rId5">
            <a:alphaModFix/>
          </a:blip>
          <a:stretch>
            <a:fillRect/>
          </a:stretch>
        </p:blipFill>
        <p:spPr>
          <a:xfrm>
            <a:off x="290525" y="-380375"/>
            <a:ext cx="3455800" cy="3455800"/>
          </a:xfrm>
          <a:prstGeom prst="rect">
            <a:avLst/>
          </a:prstGeom>
          <a:noFill/>
          <a:ln>
            <a:noFill/>
          </a:ln>
        </p:spPr>
      </p:pic>
      <p:sp>
        <p:nvSpPr>
          <p:cNvPr id="253" name="Google Shape;253;p40"/>
          <p:cNvSpPr/>
          <p:nvPr/>
        </p:nvSpPr>
        <p:spPr>
          <a:xfrm>
            <a:off x="1497950" y="2703300"/>
            <a:ext cx="1133100" cy="704400"/>
          </a:xfrm>
          <a:prstGeom prst="wedgeRoundRectCallout">
            <a:avLst>
              <a:gd name="adj1" fmla="val -20833"/>
              <a:gd name="adj2" fmla="val 6250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254" name="Google Shape;254;p40"/>
          <p:cNvPicPr preferRelativeResize="0"/>
          <p:nvPr/>
        </p:nvPicPr>
        <p:blipFill>
          <a:blip r:embed="rId6">
            <a:alphaModFix/>
          </a:blip>
          <a:stretch>
            <a:fillRect/>
          </a:stretch>
        </p:blipFill>
        <p:spPr>
          <a:xfrm>
            <a:off x="1738088" y="2771249"/>
            <a:ext cx="652831" cy="568500"/>
          </a:xfrm>
          <a:prstGeom prst="rect">
            <a:avLst/>
          </a:prstGeom>
          <a:noFill/>
          <a:ln>
            <a:noFill/>
          </a:ln>
        </p:spPr>
      </p:pic>
      <p:pic>
        <p:nvPicPr>
          <p:cNvPr id="255" name="Google Shape;255;p40" descr="A cartoon character with orange and white face&#10;&#10;Description automatically generated"/>
          <p:cNvPicPr preferRelativeResize="0"/>
          <p:nvPr/>
        </p:nvPicPr>
        <p:blipFill rotWithShape="1">
          <a:blip r:embed="rId7">
            <a:alphaModFix/>
          </a:blip>
          <a:srcRect/>
          <a:stretch/>
        </p:blipFill>
        <p:spPr>
          <a:xfrm>
            <a:off x="2251697" y="3011101"/>
            <a:ext cx="1367325" cy="1669949"/>
          </a:xfrm>
          <a:prstGeom prst="rect">
            <a:avLst/>
          </a:prstGeom>
          <a:noFill/>
          <a:ln>
            <a:noFill/>
          </a:ln>
        </p:spPr>
      </p:pic>
    </p:spTree>
    <p:extLst>
      <p:ext uri="{BB962C8B-B14F-4D97-AF65-F5344CB8AC3E}">
        <p14:creationId xmlns:p14="http://schemas.microsoft.com/office/powerpoint/2010/main" val="22793780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50"/>
                                        </p:tgtEl>
                                        <p:attrNameLst>
                                          <p:attrName>style.visibility</p:attrName>
                                        </p:attrNameLst>
                                      </p:cBhvr>
                                      <p:to>
                                        <p:strVal val="visible"/>
                                      </p:to>
                                    </p:set>
                                    <p:anim calcmode="lin" valueType="num">
                                      <p:cBhvr additive="base">
                                        <p:cTn id="7" dur="500" fill="hold"/>
                                        <p:tgtEl>
                                          <p:spTgt spid="250"/>
                                        </p:tgtEl>
                                        <p:attrNameLst>
                                          <p:attrName>ppt_x</p:attrName>
                                        </p:attrNameLst>
                                      </p:cBhvr>
                                      <p:tavLst>
                                        <p:tav tm="0">
                                          <p:val>
                                            <p:strVal val="0-#ppt_w/2"/>
                                          </p:val>
                                        </p:tav>
                                        <p:tav tm="100000">
                                          <p:val>
                                            <p:strVal val="#ppt_x"/>
                                          </p:val>
                                        </p:tav>
                                      </p:tavLst>
                                    </p:anim>
                                    <p:anim calcmode="lin" valueType="num">
                                      <p:cBhvr additive="base">
                                        <p:cTn id="8" dur="500" fill="hold"/>
                                        <p:tgtEl>
                                          <p:spTgt spid="25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255"/>
                                        </p:tgtEl>
                                        <p:attrNameLst>
                                          <p:attrName>style.visibility</p:attrName>
                                        </p:attrNameLst>
                                      </p:cBhvr>
                                      <p:to>
                                        <p:strVal val="visible"/>
                                      </p:to>
                                    </p:set>
                                    <p:anim calcmode="lin" valueType="num">
                                      <p:cBhvr additive="base">
                                        <p:cTn id="13" dur="1000" fill="hold"/>
                                        <p:tgtEl>
                                          <p:spTgt spid="255"/>
                                        </p:tgtEl>
                                        <p:attrNameLst>
                                          <p:attrName>ppt_x</p:attrName>
                                        </p:attrNameLst>
                                      </p:cBhvr>
                                      <p:tavLst>
                                        <p:tav tm="0">
                                          <p:val>
                                            <p:strVal val="1+#ppt_w/2"/>
                                          </p:val>
                                        </p:tav>
                                        <p:tav tm="100000">
                                          <p:val>
                                            <p:strVal val="#ppt_x"/>
                                          </p:val>
                                        </p:tav>
                                      </p:tavLst>
                                    </p:anim>
                                    <p:anim calcmode="lin" valueType="num">
                                      <p:cBhvr additive="base">
                                        <p:cTn id="14" dur="1000" fill="hold"/>
                                        <p:tgtEl>
                                          <p:spTgt spid="255"/>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5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pic>
        <p:nvPicPr>
          <p:cNvPr id="239" name="Google Shape;239;p39" descr="A cartoon of a white and purple animal&#10;&#10;Description automatically generated"/>
          <p:cNvPicPr preferRelativeResize="0"/>
          <p:nvPr/>
        </p:nvPicPr>
        <p:blipFill rotWithShape="1">
          <a:blip r:embed="rId3">
            <a:alphaModFix/>
          </a:blip>
          <a:srcRect/>
          <a:stretch/>
        </p:blipFill>
        <p:spPr>
          <a:xfrm>
            <a:off x="714891" y="2968298"/>
            <a:ext cx="1437410" cy="1755556"/>
          </a:xfrm>
          <a:prstGeom prst="rect">
            <a:avLst/>
          </a:prstGeom>
          <a:noFill/>
          <a:ln>
            <a:noFill/>
          </a:ln>
        </p:spPr>
      </p:pic>
      <p:pic>
        <p:nvPicPr>
          <p:cNvPr id="240" name="Google Shape;240;p39" title="School bus with stop sign | Free SVG"/>
          <p:cNvPicPr preferRelativeResize="0"/>
          <p:nvPr/>
        </p:nvPicPr>
        <p:blipFill>
          <a:blip r:embed="rId4">
            <a:alphaModFix/>
          </a:blip>
          <a:stretch>
            <a:fillRect/>
          </a:stretch>
        </p:blipFill>
        <p:spPr>
          <a:xfrm>
            <a:off x="3456925" y="233300"/>
            <a:ext cx="5377200" cy="5377200"/>
          </a:xfrm>
          <a:prstGeom prst="rect">
            <a:avLst/>
          </a:prstGeom>
          <a:noFill/>
          <a:ln>
            <a:noFill/>
          </a:ln>
        </p:spPr>
      </p:pic>
      <p:pic>
        <p:nvPicPr>
          <p:cNvPr id="241" name="Google Shape;241;p39" title="School Building | Free SVG"/>
          <p:cNvPicPr preferRelativeResize="0"/>
          <p:nvPr/>
        </p:nvPicPr>
        <p:blipFill>
          <a:blip r:embed="rId5">
            <a:alphaModFix/>
          </a:blip>
          <a:stretch>
            <a:fillRect/>
          </a:stretch>
        </p:blipFill>
        <p:spPr>
          <a:xfrm>
            <a:off x="290525" y="-380375"/>
            <a:ext cx="3455800" cy="3455800"/>
          </a:xfrm>
          <a:prstGeom prst="rect">
            <a:avLst/>
          </a:prstGeom>
          <a:noFill/>
          <a:ln>
            <a:noFill/>
          </a:ln>
        </p:spPr>
      </p:pic>
      <p:sp>
        <p:nvSpPr>
          <p:cNvPr id="242" name="Google Shape;242;p39"/>
          <p:cNvSpPr/>
          <p:nvPr/>
        </p:nvSpPr>
        <p:spPr>
          <a:xfrm>
            <a:off x="1497950" y="2703300"/>
            <a:ext cx="1133100" cy="704400"/>
          </a:xfrm>
          <a:prstGeom prst="wedgeRoundRectCallout">
            <a:avLst>
              <a:gd name="adj1" fmla="val -20833"/>
              <a:gd name="adj2" fmla="val 6250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243" name="Google Shape;243;p39" title="Cute fox | Free SVG"/>
          <p:cNvPicPr preferRelativeResize="0"/>
          <p:nvPr/>
        </p:nvPicPr>
        <p:blipFill>
          <a:blip r:embed="rId6">
            <a:alphaModFix/>
          </a:blip>
          <a:stretch>
            <a:fillRect/>
          </a:stretch>
        </p:blipFill>
        <p:spPr>
          <a:xfrm>
            <a:off x="1544025" y="2532412"/>
            <a:ext cx="948776" cy="948775"/>
          </a:xfrm>
          <a:prstGeom prst="rect">
            <a:avLst/>
          </a:prstGeom>
          <a:noFill/>
          <a:ln>
            <a:noFill/>
          </a:ln>
        </p:spPr>
      </p:pic>
      <p:pic>
        <p:nvPicPr>
          <p:cNvPr id="244" name="Google Shape;244;p39" descr="A cartoon character with orange and white face&#10;&#10;Description automatically generated"/>
          <p:cNvPicPr preferRelativeResize="0"/>
          <p:nvPr/>
        </p:nvPicPr>
        <p:blipFill rotWithShape="1">
          <a:blip r:embed="rId7">
            <a:alphaModFix/>
          </a:blip>
          <a:srcRect/>
          <a:stretch/>
        </p:blipFill>
        <p:spPr>
          <a:xfrm>
            <a:off x="2294513" y="3064665"/>
            <a:ext cx="1367325" cy="1669949"/>
          </a:xfrm>
          <a:prstGeom prst="rect">
            <a:avLst/>
          </a:prstGeom>
          <a:noFill/>
          <a:ln>
            <a:noFill/>
          </a:ln>
        </p:spPr>
      </p:pic>
      <p:sp>
        <p:nvSpPr>
          <p:cNvPr id="245" name="Google Shape;245;p39"/>
          <p:cNvSpPr/>
          <p:nvPr/>
        </p:nvSpPr>
        <p:spPr>
          <a:xfrm>
            <a:off x="1780988" y="2771250"/>
            <a:ext cx="567000" cy="568500"/>
          </a:xfrm>
          <a:prstGeom prst="noSmoking">
            <a:avLst>
              <a:gd name="adj" fmla="val 18750"/>
            </a:avLst>
          </a:prstGeom>
          <a:solidFill>
            <a:srgbClr val="CC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extLst>
      <p:ext uri="{BB962C8B-B14F-4D97-AF65-F5344CB8AC3E}">
        <p14:creationId xmlns:p14="http://schemas.microsoft.com/office/powerpoint/2010/main" val="42007093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pic>
        <p:nvPicPr>
          <p:cNvPr id="228" name="Google Shape;228;p38" descr="A cartoon of a white and purple animal&#10;&#10;Description automatically generated"/>
          <p:cNvPicPr preferRelativeResize="0"/>
          <p:nvPr/>
        </p:nvPicPr>
        <p:blipFill rotWithShape="1">
          <a:blip r:embed="rId3">
            <a:alphaModFix/>
          </a:blip>
          <a:srcRect/>
          <a:stretch/>
        </p:blipFill>
        <p:spPr>
          <a:xfrm>
            <a:off x="714891" y="2968298"/>
            <a:ext cx="1437410" cy="1755556"/>
          </a:xfrm>
          <a:prstGeom prst="rect">
            <a:avLst/>
          </a:prstGeom>
          <a:noFill/>
          <a:ln>
            <a:noFill/>
          </a:ln>
        </p:spPr>
      </p:pic>
      <p:pic>
        <p:nvPicPr>
          <p:cNvPr id="229" name="Google Shape;229;p38" descr="A cartoon character with orange and white face&#10;&#10;Description automatically generated"/>
          <p:cNvPicPr preferRelativeResize="0"/>
          <p:nvPr/>
        </p:nvPicPr>
        <p:blipFill rotWithShape="1">
          <a:blip r:embed="rId4">
            <a:alphaModFix/>
          </a:blip>
          <a:srcRect/>
          <a:stretch/>
        </p:blipFill>
        <p:spPr>
          <a:xfrm>
            <a:off x="2201400" y="3011100"/>
            <a:ext cx="1367325" cy="1669949"/>
          </a:xfrm>
          <a:prstGeom prst="rect">
            <a:avLst/>
          </a:prstGeom>
          <a:noFill/>
          <a:ln>
            <a:noFill/>
          </a:ln>
        </p:spPr>
      </p:pic>
      <p:pic>
        <p:nvPicPr>
          <p:cNvPr id="230" name="Google Shape;230;p38" title="School bus with stop sign | Free SVG"/>
          <p:cNvPicPr preferRelativeResize="0"/>
          <p:nvPr/>
        </p:nvPicPr>
        <p:blipFill>
          <a:blip r:embed="rId5">
            <a:alphaModFix/>
          </a:blip>
          <a:stretch>
            <a:fillRect/>
          </a:stretch>
        </p:blipFill>
        <p:spPr>
          <a:xfrm>
            <a:off x="3456925" y="233300"/>
            <a:ext cx="5377200" cy="5377200"/>
          </a:xfrm>
          <a:prstGeom prst="rect">
            <a:avLst/>
          </a:prstGeom>
          <a:noFill/>
          <a:ln>
            <a:noFill/>
          </a:ln>
        </p:spPr>
      </p:pic>
      <p:pic>
        <p:nvPicPr>
          <p:cNvPr id="231" name="Google Shape;231;p38" title="School Building | Free SVG"/>
          <p:cNvPicPr preferRelativeResize="0"/>
          <p:nvPr/>
        </p:nvPicPr>
        <p:blipFill>
          <a:blip r:embed="rId6">
            <a:alphaModFix/>
          </a:blip>
          <a:stretch>
            <a:fillRect/>
          </a:stretch>
        </p:blipFill>
        <p:spPr>
          <a:xfrm>
            <a:off x="290525" y="-380375"/>
            <a:ext cx="3455800" cy="3455800"/>
          </a:xfrm>
          <a:prstGeom prst="rect">
            <a:avLst/>
          </a:prstGeom>
          <a:noFill/>
          <a:ln>
            <a:noFill/>
          </a:ln>
        </p:spPr>
      </p:pic>
      <p:sp>
        <p:nvSpPr>
          <p:cNvPr id="232" name="Google Shape;232;p38"/>
          <p:cNvSpPr/>
          <p:nvPr/>
        </p:nvSpPr>
        <p:spPr>
          <a:xfrm>
            <a:off x="1497950" y="2703300"/>
            <a:ext cx="1133100" cy="704400"/>
          </a:xfrm>
          <a:prstGeom prst="wedgeRoundRectCallout">
            <a:avLst>
              <a:gd name="adj1" fmla="val -20833"/>
              <a:gd name="adj2" fmla="val 6250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233" name="Google Shape;233;p38"/>
          <p:cNvPicPr preferRelativeResize="0"/>
          <p:nvPr/>
        </p:nvPicPr>
        <p:blipFill>
          <a:blip r:embed="rId7">
            <a:alphaModFix/>
          </a:blip>
          <a:stretch>
            <a:fillRect/>
          </a:stretch>
        </p:blipFill>
        <p:spPr>
          <a:xfrm>
            <a:off x="1738088" y="2771249"/>
            <a:ext cx="652831" cy="568500"/>
          </a:xfrm>
          <a:prstGeom prst="rect">
            <a:avLst/>
          </a:prstGeom>
          <a:noFill/>
          <a:ln>
            <a:noFill/>
          </a:ln>
        </p:spPr>
      </p:pic>
      <p:sp>
        <p:nvSpPr>
          <p:cNvPr id="234" name="Google Shape;234;p38"/>
          <p:cNvSpPr/>
          <p:nvPr/>
        </p:nvSpPr>
        <p:spPr>
          <a:xfrm>
            <a:off x="1964911" y="3011100"/>
            <a:ext cx="199200" cy="178800"/>
          </a:xfrm>
          <a:prstGeom prst="noSmoking">
            <a:avLst>
              <a:gd name="adj" fmla="val 18750"/>
            </a:avLst>
          </a:prstGeom>
          <a:solidFill>
            <a:srgbClr val="CC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extLst>
      <p:ext uri="{BB962C8B-B14F-4D97-AF65-F5344CB8AC3E}">
        <p14:creationId xmlns:p14="http://schemas.microsoft.com/office/powerpoint/2010/main" val="15251701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229"/>
                                        </p:tgtEl>
                                        <p:attrNameLst>
                                          <p:attrName>style.visibility</p:attrName>
                                        </p:attrNameLst>
                                      </p:cBhvr>
                                      <p:to>
                                        <p:strVal val="visible"/>
                                      </p:to>
                                    </p:set>
                                    <p:anim calcmode="lin" valueType="num">
                                      <p:cBhvr additive="base">
                                        <p:cTn id="7" dur="1000" fill="hold"/>
                                        <p:tgtEl>
                                          <p:spTgt spid="229"/>
                                        </p:tgtEl>
                                        <p:attrNameLst>
                                          <p:attrName>ppt_x</p:attrName>
                                        </p:attrNameLst>
                                      </p:cBhvr>
                                      <p:tavLst>
                                        <p:tav tm="0">
                                          <p:val>
                                            <p:strVal val="1+#ppt_w/2"/>
                                          </p:val>
                                        </p:tav>
                                        <p:tav tm="100000">
                                          <p:val>
                                            <p:strVal val="#ppt_x"/>
                                          </p:val>
                                        </p:tav>
                                      </p:tavLst>
                                    </p:anim>
                                    <p:anim calcmode="lin" valueType="num">
                                      <p:cBhvr additive="base">
                                        <p:cTn id="8" dur="1000" fill="hold"/>
                                        <p:tgtEl>
                                          <p:spTgt spid="22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3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3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pic>
        <p:nvPicPr>
          <p:cNvPr id="218" name="Google Shape;218;p37" descr="A cartoon of a white and purple animal&#10;&#10;Description automatically generated"/>
          <p:cNvPicPr preferRelativeResize="0"/>
          <p:nvPr/>
        </p:nvPicPr>
        <p:blipFill rotWithShape="1">
          <a:blip r:embed="rId3">
            <a:alphaModFix/>
          </a:blip>
          <a:srcRect/>
          <a:stretch/>
        </p:blipFill>
        <p:spPr>
          <a:xfrm>
            <a:off x="714891" y="2968298"/>
            <a:ext cx="1437410" cy="1755556"/>
          </a:xfrm>
          <a:prstGeom prst="rect">
            <a:avLst/>
          </a:prstGeom>
          <a:noFill/>
          <a:ln>
            <a:noFill/>
          </a:ln>
        </p:spPr>
      </p:pic>
      <p:pic>
        <p:nvPicPr>
          <p:cNvPr id="219" name="Google Shape;219;p37" descr="A cartoon character with orange and white face&#10;&#10;Description automatically generated"/>
          <p:cNvPicPr preferRelativeResize="0"/>
          <p:nvPr/>
        </p:nvPicPr>
        <p:blipFill rotWithShape="1">
          <a:blip r:embed="rId4">
            <a:alphaModFix/>
          </a:blip>
          <a:srcRect/>
          <a:stretch/>
        </p:blipFill>
        <p:spPr>
          <a:xfrm>
            <a:off x="2201400" y="3011100"/>
            <a:ext cx="1367325" cy="1669949"/>
          </a:xfrm>
          <a:prstGeom prst="rect">
            <a:avLst/>
          </a:prstGeom>
          <a:noFill/>
          <a:ln>
            <a:noFill/>
          </a:ln>
        </p:spPr>
      </p:pic>
      <p:pic>
        <p:nvPicPr>
          <p:cNvPr id="220" name="Google Shape;220;p37" title="School bus with stop sign | Free SVG"/>
          <p:cNvPicPr preferRelativeResize="0"/>
          <p:nvPr/>
        </p:nvPicPr>
        <p:blipFill>
          <a:blip r:embed="rId5">
            <a:alphaModFix/>
          </a:blip>
          <a:stretch>
            <a:fillRect/>
          </a:stretch>
        </p:blipFill>
        <p:spPr>
          <a:xfrm>
            <a:off x="3456925" y="233300"/>
            <a:ext cx="5377200" cy="5377200"/>
          </a:xfrm>
          <a:prstGeom prst="rect">
            <a:avLst/>
          </a:prstGeom>
          <a:noFill/>
          <a:ln>
            <a:noFill/>
          </a:ln>
        </p:spPr>
      </p:pic>
      <p:pic>
        <p:nvPicPr>
          <p:cNvPr id="221" name="Google Shape;221;p37" title="School Building | Free SVG"/>
          <p:cNvPicPr preferRelativeResize="0"/>
          <p:nvPr/>
        </p:nvPicPr>
        <p:blipFill>
          <a:blip r:embed="rId6">
            <a:alphaModFix/>
          </a:blip>
          <a:stretch>
            <a:fillRect/>
          </a:stretch>
        </p:blipFill>
        <p:spPr>
          <a:xfrm>
            <a:off x="290525" y="-380375"/>
            <a:ext cx="3455800" cy="3455800"/>
          </a:xfrm>
          <a:prstGeom prst="rect">
            <a:avLst/>
          </a:prstGeom>
          <a:noFill/>
          <a:ln>
            <a:noFill/>
          </a:ln>
        </p:spPr>
      </p:pic>
      <p:sp>
        <p:nvSpPr>
          <p:cNvPr id="222" name="Google Shape;222;p37"/>
          <p:cNvSpPr/>
          <p:nvPr/>
        </p:nvSpPr>
        <p:spPr>
          <a:xfrm>
            <a:off x="1497950" y="2703300"/>
            <a:ext cx="1133100" cy="704400"/>
          </a:xfrm>
          <a:prstGeom prst="wedgeRoundRectCallout">
            <a:avLst>
              <a:gd name="adj1" fmla="val -20833"/>
              <a:gd name="adj2" fmla="val 6250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223" name="Google Shape;223;p37" title="Cute fox | Free SVG"/>
          <p:cNvPicPr preferRelativeResize="0"/>
          <p:nvPr/>
        </p:nvPicPr>
        <p:blipFill>
          <a:blip r:embed="rId7">
            <a:alphaModFix/>
          </a:blip>
          <a:stretch>
            <a:fillRect/>
          </a:stretch>
        </p:blipFill>
        <p:spPr>
          <a:xfrm>
            <a:off x="1544038" y="2532412"/>
            <a:ext cx="948776" cy="948775"/>
          </a:xfrm>
          <a:prstGeom prst="rect">
            <a:avLst/>
          </a:prstGeom>
          <a:noFill/>
          <a:ln>
            <a:noFill/>
          </a:ln>
        </p:spPr>
      </p:pic>
    </p:spTree>
    <p:extLst>
      <p:ext uri="{BB962C8B-B14F-4D97-AF65-F5344CB8AC3E}">
        <p14:creationId xmlns:p14="http://schemas.microsoft.com/office/powerpoint/2010/main" val="26033579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pic>
        <p:nvPicPr>
          <p:cNvPr id="266" name="Google Shape;266;p42"/>
          <p:cNvPicPr preferRelativeResize="0"/>
          <p:nvPr/>
        </p:nvPicPr>
        <p:blipFill>
          <a:blip r:embed="rId3">
            <a:alphaModFix/>
          </a:blip>
          <a:stretch>
            <a:fillRect/>
          </a:stretch>
        </p:blipFill>
        <p:spPr>
          <a:xfrm>
            <a:off x="3334644" y="384525"/>
            <a:ext cx="2323880" cy="2323880"/>
          </a:xfrm>
          <a:prstGeom prst="rect">
            <a:avLst/>
          </a:prstGeom>
          <a:noFill/>
          <a:ln>
            <a:noFill/>
          </a:ln>
        </p:spPr>
      </p:pic>
      <p:pic>
        <p:nvPicPr>
          <p:cNvPr id="267" name="Google Shape;267;p42"/>
          <p:cNvPicPr preferRelativeResize="0"/>
          <p:nvPr/>
        </p:nvPicPr>
        <p:blipFill>
          <a:blip r:embed="rId4">
            <a:alphaModFix/>
          </a:blip>
          <a:stretch>
            <a:fillRect/>
          </a:stretch>
        </p:blipFill>
        <p:spPr>
          <a:xfrm>
            <a:off x="3745149" y="2974100"/>
            <a:ext cx="1313650" cy="1143950"/>
          </a:xfrm>
          <a:prstGeom prst="rect">
            <a:avLst/>
          </a:prstGeom>
          <a:noFill/>
          <a:ln>
            <a:noFill/>
          </a:ln>
        </p:spPr>
      </p:pic>
    </p:spTree>
    <p:extLst>
      <p:ext uri="{BB962C8B-B14F-4D97-AF65-F5344CB8AC3E}">
        <p14:creationId xmlns:p14="http://schemas.microsoft.com/office/powerpoint/2010/main" val="33493295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pic>
        <p:nvPicPr>
          <p:cNvPr id="260" name="Google Shape;260;p41"/>
          <p:cNvPicPr preferRelativeResize="0"/>
          <p:nvPr/>
        </p:nvPicPr>
        <p:blipFill>
          <a:blip r:embed="rId3">
            <a:alphaModFix/>
          </a:blip>
          <a:stretch>
            <a:fillRect/>
          </a:stretch>
        </p:blipFill>
        <p:spPr>
          <a:xfrm>
            <a:off x="3334644" y="384525"/>
            <a:ext cx="2323880" cy="2323880"/>
          </a:xfrm>
          <a:prstGeom prst="rect">
            <a:avLst/>
          </a:prstGeom>
          <a:noFill/>
          <a:ln>
            <a:noFill/>
          </a:ln>
        </p:spPr>
      </p:pic>
      <p:pic>
        <p:nvPicPr>
          <p:cNvPr id="261" name="Google Shape;261;p41" title="Cute fox | Free SVG"/>
          <p:cNvPicPr preferRelativeResize="0"/>
          <p:nvPr/>
        </p:nvPicPr>
        <p:blipFill>
          <a:blip r:embed="rId4">
            <a:alphaModFix/>
          </a:blip>
          <a:stretch>
            <a:fillRect/>
          </a:stretch>
        </p:blipFill>
        <p:spPr>
          <a:xfrm>
            <a:off x="3583000" y="2983150"/>
            <a:ext cx="1357324" cy="1357325"/>
          </a:xfrm>
          <a:prstGeom prst="rect">
            <a:avLst/>
          </a:prstGeom>
          <a:noFill/>
          <a:ln>
            <a:noFill/>
          </a:ln>
        </p:spPr>
      </p:pic>
    </p:spTree>
    <p:extLst>
      <p:ext uri="{BB962C8B-B14F-4D97-AF65-F5344CB8AC3E}">
        <p14:creationId xmlns:p14="http://schemas.microsoft.com/office/powerpoint/2010/main" val="406483278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4" name="Google Shape;294;p44"/>
          <p:cNvSpPr/>
          <p:nvPr/>
        </p:nvSpPr>
        <p:spPr>
          <a:xfrm>
            <a:off x="3775568" y="967894"/>
            <a:ext cx="1592700" cy="697200"/>
          </a:xfrm>
          <a:prstGeom prst="rect">
            <a:avLst/>
          </a:prstGeom>
          <a:solidFill>
            <a:srgbClr val="FFFFFF"/>
          </a:solidFill>
          <a:ln w="76200" cap="flat" cmpd="sng">
            <a:solidFill>
              <a:srgbClr val="FF0000"/>
            </a:solidFill>
            <a:prstDash val="solid"/>
            <a:round/>
            <a:headEnd type="none" w="sm" len="sm"/>
            <a:tailEnd type="none" w="sm" len="sm"/>
          </a:ln>
        </p:spPr>
        <p:txBody>
          <a:bodyPr spcFirstLastPara="1" wrap="square" lIns="0" tIns="0" rIns="0" bIns="0" anchor="ctr" anchorCtr="0">
            <a:noAutofit/>
          </a:bodyPr>
          <a:lstStyle/>
          <a:p>
            <a:pPr marL="0" marR="0" lvl="0" indent="0" algn="l" rtl="0">
              <a:spcBef>
                <a:spcPts val="0"/>
              </a:spcBef>
              <a:spcAft>
                <a:spcPts val="0"/>
              </a:spcAft>
              <a:buNone/>
            </a:pPr>
            <a:endParaRPr sz="500">
              <a:solidFill>
                <a:schemeClr val="dk1"/>
              </a:solidFill>
              <a:latin typeface="Calibri"/>
              <a:ea typeface="Calibri"/>
              <a:cs typeface="Calibri"/>
              <a:sym typeface="Calibri"/>
            </a:endParaRPr>
          </a:p>
        </p:txBody>
      </p:sp>
      <p:sp>
        <p:nvSpPr>
          <p:cNvPr id="295" name="Google Shape;295;p44"/>
          <p:cNvSpPr/>
          <p:nvPr/>
        </p:nvSpPr>
        <p:spPr>
          <a:xfrm>
            <a:off x="4652975" y="1048605"/>
            <a:ext cx="541800" cy="541800"/>
          </a:xfrm>
          <a:prstGeom prst="ellipse">
            <a:avLst/>
          </a:prstGeom>
          <a:solidFill>
            <a:schemeClr val="accent2">
              <a:alpha val="50199"/>
            </a:schemeClr>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96" name="Google Shape;296;p44"/>
          <p:cNvSpPr/>
          <p:nvPr/>
        </p:nvSpPr>
        <p:spPr>
          <a:xfrm>
            <a:off x="3776753" y="148186"/>
            <a:ext cx="1592700" cy="697200"/>
          </a:xfrm>
          <a:prstGeom prst="rect">
            <a:avLst/>
          </a:prstGeom>
          <a:solidFill>
            <a:srgbClr val="FFFFFF"/>
          </a:solidFill>
          <a:ln w="76200" cap="flat" cmpd="sng">
            <a:solidFill>
              <a:srgbClr val="0070C0"/>
            </a:solidFill>
            <a:prstDash val="solid"/>
            <a:round/>
            <a:headEnd type="none" w="sm" len="sm"/>
            <a:tailEnd type="none" w="sm" len="sm"/>
          </a:ln>
        </p:spPr>
        <p:txBody>
          <a:bodyPr spcFirstLastPara="1" wrap="square" lIns="0" tIns="0" rIns="0" bIns="0" anchor="ctr" anchorCtr="0">
            <a:noAutofit/>
          </a:bodyPr>
          <a:lstStyle/>
          <a:p>
            <a:pPr marL="0" marR="0" lvl="0" indent="0" algn="l" rtl="0">
              <a:spcBef>
                <a:spcPts val="0"/>
              </a:spcBef>
              <a:spcAft>
                <a:spcPts val="0"/>
              </a:spcAft>
              <a:buNone/>
            </a:pPr>
            <a:endParaRPr sz="500">
              <a:solidFill>
                <a:schemeClr val="dk1"/>
              </a:solidFill>
              <a:latin typeface="Calibri"/>
              <a:ea typeface="Calibri"/>
              <a:cs typeface="Calibri"/>
              <a:sym typeface="Calibri"/>
            </a:endParaRPr>
          </a:p>
        </p:txBody>
      </p:sp>
      <p:sp>
        <p:nvSpPr>
          <p:cNvPr id="297" name="Google Shape;297;p44"/>
          <p:cNvSpPr/>
          <p:nvPr/>
        </p:nvSpPr>
        <p:spPr>
          <a:xfrm>
            <a:off x="4751702" y="225817"/>
            <a:ext cx="541800" cy="541800"/>
          </a:xfrm>
          <a:prstGeom prst="ellipse">
            <a:avLst/>
          </a:prstGeom>
          <a:solidFill>
            <a:schemeClr val="accent2">
              <a:alpha val="50199"/>
            </a:schemeClr>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98" name="Google Shape;298;p44"/>
          <p:cNvSpPr/>
          <p:nvPr/>
        </p:nvSpPr>
        <p:spPr>
          <a:xfrm>
            <a:off x="3775568" y="1793660"/>
            <a:ext cx="1592700" cy="697200"/>
          </a:xfrm>
          <a:prstGeom prst="rect">
            <a:avLst/>
          </a:prstGeom>
          <a:solidFill>
            <a:srgbClr val="FFFFFF"/>
          </a:solidFill>
          <a:ln w="76200" cap="flat" cmpd="sng">
            <a:solidFill>
              <a:srgbClr val="9A7249"/>
            </a:solidFill>
            <a:prstDash val="solid"/>
            <a:round/>
            <a:headEnd type="none" w="sm" len="sm"/>
            <a:tailEnd type="none" w="sm" len="sm"/>
          </a:ln>
        </p:spPr>
        <p:txBody>
          <a:bodyPr spcFirstLastPara="1" wrap="square" lIns="0" tIns="0" rIns="0" bIns="0" anchor="ctr" anchorCtr="0">
            <a:noAutofit/>
          </a:bodyPr>
          <a:lstStyle/>
          <a:p>
            <a:pPr marL="0" marR="0" lvl="0" indent="0" algn="l" rtl="0">
              <a:spcBef>
                <a:spcPts val="0"/>
              </a:spcBef>
              <a:spcAft>
                <a:spcPts val="0"/>
              </a:spcAft>
              <a:buNone/>
            </a:pPr>
            <a:endParaRPr sz="500">
              <a:solidFill>
                <a:schemeClr val="dk1"/>
              </a:solidFill>
              <a:latin typeface="Calibri"/>
              <a:ea typeface="Calibri"/>
              <a:cs typeface="Calibri"/>
              <a:sym typeface="Calibri"/>
            </a:endParaRPr>
          </a:p>
        </p:txBody>
      </p:sp>
      <p:sp>
        <p:nvSpPr>
          <p:cNvPr id="299" name="Google Shape;299;p44"/>
          <p:cNvSpPr/>
          <p:nvPr/>
        </p:nvSpPr>
        <p:spPr>
          <a:xfrm>
            <a:off x="3775568" y="2620182"/>
            <a:ext cx="1592700" cy="697200"/>
          </a:xfrm>
          <a:prstGeom prst="rect">
            <a:avLst/>
          </a:prstGeom>
          <a:solidFill>
            <a:srgbClr val="FFFFFF"/>
          </a:solidFill>
          <a:ln w="76200" cap="flat" cmpd="sng">
            <a:solidFill>
              <a:srgbClr val="FFC000"/>
            </a:solidFill>
            <a:prstDash val="solid"/>
            <a:round/>
            <a:headEnd type="none" w="sm" len="sm"/>
            <a:tailEnd type="none" w="sm" len="sm"/>
          </a:ln>
        </p:spPr>
        <p:txBody>
          <a:bodyPr spcFirstLastPara="1" wrap="square" lIns="0" tIns="0" rIns="0" bIns="0" anchor="ctr" anchorCtr="0">
            <a:noAutofit/>
          </a:bodyPr>
          <a:lstStyle/>
          <a:p>
            <a:pPr marL="0" marR="0" lvl="0" indent="0" algn="l" rtl="0">
              <a:spcBef>
                <a:spcPts val="0"/>
              </a:spcBef>
              <a:spcAft>
                <a:spcPts val="0"/>
              </a:spcAft>
              <a:buNone/>
            </a:pPr>
            <a:endParaRPr sz="500">
              <a:solidFill>
                <a:schemeClr val="dk1"/>
              </a:solidFill>
              <a:latin typeface="Calibri"/>
              <a:ea typeface="Calibri"/>
              <a:cs typeface="Calibri"/>
              <a:sym typeface="Calibri"/>
            </a:endParaRPr>
          </a:p>
        </p:txBody>
      </p:sp>
      <p:sp>
        <p:nvSpPr>
          <p:cNvPr id="300" name="Google Shape;300;p44"/>
          <p:cNvSpPr/>
          <p:nvPr/>
        </p:nvSpPr>
        <p:spPr>
          <a:xfrm>
            <a:off x="3775568" y="3442295"/>
            <a:ext cx="1592700" cy="697200"/>
          </a:xfrm>
          <a:prstGeom prst="rect">
            <a:avLst/>
          </a:prstGeom>
          <a:solidFill>
            <a:srgbClr val="FFFFFF"/>
          </a:solidFill>
          <a:ln w="76200" cap="flat" cmpd="sng">
            <a:solidFill>
              <a:schemeClr val="dk1"/>
            </a:solidFill>
            <a:prstDash val="solid"/>
            <a:round/>
            <a:headEnd type="none" w="sm" len="sm"/>
            <a:tailEnd type="none" w="sm" len="sm"/>
          </a:ln>
        </p:spPr>
        <p:txBody>
          <a:bodyPr spcFirstLastPara="1" wrap="square" lIns="0" tIns="0" rIns="0" bIns="0" anchor="ctr" anchorCtr="0">
            <a:noAutofit/>
          </a:bodyPr>
          <a:lstStyle/>
          <a:p>
            <a:pPr marL="0" marR="0" lvl="0" indent="0" algn="l" rtl="0">
              <a:spcBef>
                <a:spcPts val="0"/>
              </a:spcBef>
              <a:spcAft>
                <a:spcPts val="0"/>
              </a:spcAft>
              <a:buNone/>
            </a:pPr>
            <a:endParaRPr sz="500">
              <a:solidFill>
                <a:schemeClr val="dk1"/>
              </a:solidFill>
              <a:latin typeface="Calibri"/>
              <a:ea typeface="Calibri"/>
              <a:cs typeface="Calibri"/>
              <a:sym typeface="Calibri"/>
            </a:endParaRPr>
          </a:p>
        </p:txBody>
      </p:sp>
      <p:sp>
        <p:nvSpPr>
          <p:cNvPr id="301" name="Google Shape;301;p44"/>
          <p:cNvSpPr/>
          <p:nvPr/>
        </p:nvSpPr>
        <p:spPr>
          <a:xfrm>
            <a:off x="4552173" y="1867106"/>
            <a:ext cx="541800" cy="541800"/>
          </a:xfrm>
          <a:prstGeom prst="ellipse">
            <a:avLst/>
          </a:prstGeom>
          <a:solidFill>
            <a:schemeClr val="accent2">
              <a:alpha val="50199"/>
            </a:schemeClr>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302" name="Google Shape;302;p44"/>
          <p:cNvSpPr/>
          <p:nvPr/>
        </p:nvSpPr>
        <p:spPr>
          <a:xfrm>
            <a:off x="4489307" y="2688926"/>
            <a:ext cx="541800" cy="541800"/>
          </a:xfrm>
          <a:prstGeom prst="ellipse">
            <a:avLst/>
          </a:prstGeom>
          <a:solidFill>
            <a:schemeClr val="accent2">
              <a:alpha val="50199"/>
            </a:schemeClr>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303" name="Google Shape;303;p44"/>
          <p:cNvSpPr/>
          <p:nvPr/>
        </p:nvSpPr>
        <p:spPr>
          <a:xfrm>
            <a:off x="4407803" y="3518126"/>
            <a:ext cx="541800" cy="541800"/>
          </a:xfrm>
          <a:prstGeom prst="ellipse">
            <a:avLst/>
          </a:prstGeom>
          <a:solidFill>
            <a:schemeClr val="accent2">
              <a:alpha val="50199"/>
            </a:schemeClr>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304" name="Google Shape;304;p44"/>
          <p:cNvSpPr/>
          <p:nvPr/>
        </p:nvSpPr>
        <p:spPr>
          <a:xfrm>
            <a:off x="3775568" y="4273812"/>
            <a:ext cx="1592700" cy="697200"/>
          </a:xfrm>
          <a:prstGeom prst="rect">
            <a:avLst/>
          </a:prstGeom>
          <a:solidFill>
            <a:srgbClr val="FFFFFF"/>
          </a:solidFill>
          <a:ln w="76200" cap="flat" cmpd="sng">
            <a:solidFill>
              <a:srgbClr val="FF95CA"/>
            </a:solidFill>
            <a:prstDash val="solid"/>
            <a:round/>
            <a:headEnd type="none" w="sm" len="sm"/>
            <a:tailEnd type="none" w="sm" len="sm"/>
          </a:ln>
        </p:spPr>
        <p:txBody>
          <a:bodyPr spcFirstLastPara="1" wrap="square" lIns="0" tIns="0" rIns="0" bIns="0" anchor="ctr" anchorCtr="0">
            <a:noAutofit/>
          </a:bodyPr>
          <a:lstStyle/>
          <a:p>
            <a:pPr marL="0" marR="0" lvl="0" indent="0" algn="l" rtl="0">
              <a:spcBef>
                <a:spcPts val="0"/>
              </a:spcBef>
              <a:spcAft>
                <a:spcPts val="0"/>
              </a:spcAft>
              <a:buNone/>
            </a:pPr>
            <a:endParaRPr sz="500">
              <a:solidFill>
                <a:schemeClr val="dk1"/>
              </a:solidFill>
              <a:latin typeface="Calibri"/>
              <a:ea typeface="Calibri"/>
              <a:cs typeface="Calibri"/>
              <a:sym typeface="Calibri"/>
            </a:endParaRPr>
          </a:p>
        </p:txBody>
      </p:sp>
      <p:sp>
        <p:nvSpPr>
          <p:cNvPr id="305" name="Google Shape;305;p44"/>
          <p:cNvSpPr/>
          <p:nvPr/>
        </p:nvSpPr>
        <p:spPr>
          <a:xfrm>
            <a:off x="4345059" y="4346244"/>
            <a:ext cx="541800" cy="541800"/>
          </a:xfrm>
          <a:prstGeom prst="ellipse">
            <a:avLst/>
          </a:prstGeom>
          <a:solidFill>
            <a:schemeClr val="accent2">
              <a:alpha val="50199"/>
            </a:schemeClr>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306" name="Google Shape;306;p44"/>
          <p:cNvSpPr/>
          <p:nvPr/>
        </p:nvSpPr>
        <p:spPr>
          <a:xfrm>
            <a:off x="3866000" y="219450"/>
            <a:ext cx="541800" cy="541800"/>
          </a:xfrm>
          <a:prstGeom prst="ellipse">
            <a:avLst/>
          </a:prstGeom>
          <a:solidFill>
            <a:srgbClr val="7030A0">
              <a:alpha val="50199"/>
            </a:srgbClr>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700">
              <a:solidFill>
                <a:srgbClr val="000000"/>
              </a:solidFill>
              <a:latin typeface="Calibri"/>
              <a:ea typeface="Calibri"/>
              <a:cs typeface="Calibri"/>
              <a:sym typeface="Calibri"/>
            </a:endParaRPr>
          </a:p>
        </p:txBody>
      </p:sp>
      <p:sp>
        <p:nvSpPr>
          <p:cNvPr id="307" name="Google Shape;307;p44"/>
          <p:cNvSpPr/>
          <p:nvPr/>
        </p:nvSpPr>
        <p:spPr>
          <a:xfrm>
            <a:off x="3947500" y="1048600"/>
            <a:ext cx="541800" cy="541800"/>
          </a:xfrm>
          <a:prstGeom prst="ellipse">
            <a:avLst/>
          </a:prstGeom>
          <a:solidFill>
            <a:srgbClr val="7030A0">
              <a:alpha val="50199"/>
            </a:srgbClr>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700">
              <a:solidFill>
                <a:srgbClr val="000000"/>
              </a:solidFill>
              <a:latin typeface="Calibri"/>
              <a:ea typeface="Calibri"/>
              <a:cs typeface="Calibri"/>
              <a:sym typeface="Calibri"/>
            </a:endParaRPr>
          </a:p>
        </p:txBody>
      </p:sp>
      <p:sp>
        <p:nvSpPr>
          <p:cNvPr id="308" name="Google Shape;308;p44"/>
          <p:cNvSpPr/>
          <p:nvPr/>
        </p:nvSpPr>
        <p:spPr>
          <a:xfrm>
            <a:off x="4036150" y="1871738"/>
            <a:ext cx="541800" cy="541800"/>
          </a:xfrm>
          <a:prstGeom prst="ellipse">
            <a:avLst/>
          </a:prstGeom>
          <a:solidFill>
            <a:srgbClr val="7030A0">
              <a:alpha val="50199"/>
            </a:srgbClr>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700">
              <a:solidFill>
                <a:srgbClr val="000000"/>
              </a:solidFill>
              <a:latin typeface="Calibri"/>
              <a:ea typeface="Calibri"/>
              <a:cs typeface="Calibri"/>
              <a:sym typeface="Calibri"/>
            </a:endParaRPr>
          </a:p>
        </p:txBody>
      </p:sp>
      <p:sp>
        <p:nvSpPr>
          <p:cNvPr id="309" name="Google Shape;309;p44"/>
          <p:cNvSpPr/>
          <p:nvPr/>
        </p:nvSpPr>
        <p:spPr>
          <a:xfrm>
            <a:off x="4111175" y="2695663"/>
            <a:ext cx="541800" cy="541800"/>
          </a:xfrm>
          <a:prstGeom prst="ellipse">
            <a:avLst/>
          </a:prstGeom>
          <a:solidFill>
            <a:srgbClr val="7030A0">
              <a:alpha val="50199"/>
            </a:srgbClr>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700">
              <a:solidFill>
                <a:srgbClr val="000000"/>
              </a:solidFill>
              <a:latin typeface="Calibri"/>
              <a:ea typeface="Calibri"/>
              <a:cs typeface="Calibri"/>
              <a:sym typeface="Calibri"/>
            </a:endParaRPr>
          </a:p>
        </p:txBody>
      </p:sp>
      <p:sp>
        <p:nvSpPr>
          <p:cNvPr id="310" name="Google Shape;310;p44"/>
          <p:cNvSpPr/>
          <p:nvPr/>
        </p:nvSpPr>
        <p:spPr>
          <a:xfrm>
            <a:off x="4209900" y="3524675"/>
            <a:ext cx="541800" cy="541800"/>
          </a:xfrm>
          <a:prstGeom prst="ellipse">
            <a:avLst/>
          </a:prstGeom>
          <a:solidFill>
            <a:srgbClr val="7030A0">
              <a:alpha val="50199"/>
            </a:srgbClr>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700">
              <a:solidFill>
                <a:srgbClr val="000000"/>
              </a:solidFill>
              <a:latin typeface="Calibri"/>
              <a:ea typeface="Calibri"/>
              <a:cs typeface="Calibri"/>
              <a:sym typeface="Calibri"/>
            </a:endParaRPr>
          </a:p>
        </p:txBody>
      </p:sp>
      <p:sp>
        <p:nvSpPr>
          <p:cNvPr id="311" name="Google Shape;311;p44"/>
          <p:cNvSpPr/>
          <p:nvPr/>
        </p:nvSpPr>
        <p:spPr>
          <a:xfrm>
            <a:off x="4253125" y="4344313"/>
            <a:ext cx="541800" cy="541800"/>
          </a:xfrm>
          <a:prstGeom prst="ellipse">
            <a:avLst/>
          </a:prstGeom>
          <a:solidFill>
            <a:srgbClr val="7030A0">
              <a:alpha val="50199"/>
            </a:srgbClr>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700">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75034317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43"/>
          <p:cNvSpPr/>
          <p:nvPr/>
        </p:nvSpPr>
        <p:spPr>
          <a:xfrm>
            <a:off x="3775568" y="967894"/>
            <a:ext cx="1592700" cy="697200"/>
          </a:xfrm>
          <a:prstGeom prst="rect">
            <a:avLst/>
          </a:prstGeom>
          <a:solidFill>
            <a:srgbClr val="FFFFFF"/>
          </a:solidFill>
          <a:ln w="76200" cap="flat" cmpd="sng">
            <a:solidFill>
              <a:srgbClr val="FF0000"/>
            </a:solidFill>
            <a:prstDash val="solid"/>
            <a:round/>
            <a:headEnd type="none" w="sm" len="sm"/>
            <a:tailEnd type="none" w="sm" len="sm"/>
          </a:ln>
        </p:spPr>
        <p:txBody>
          <a:bodyPr spcFirstLastPara="1" wrap="square" lIns="0" tIns="0" rIns="0" bIns="0" anchor="ctr" anchorCtr="0">
            <a:noAutofit/>
          </a:bodyPr>
          <a:lstStyle/>
          <a:p>
            <a:pPr marL="0" marR="0" lvl="0" indent="0" algn="l" rtl="0">
              <a:spcBef>
                <a:spcPts val="0"/>
              </a:spcBef>
              <a:spcAft>
                <a:spcPts val="0"/>
              </a:spcAft>
              <a:buNone/>
            </a:pPr>
            <a:endParaRPr sz="500">
              <a:solidFill>
                <a:schemeClr val="dk1"/>
              </a:solidFill>
              <a:latin typeface="Calibri"/>
              <a:ea typeface="Calibri"/>
              <a:cs typeface="Calibri"/>
              <a:sym typeface="Calibri"/>
            </a:endParaRPr>
          </a:p>
        </p:txBody>
      </p:sp>
      <p:sp>
        <p:nvSpPr>
          <p:cNvPr id="273" name="Google Shape;273;p43"/>
          <p:cNvSpPr/>
          <p:nvPr/>
        </p:nvSpPr>
        <p:spPr>
          <a:xfrm>
            <a:off x="4652975" y="1048605"/>
            <a:ext cx="541800" cy="541800"/>
          </a:xfrm>
          <a:prstGeom prst="ellipse">
            <a:avLst/>
          </a:prstGeom>
          <a:solidFill>
            <a:srgbClr val="9FC5E8"/>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74" name="Google Shape;274;p43"/>
          <p:cNvSpPr/>
          <p:nvPr/>
        </p:nvSpPr>
        <p:spPr>
          <a:xfrm>
            <a:off x="3776753" y="148186"/>
            <a:ext cx="1592700" cy="697200"/>
          </a:xfrm>
          <a:prstGeom prst="rect">
            <a:avLst/>
          </a:prstGeom>
          <a:solidFill>
            <a:srgbClr val="FFFFFF"/>
          </a:solidFill>
          <a:ln w="76200" cap="flat" cmpd="sng">
            <a:solidFill>
              <a:srgbClr val="0070C0"/>
            </a:solidFill>
            <a:prstDash val="solid"/>
            <a:round/>
            <a:headEnd type="none" w="sm" len="sm"/>
            <a:tailEnd type="none" w="sm" len="sm"/>
          </a:ln>
        </p:spPr>
        <p:txBody>
          <a:bodyPr spcFirstLastPara="1" wrap="square" lIns="0" tIns="0" rIns="0" bIns="0" anchor="ctr" anchorCtr="0">
            <a:noAutofit/>
          </a:bodyPr>
          <a:lstStyle/>
          <a:p>
            <a:pPr marL="0" marR="0" lvl="0" indent="0" algn="l" rtl="0">
              <a:spcBef>
                <a:spcPts val="0"/>
              </a:spcBef>
              <a:spcAft>
                <a:spcPts val="0"/>
              </a:spcAft>
              <a:buNone/>
            </a:pPr>
            <a:endParaRPr sz="500">
              <a:solidFill>
                <a:schemeClr val="dk1"/>
              </a:solidFill>
              <a:latin typeface="Calibri"/>
              <a:ea typeface="Calibri"/>
              <a:cs typeface="Calibri"/>
              <a:sym typeface="Calibri"/>
            </a:endParaRPr>
          </a:p>
        </p:txBody>
      </p:sp>
      <p:sp>
        <p:nvSpPr>
          <p:cNvPr id="275" name="Google Shape;275;p43"/>
          <p:cNvSpPr/>
          <p:nvPr/>
        </p:nvSpPr>
        <p:spPr>
          <a:xfrm>
            <a:off x="4751702" y="225817"/>
            <a:ext cx="541800" cy="541800"/>
          </a:xfrm>
          <a:prstGeom prst="ellipse">
            <a:avLst/>
          </a:prstGeom>
          <a:solidFill>
            <a:srgbClr val="9FC5E8"/>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76" name="Google Shape;276;p43"/>
          <p:cNvSpPr/>
          <p:nvPr/>
        </p:nvSpPr>
        <p:spPr>
          <a:xfrm>
            <a:off x="3775568" y="1793660"/>
            <a:ext cx="1592700" cy="697200"/>
          </a:xfrm>
          <a:prstGeom prst="rect">
            <a:avLst/>
          </a:prstGeom>
          <a:solidFill>
            <a:srgbClr val="FFFFFF"/>
          </a:solidFill>
          <a:ln w="76200" cap="flat" cmpd="sng">
            <a:solidFill>
              <a:srgbClr val="9A7249"/>
            </a:solidFill>
            <a:prstDash val="solid"/>
            <a:round/>
            <a:headEnd type="none" w="sm" len="sm"/>
            <a:tailEnd type="none" w="sm" len="sm"/>
          </a:ln>
        </p:spPr>
        <p:txBody>
          <a:bodyPr spcFirstLastPara="1" wrap="square" lIns="0" tIns="0" rIns="0" bIns="0" anchor="ctr" anchorCtr="0">
            <a:noAutofit/>
          </a:bodyPr>
          <a:lstStyle/>
          <a:p>
            <a:pPr marL="0" marR="0" lvl="0" indent="0" algn="l" rtl="0">
              <a:spcBef>
                <a:spcPts val="0"/>
              </a:spcBef>
              <a:spcAft>
                <a:spcPts val="0"/>
              </a:spcAft>
              <a:buNone/>
            </a:pPr>
            <a:endParaRPr sz="500">
              <a:solidFill>
                <a:schemeClr val="dk1"/>
              </a:solidFill>
              <a:latin typeface="Calibri"/>
              <a:ea typeface="Calibri"/>
              <a:cs typeface="Calibri"/>
              <a:sym typeface="Calibri"/>
            </a:endParaRPr>
          </a:p>
        </p:txBody>
      </p:sp>
      <p:sp>
        <p:nvSpPr>
          <p:cNvPr id="277" name="Google Shape;277;p43"/>
          <p:cNvSpPr/>
          <p:nvPr/>
        </p:nvSpPr>
        <p:spPr>
          <a:xfrm>
            <a:off x="3775568" y="2620182"/>
            <a:ext cx="1592700" cy="697200"/>
          </a:xfrm>
          <a:prstGeom prst="rect">
            <a:avLst/>
          </a:prstGeom>
          <a:solidFill>
            <a:srgbClr val="FFFFFF"/>
          </a:solidFill>
          <a:ln w="76200" cap="flat" cmpd="sng">
            <a:solidFill>
              <a:srgbClr val="FFC000"/>
            </a:solidFill>
            <a:prstDash val="solid"/>
            <a:round/>
            <a:headEnd type="none" w="sm" len="sm"/>
            <a:tailEnd type="none" w="sm" len="sm"/>
          </a:ln>
        </p:spPr>
        <p:txBody>
          <a:bodyPr spcFirstLastPara="1" wrap="square" lIns="0" tIns="0" rIns="0" bIns="0" anchor="ctr" anchorCtr="0">
            <a:noAutofit/>
          </a:bodyPr>
          <a:lstStyle/>
          <a:p>
            <a:pPr marL="0" marR="0" lvl="0" indent="0" algn="l" rtl="0">
              <a:spcBef>
                <a:spcPts val="0"/>
              </a:spcBef>
              <a:spcAft>
                <a:spcPts val="0"/>
              </a:spcAft>
              <a:buNone/>
            </a:pPr>
            <a:endParaRPr sz="500">
              <a:solidFill>
                <a:schemeClr val="dk1"/>
              </a:solidFill>
              <a:latin typeface="Calibri"/>
              <a:ea typeface="Calibri"/>
              <a:cs typeface="Calibri"/>
              <a:sym typeface="Calibri"/>
            </a:endParaRPr>
          </a:p>
        </p:txBody>
      </p:sp>
      <p:sp>
        <p:nvSpPr>
          <p:cNvPr id="278" name="Google Shape;278;p43"/>
          <p:cNvSpPr/>
          <p:nvPr/>
        </p:nvSpPr>
        <p:spPr>
          <a:xfrm>
            <a:off x="3775568" y="3442295"/>
            <a:ext cx="1592700" cy="697200"/>
          </a:xfrm>
          <a:prstGeom prst="rect">
            <a:avLst/>
          </a:prstGeom>
          <a:solidFill>
            <a:srgbClr val="FFFFFF"/>
          </a:solidFill>
          <a:ln w="76200" cap="flat" cmpd="sng">
            <a:solidFill>
              <a:schemeClr val="dk1"/>
            </a:solidFill>
            <a:prstDash val="solid"/>
            <a:round/>
            <a:headEnd type="none" w="sm" len="sm"/>
            <a:tailEnd type="none" w="sm" len="sm"/>
          </a:ln>
        </p:spPr>
        <p:txBody>
          <a:bodyPr spcFirstLastPara="1" wrap="square" lIns="0" tIns="0" rIns="0" bIns="0" anchor="ctr" anchorCtr="0">
            <a:noAutofit/>
          </a:bodyPr>
          <a:lstStyle/>
          <a:p>
            <a:pPr marL="0" marR="0" lvl="0" indent="0" algn="l" rtl="0">
              <a:spcBef>
                <a:spcPts val="0"/>
              </a:spcBef>
              <a:spcAft>
                <a:spcPts val="0"/>
              </a:spcAft>
              <a:buNone/>
            </a:pPr>
            <a:endParaRPr sz="500">
              <a:solidFill>
                <a:schemeClr val="dk1"/>
              </a:solidFill>
              <a:latin typeface="Calibri"/>
              <a:ea typeface="Calibri"/>
              <a:cs typeface="Calibri"/>
              <a:sym typeface="Calibri"/>
            </a:endParaRPr>
          </a:p>
        </p:txBody>
      </p:sp>
      <p:sp>
        <p:nvSpPr>
          <p:cNvPr id="279" name="Google Shape;279;p43"/>
          <p:cNvSpPr/>
          <p:nvPr/>
        </p:nvSpPr>
        <p:spPr>
          <a:xfrm>
            <a:off x="4552173" y="1867106"/>
            <a:ext cx="541800" cy="541800"/>
          </a:xfrm>
          <a:prstGeom prst="ellipse">
            <a:avLst/>
          </a:prstGeom>
          <a:solidFill>
            <a:srgbClr val="9FC5E8"/>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80" name="Google Shape;280;p43"/>
          <p:cNvSpPr/>
          <p:nvPr/>
        </p:nvSpPr>
        <p:spPr>
          <a:xfrm>
            <a:off x="4489307" y="2688926"/>
            <a:ext cx="541800" cy="541800"/>
          </a:xfrm>
          <a:prstGeom prst="ellipse">
            <a:avLst/>
          </a:prstGeom>
          <a:solidFill>
            <a:srgbClr val="9FC5E8"/>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81" name="Google Shape;281;p43"/>
          <p:cNvSpPr/>
          <p:nvPr/>
        </p:nvSpPr>
        <p:spPr>
          <a:xfrm>
            <a:off x="4407803" y="3518126"/>
            <a:ext cx="541800" cy="541800"/>
          </a:xfrm>
          <a:prstGeom prst="ellipse">
            <a:avLst/>
          </a:prstGeom>
          <a:solidFill>
            <a:srgbClr val="9FC5E8"/>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82" name="Google Shape;282;p43"/>
          <p:cNvSpPr/>
          <p:nvPr/>
        </p:nvSpPr>
        <p:spPr>
          <a:xfrm>
            <a:off x="3775568" y="4273812"/>
            <a:ext cx="1592700" cy="697200"/>
          </a:xfrm>
          <a:prstGeom prst="rect">
            <a:avLst/>
          </a:prstGeom>
          <a:solidFill>
            <a:srgbClr val="FFFFFF"/>
          </a:solidFill>
          <a:ln w="76200" cap="flat" cmpd="sng">
            <a:solidFill>
              <a:srgbClr val="FF95CA"/>
            </a:solidFill>
            <a:prstDash val="solid"/>
            <a:round/>
            <a:headEnd type="none" w="sm" len="sm"/>
            <a:tailEnd type="none" w="sm" len="sm"/>
          </a:ln>
        </p:spPr>
        <p:txBody>
          <a:bodyPr spcFirstLastPara="1" wrap="square" lIns="0" tIns="0" rIns="0" bIns="0" anchor="ctr" anchorCtr="0">
            <a:noAutofit/>
          </a:bodyPr>
          <a:lstStyle/>
          <a:p>
            <a:pPr marL="0" marR="0" lvl="0" indent="0" algn="l" rtl="0">
              <a:spcBef>
                <a:spcPts val="0"/>
              </a:spcBef>
              <a:spcAft>
                <a:spcPts val="0"/>
              </a:spcAft>
              <a:buNone/>
            </a:pPr>
            <a:endParaRPr sz="500">
              <a:solidFill>
                <a:schemeClr val="dk1"/>
              </a:solidFill>
              <a:latin typeface="Calibri"/>
              <a:ea typeface="Calibri"/>
              <a:cs typeface="Calibri"/>
              <a:sym typeface="Calibri"/>
            </a:endParaRPr>
          </a:p>
        </p:txBody>
      </p:sp>
      <p:sp>
        <p:nvSpPr>
          <p:cNvPr id="283" name="Google Shape;283;p43"/>
          <p:cNvSpPr/>
          <p:nvPr/>
        </p:nvSpPr>
        <p:spPr>
          <a:xfrm>
            <a:off x="4345059" y="4346244"/>
            <a:ext cx="541800" cy="541800"/>
          </a:xfrm>
          <a:prstGeom prst="ellipse">
            <a:avLst/>
          </a:prstGeom>
          <a:solidFill>
            <a:srgbClr val="9FC5E8"/>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84" name="Google Shape;284;p43"/>
          <p:cNvSpPr/>
          <p:nvPr/>
        </p:nvSpPr>
        <p:spPr>
          <a:xfrm>
            <a:off x="3866000" y="219450"/>
            <a:ext cx="541800" cy="541800"/>
          </a:xfrm>
          <a:prstGeom prst="ellipse">
            <a:avLst/>
          </a:prstGeom>
          <a:solidFill>
            <a:srgbClr val="7030A0">
              <a:alpha val="50199"/>
            </a:srgbClr>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700">
              <a:solidFill>
                <a:srgbClr val="000000"/>
              </a:solidFill>
              <a:latin typeface="Calibri"/>
              <a:ea typeface="Calibri"/>
              <a:cs typeface="Calibri"/>
              <a:sym typeface="Calibri"/>
            </a:endParaRPr>
          </a:p>
        </p:txBody>
      </p:sp>
      <p:sp>
        <p:nvSpPr>
          <p:cNvPr id="285" name="Google Shape;285;p43"/>
          <p:cNvSpPr/>
          <p:nvPr/>
        </p:nvSpPr>
        <p:spPr>
          <a:xfrm>
            <a:off x="3947500" y="1048600"/>
            <a:ext cx="541800" cy="541800"/>
          </a:xfrm>
          <a:prstGeom prst="ellipse">
            <a:avLst/>
          </a:prstGeom>
          <a:solidFill>
            <a:srgbClr val="7030A0">
              <a:alpha val="50199"/>
            </a:srgbClr>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700">
              <a:solidFill>
                <a:srgbClr val="000000"/>
              </a:solidFill>
              <a:latin typeface="Calibri"/>
              <a:ea typeface="Calibri"/>
              <a:cs typeface="Calibri"/>
              <a:sym typeface="Calibri"/>
            </a:endParaRPr>
          </a:p>
        </p:txBody>
      </p:sp>
      <p:sp>
        <p:nvSpPr>
          <p:cNvPr id="286" name="Google Shape;286;p43"/>
          <p:cNvSpPr/>
          <p:nvPr/>
        </p:nvSpPr>
        <p:spPr>
          <a:xfrm>
            <a:off x="4036150" y="1871738"/>
            <a:ext cx="541800" cy="541800"/>
          </a:xfrm>
          <a:prstGeom prst="ellipse">
            <a:avLst/>
          </a:prstGeom>
          <a:solidFill>
            <a:srgbClr val="7030A0">
              <a:alpha val="50199"/>
            </a:srgbClr>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700">
              <a:solidFill>
                <a:srgbClr val="000000"/>
              </a:solidFill>
              <a:latin typeface="Calibri"/>
              <a:ea typeface="Calibri"/>
              <a:cs typeface="Calibri"/>
              <a:sym typeface="Calibri"/>
            </a:endParaRPr>
          </a:p>
        </p:txBody>
      </p:sp>
      <p:sp>
        <p:nvSpPr>
          <p:cNvPr id="287" name="Google Shape;287;p43"/>
          <p:cNvSpPr/>
          <p:nvPr/>
        </p:nvSpPr>
        <p:spPr>
          <a:xfrm>
            <a:off x="4111175" y="2695663"/>
            <a:ext cx="541800" cy="541800"/>
          </a:xfrm>
          <a:prstGeom prst="ellipse">
            <a:avLst/>
          </a:prstGeom>
          <a:solidFill>
            <a:srgbClr val="7030A0">
              <a:alpha val="50199"/>
            </a:srgbClr>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700">
              <a:solidFill>
                <a:srgbClr val="000000"/>
              </a:solidFill>
              <a:latin typeface="Calibri"/>
              <a:ea typeface="Calibri"/>
              <a:cs typeface="Calibri"/>
              <a:sym typeface="Calibri"/>
            </a:endParaRPr>
          </a:p>
        </p:txBody>
      </p:sp>
      <p:sp>
        <p:nvSpPr>
          <p:cNvPr id="288" name="Google Shape;288;p43"/>
          <p:cNvSpPr/>
          <p:nvPr/>
        </p:nvSpPr>
        <p:spPr>
          <a:xfrm>
            <a:off x="4209900" y="3524675"/>
            <a:ext cx="541800" cy="541800"/>
          </a:xfrm>
          <a:prstGeom prst="ellipse">
            <a:avLst/>
          </a:prstGeom>
          <a:solidFill>
            <a:srgbClr val="7030A0">
              <a:alpha val="50199"/>
            </a:srgbClr>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700">
              <a:solidFill>
                <a:srgbClr val="000000"/>
              </a:solidFill>
              <a:latin typeface="Calibri"/>
              <a:ea typeface="Calibri"/>
              <a:cs typeface="Calibri"/>
              <a:sym typeface="Calibri"/>
            </a:endParaRPr>
          </a:p>
        </p:txBody>
      </p:sp>
      <p:sp>
        <p:nvSpPr>
          <p:cNvPr id="289" name="Google Shape;289;p43"/>
          <p:cNvSpPr/>
          <p:nvPr/>
        </p:nvSpPr>
        <p:spPr>
          <a:xfrm>
            <a:off x="4253125" y="4344313"/>
            <a:ext cx="541800" cy="541800"/>
          </a:xfrm>
          <a:prstGeom prst="ellipse">
            <a:avLst/>
          </a:prstGeom>
          <a:solidFill>
            <a:srgbClr val="7030A0">
              <a:alpha val="50199"/>
            </a:srgbClr>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700">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13684749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pic>
        <p:nvPicPr>
          <p:cNvPr id="316" name="Google Shape;316;p45" descr="A cartoon character with orange and white face&#10;&#10;Description automatically generated"/>
          <p:cNvPicPr preferRelativeResize="0"/>
          <p:nvPr/>
        </p:nvPicPr>
        <p:blipFill rotWithShape="1">
          <a:blip r:embed="rId3">
            <a:alphaModFix/>
          </a:blip>
          <a:srcRect/>
          <a:stretch/>
        </p:blipFill>
        <p:spPr>
          <a:xfrm>
            <a:off x="5089824" y="1635305"/>
            <a:ext cx="1533500" cy="1872901"/>
          </a:xfrm>
          <a:prstGeom prst="rect">
            <a:avLst/>
          </a:prstGeom>
          <a:noFill/>
          <a:ln>
            <a:noFill/>
          </a:ln>
        </p:spPr>
      </p:pic>
      <p:pic>
        <p:nvPicPr>
          <p:cNvPr id="317" name="Google Shape;317;p45" descr="A cartoon character with orange and white face&#10;&#10;Description automatically generated"/>
          <p:cNvPicPr preferRelativeResize="0"/>
          <p:nvPr/>
        </p:nvPicPr>
        <p:blipFill rotWithShape="1">
          <a:blip r:embed="rId4">
            <a:alphaModFix/>
          </a:blip>
          <a:srcRect/>
          <a:stretch/>
        </p:blipFill>
        <p:spPr>
          <a:xfrm>
            <a:off x="2194554" y="1635317"/>
            <a:ext cx="1533500" cy="1872889"/>
          </a:xfrm>
          <a:prstGeom prst="rect">
            <a:avLst/>
          </a:prstGeom>
          <a:noFill/>
          <a:ln>
            <a:noFill/>
          </a:ln>
        </p:spPr>
      </p:pic>
      <p:sp>
        <p:nvSpPr>
          <p:cNvPr id="318" name="Google Shape;318;p45"/>
          <p:cNvSpPr txBox="1"/>
          <p:nvPr/>
        </p:nvSpPr>
        <p:spPr>
          <a:xfrm>
            <a:off x="2517750" y="874241"/>
            <a:ext cx="41085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dirty="0">
                <a:solidFill>
                  <a:schemeClr val="dk2"/>
                </a:solidFill>
              </a:rPr>
              <a:t>Who do you think is a better friend?</a:t>
            </a:r>
            <a:endParaRPr sz="1800" dirty="0">
              <a:solidFill>
                <a:schemeClr val="dk2"/>
              </a:solidFill>
            </a:endParaRPr>
          </a:p>
        </p:txBody>
      </p:sp>
    </p:spTree>
    <p:extLst>
      <p:ext uri="{BB962C8B-B14F-4D97-AF65-F5344CB8AC3E}">
        <p14:creationId xmlns:p14="http://schemas.microsoft.com/office/powerpoint/2010/main" val="279681165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pic>
        <p:nvPicPr>
          <p:cNvPr id="323" name="Google Shape;323;p46" descr="A cartoon character with orange and white face&#10;&#10;Description automatically generated"/>
          <p:cNvPicPr preferRelativeResize="0"/>
          <p:nvPr/>
        </p:nvPicPr>
        <p:blipFill rotWithShape="1">
          <a:blip r:embed="rId3">
            <a:alphaModFix/>
          </a:blip>
          <a:srcRect/>
          <a:stretch/>
        </p:blipFill>
        <p:spPr>
          <a:xfrm>
            <a:off x="5376675" y="1890245"/>
            <a:ext cx="1533500" cy="1872901"/>
          </a:xfrm>
          <a:prstGeom prst="rect">
            <a:avLst/>
          </a:prstGeom>
          <a:noFill/>
          <a:ln>
            <a:noFill/>
          </a:ln>
        </p:spPr>
      </p:pic>
      <p:pic>
        <p:nvPicPr>
          <p:cNvPr id="324" name="Google Shape;324;p46" descr="A cartoon character with orange and white face&#10;&#10;Description automatically generated"/>
          <p:cNvPicPr preferRelativeResize="0"/>
          <p:nvPr/>
        </p:nvPicPr>
        <p:blipFill rotWithShape="1">
          <a:blip r:embed="rId4">
            <a:alphaModFix/>
          </a:blip>
          <a:srcRect/>
          <a:stretch/>
        </p:blipFill>
        <p:spPr>
          <a:xfrm>
            <a:off x="2129728" y="1890257"/>
            <a:ext cx="1533500" cy="1872889"/>
          </a:xfrm>
          <a:prstGeom prst="rect">
            <a:avLst/>
          </a:prstGeom>
          <a:noFill/>
          <a:ln>
            <a:noFill/>
          </a:ln>
        </p:spPr>
      </p:pic>
      <p:pic>
        <p:nvPicPr>
          <p:cNvPr id="325" name="Google Shape;325;p46" descr="Vanilla ice cream in cone vector image | Free SVG"/>
          <p:cNvPicPr preferRelativeResize="0"/>
          <p:nvPr/>
        </p:nvPicPr>
        <p:blipFill>
          <a:blip r:embed="rId5">
            <a:alphaModFix/>
          </a:blip>
          <a:stretch>
            <a:fillRect/>
          </a:stretch>
        </p:blipFill>
        <p:spPr>
          <a:xfrm>
            <a:off x="3767325" y="2270092"/>
            <a:ext cx="1609350" cy="1609350"/>
          </a:xfrm>
          <a:prstGeom prst="rect">
            <a:avLst/>
          </a:prstGeom>
          <a:noFill/>
          <a:ln>
            <a:noFill/>
          </a:ln>
        </p:spPr>
      </p:pic>
    </p:spTree>
    <p:extLst>
      <p:ext uri="{BB962C8B-B14F-4D97-AF65-F5344CB8AC3E}">
        <p14:creationId xmlns:p14="http://schemas.microsoft.com/office/powerpoint/2010/main" val="395481032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29"/>
        <p:cNvGrpSpPr/>
        <p:nvPr/>
      </p:nvGrpSpPr>
      <p:grpSpPr>
        <a:xfrm>
          <a:off x="0" y="0"/>
          <a:ext cx="0" cy="0"/>
          <a:chOff x="0" y="0"/>
          <a:chExt cx="0" cy="0"/>
        </a:xfrm>
      </p:grpSpPr>
      <p:pic>
        <p:nvPicPr>
          <p:cNvPr id="330" name="Google Shape;330;p47" descr="A cartoon character with orange and white face&#10;&#10;Description automatically generated"/>
          <p:cNvPicPr preferRelativeResize="0"/>
          <p:nvPr/>
        </p:nvPicPr>
        <p:blipFill rotWithShape="1">
          <a:blip r:embed="rId3">
            <a:alphaModFix/>
          </a:blip>
          <a:srcRect/>
          <a:stretch/>
        </p:blipFill>
        <p:spPr>
          <a:xfrm>
            <a:off x="5640155" y="1635299"/>
            <a:ext cx="1533500" cy="1872901"/>
          </a:xfrm>
          <a:prstGeom prst="rect">
            <a:avLst/>
          </a:prstGeom>
          <a:noFill/>
          <a:ln>
            <a:noFill/>
          </a:ln>
        </p:spPr>
      </p:pic>
      <p:pic>
        <p:nvPicPr>
          <p:cNvPr id="331" name="Google Shape;331;p47" descr="A cartoon character with orange and white face&#10;&#10;Description automatically generated"/>
          <p:cNvPicPr preferRelativeResize="0"/>
          <p:nvPr/>
        </p:nvPicPr>
        <p:blipFill rotWithShape="1">
          <a:blip r:embed="rId4">
            <a:alphaModFix/>
          </a:blip>
          <a:srcRect/>
          <a:stretch/>
        </p:blipFill>
        <p:spPr>
          <a:xfrm>
            <a:off x="1970345" y="1635311"/>
            <a:ext cx="1533500" cy="1872889"/>
          </a:xfrm>
          <a:prstGeom prst="rect">
            <a:avLst/>
          </a:prstGeom>
          <a:noFill/>
          <a:ln>
            <a:noFill/>
          </a:ln>
        </p:spPr>
      </p:pic>
      <p:pic>
        <p:nvPicPr>
          <p:cNvPr id="332" name="Google Shape;332;p47" descr="Foffee collection | Free SVG"/>
          <p:cNvPicPr preferRelativeResize="0"/>
          <p:nvPr/>
        </p:nvPicPr>
        <p:blipFill>
          <a:blip r:embed="rId5">
            <a:alphaModFix/>
          </a:blip>
          <a:stretch>
            <a:fillRect/>
          </a:stretch>
        </p:blipFill>
        <p:spPr>
          <a:xfrm>
            <a:off x="3921062" y="2179587"/>
            <a:ext cx="1301876" cy="1301875"/>
          </a:xfrm>
          <a:prstGeom prst="rect">
            <a:avLst/>
          </a:prstGeom>
          <a:noFill/>
          <a:ln>
            <a:noFill/>
          </a:ln>
        </p:spPr>
      </p:pic>
    </p:spTree>
    <p:extLst>
      <p:ext uri="{BB962C8B-B14F-4D97-AF65-F5344CB8AC3E}">
        <p14:creationId xmlns:p14="http://schemas.microsoft.com/office/powerpoint/2010/main" val="174998284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pic>
        <p:nvPicPr>
          <p:cNvPr id="337" name="Google Shape;337;p48" title="Playground Slide2 | Free SVG"/>
          <p:cNvPicPr preferRelativeResize="0"/>
          <p:nvPr/>
        </p:nvPicPr>
        <p:blipFill>
          <a:blip r:embed="rId3">
            <a:alphaModFix/>
          </a:blip>
          <a:stretch>
            <a:fillRect/>
          </a:stretch>
        </p:blipFill>
        <p:spPr>
          <a:xfrm flipH="1">
            <a:off x="138100" y="379150"/>
            <a:ext cx="2597700" cy="2597700"/>
          </a:xfrm>
          <a:prstGeom prst="rect">
            <a:avLst/>
          </a:prstGeom>
          <a:noFill/>
          <a:ln>
            <a:noFill/>
          </a:ln>
        </p:spPr>
      </p:pic>
      <p:sp>
        <p:nvSpPr>
          <p:cNvPr id="343" name="Google Shape;343;p48"/>
          <p:cNvSpPr/>
          <p:nvPr/>
        </p:nvSpPr>
        <p:spPr>
          <a:xfrm flipH="1">
            <a:off x="2143800" y="1715604"/>
            <a:ext cx="1243200" cy="781896"/>
          </a:xfrm>
          <a:prstGeom prst="wedgeRoundRectCallout">
            <a:avLst>
              <a:gd name="adj1" fmla="val -20833"/>
              <a:gd name="adj2" fmla="val 6250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pic>
        <p:nvPicPr>
          <p:cNvPr id="338" name="Google Shape;338;p48" descr="A cartoon of a white and purple animal&#10;&#10;Description automatically generated"/>
          <p:cNvPicPr preferRelativeResize="0"/>
          <p:nvPr/>
        </p:nvPicPr>
        <p:blipFill rotWithShape="1">
          <a:blip r:embed="rId4">
            <a:alphaModFix/>
          </a:blip>
          <a:srcRect/>
          <a:stretch/>
        </p:blipFill>
        <p:spPr>
          <a:xfrm>
            <a:off x="2666991" y="2143060"/>
            <a:ext cx="1437410" cy="1755556"/>
          </a:xfrm>
          <a:prstGeom prst="rect">
            <a:avLst/>
          </a:prstGeom>
          <a:noFill/>
          <a:ln>
            <a:noFill/>
          </a:ln>
        </p:spPr>
      </p:pic>
      <p:pic>
        <p:nvPicPr>
          <p:cNvPr id="339" name="Google Shape;339;p48" title="Public Domain Clip Art Image | Sandbox | ID: 13932766213513 ..."/>
          <p:cNvPicPr preferRelativeResize="0"/>
          <p:nvPr/>
        </p:nvPicPr>
        <p:blipFill>
          <a:blip r:embed="rId5">
            <a:alphaModFix/>
          </a:blip>
          <a:stretch>
            <a:fillRect/>
          </a:stretch>
        </p:blipFill>
        <p:spPr>
          <a:xfrm rot="-447145">
            <a:off x="3828550" y="2817775"/>
            <a:ext cx="3875828" cy="1262275"/>
          </a:xfrm>
          <a:prstGeom prst="rect">
            <a:avLst/>
          </a:prstGeom>
          <a:noFill/>
          <a:ln>
            <a:noFill/>
          </a:ln>
        </p:spPr>
      </p:pic>
      <p:sp>
        <p:nvSpPr>
          <p:cNvPr id="340" name="Google Shape;340;p48"/>
          <p:cNvSpPr/>
          <p:nvPr/>
        </p:nvSpPr>
        <p:spPr>
          <a:xfrm>
            <a:off x="3478975" y="1718550"/>
            <a:ext cx="1243200" cy="853200"/>
          </a:xfrm>
          <a:prstGeom prst="wedgeRoundRectCallout">
            <a:avLst>
              <a:gd name="adj1" fmla="val -20833"/>
              <a:gd name="adj2" fmla="val 6250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341" name="Google Shape;341;p48" title="Cute fox | Free SVG"/>
          <p:cNvPicPr preferRelativeResize="0"/>
          <p:nvPr/>
        </p:nvPicPr>
        <p:blipFill>
          <a:blip r:embed="rId6">
            <a:alphaModFix/>
          </a:blip>
          <a:stretch>
            <a:fillRect/>
          </a:stretch>
        </p:blipFill>
        <p:spPr>
          <a:xfrm>
            <a:off x="2261412" y="1645687"/>
            <a:ext cx="948775" cy="948775"/>
          </a:xfrm>
          <a:prstGeom prst="rect">
            <a:avLst/>
          </a:prstGeom>
          <a:noFill/>
          <a:ln>
            <a:noFill/>
          </a:ln>
        </p:spPr>
      </p:pic>
      <p:pic>
        <p:nvPicPr>
          <p:cNvPr id="342" name="Google Shape;342;p48" descr="A cartoon of a white and purple animal&#10;&#10;Description automatically generated"/>
          <p:cNvPicPr preferRelativeResize="0"/>
          <p:nvPr/>
        </p:nvPicPr>
        <p:blipFill rotWithShape="1">
          <a:blip r:embed="rId7">
            <a:alphaModFix/>
          </a:blip>
          <a:srcRect/>
          <a:stretch/>
        </p:blipFill>
        <p:spPr>
          <a:xfrm>
            <a:off x="7511700" y="2253550"/>
            <a:ext cx="1487350" cy="1816549"/>
          </a:xfrm>
          <a:prstGeom prst="rect">
            <a:avLst/>
          </a:prstGeom>
          <a:noFill/>
          <a:ln>
            <a:noFill/>
          </a:ln>
        </p:spPr>
      </p:pic>
      <p:pic>
        <p:nvPicPr>
          <p:cNvPr id="344" name="Google Shape;344;p48"/>
          <p:cNvPicPr preferRelativeResize="0"/>
          <p:nvPr/>
        </p:nvPicPr>
        <p:blipFill>
          <a:blip r:embed="rId8">
            <a:alphaModFix/>
          </a:blip>
          <a:stretch>
            <a:fillRect/>
          </a:stretch>
        </p:blipFill>
        <p:spPr>
          <a:xfrm>
            <a:off x="3768416" y="1858810"/>
            <a:ext cx="652831" cy="568500"/>
          </a:xfrm>
          <a:prstGeom prst="rect">
            <a:avLst/>
          </a:prstGeom>
          <a:noFill/>
          <a:ln>
            <a:noFill/>
          </a:ln>
        </p:spPr>
      </p:pic>
    </p:spTree>
    <p:extLst>
      <p:ext uri="{BB962C8B-B14F-4D97-AF65-F5344CB8AC3E}">
        <p14:creationId xmlns:p14="http://schemas.microsoft.com/office/powerpoint/2010/main" val="31895224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38"/>
                                        </p:tgtEl>
                                        <p:attrNameLst>
                                          <p:attrName>style.visibility</p:attrName>
                                        </p:attrNameLst>
                                      </p:cBhvr>
                                      <p:to>
                                        <p:strVal val="visible"/>
                                      </p:to>
                                    </p:set>
                                    <p:anim calcmode="lin" valueType="num">
                                      <p:cBhvr additive="base">
                                        <p:cTn id="7" dur="1700"/>
                                        <p:tgtEl>
                                          <p:spTgt spid="338"/>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2" fill="hold" nodeType="clickEffect">
                                  <p:stCondLst>
                                    <p:cond delay="0"/>
                                  </p:stCondLst>
                                  <p:childTnLst>
                                    <p:set>
                                      <p:cBhvr>
                                        <p:cTn id="11" dur="1" fill="hold">
                                          <p:stCondLst>
                                            <p:cond delay="0"/>
                                          </p:stCondLst>
                                        </p:cTn>
                                        <p:tgtEl>
                                          <p:spTgt spid="342"/>
                                        </p:tgtEl>
                                        <p:attrNameLst>
                                          <p:attrName>style.visibility</p:attrName>
                                        </p:attrNameLst>
                                      </p:cBhvr>
                                      <p:to>
                                        <p:strVal val="visible"/>
                                      </p:to>
                                    </p:set>
                                    <p:anim calcmode="lin" valueType="num">
                                      <p:cBhvr additive="base">
                                        <p:cTn id="12" dur="1500"/>
                                        <p:tgtEl>
                                          <p:spTgt spid="342"/>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4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4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4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48"/>
        <p:cNvGrpSpPr/>
        <p:nvPr/>
      </p:nvGrpSpPr>
      <p:grpSpPr>
        <a:xfrm>
          <a:off x="0" y="0"/>
          <a:ext cx="0" cy="0"/>
          <a:chOff x="0" y="0"/>
          <a:chExt cx="0" cy="0"/>
        </a:xfrm>
      </p:grpSpPr>
      <p:pic>
        <p:nvPicPr>
          <p:cNvPr id="355" name="Google Shape;355;p49" descr="Small Trees | Free SVG"/>
          <p:cNvPicPr preferRelativeResize="0"/>
          <p:nvPr/>
        </p:nvPicPr>
        <p:blipFill>
          <a:blip r:embed="rId3">
            <a:alphaModFix/>
          </a:blip>
          <a:stretch>
            <a:fillRect/>
          </a:stretch>
        </p:blipFill>
        <p:spPr>
          <a:xfrm>
            <a:off x="78150" y="304800"/>
            <a:ext cx="2044400" cy="2044400"/>
          </a:xfrm>
          <a:prstGeom prst="rect">
            <a:avLst/>
          </a:prstGeom>
          <a:noFill/>
          <a:ln>
            <a:noFill/>
          </a:ln>
        </p:spPr>
      </p:pic>
      <p:sp>
        <p:nvSpPr>
          <p:cNvPr id="351" name="Google Shape;351;p49"/>
          <p:cNvSpPr/>
          <p:nvPr/>
        </p:nvSpPr>
        <p:spPr>
          <a:xfrm flipH="1">
            <a:off x="1520250" y="2260912"/>
            <a:ext cx="1316826" cy="900988"/>
          </a:xfrm>
          <a:prstGeom prst="wedgeRoundRectCallout">
            <a:avLst>
              <a:gd name="adj1" fmla="val -20833"/>
              <a:gd name="adj2" fmla="val 6250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349" name="Google Shape;349;p49" descr="A cartoon of a white and purple animal&#10;&#10;Description automatically generated"/>
          <p:cNvPicPr preferRelativeResize="0"/>
          <p:nvPr/>
        </p:nvPicPr>
        <p:blipFill rotWithShape="1">
          <a:blip r:embed="rId4">
            <a:alphaModFix/>
          </a:blip>
          <a:srcRect/>
          <a:stretch/>
        </p:blipFill>
        <p:spPr>
          <a:xfrm>
            <a:off x="2122541" y="2911973"/>
            <a:ext cx="1437410" cy="1755556"/>
          </a:xfrm>
          <a:prstGeom prst="rect">
            <a:avLst/>
          </a:prstGeom>
          <a:noFill/>
          <a:ln>
            <a:noFill/>
          </a:ln>
        </p:spPr>
      </p:pic>
      <p:pic>
        <p:nvPicPr>
          <p:cNvPr id="350" name="Google Shape;350;p49" descr="A cartoon of a white and purple animal&#10;&#10;Description automatically generated"/>
          <p:cNvPicPr preferRelativeResize="0"/>
          <p:nvPr/>
        </p:nvPicPr>
        <p:blipFill rotWithShape="1">
          <a:blip r:embed="rId4">
            <a:alphaModFix/>
          </a:blip>
          <a:srcRect/>
          <a:stretch/>
        </p:blipFill>
        <p:spPr>
          <a:xfrm>
            <a:off x="4763425" y="2139150"/>
            <a:ext cx="2180825" cy="2663526"/>
          </a:xfrm>
          <a:prstGeom prst="rect">
            <a:avLst/>
          </a:prstGeom>
          <a:noFill/>
          <a:ln>
            <a:noFill/>
          </a:ln>
        </p:spPr>
      </p:pic>
      <p:sp>
        <p:nvSpPr>
          <p:cNvPr id="352" name="Google Shape;352;p49"/>
          <p:cNvSpPr/>
          <p:nvPr/>
        </p:nvSpPr>
        <p:spPr>
          <a:xfrm>
            <a:off x="2927200" y="2260912"/>
            <a:ext cx="1316826" cy="900988"/>
          </a:xfrm>
          <a:prstGeom prst="wedgeRoundRectCallout">
            <a:avLst>
              <a:gd name="adj1" fmla="val -20833"/>
              <a:gd name="adj2" fmla="val 6250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353" name="Google Shape;353;p49"/>
          <p:cNvPicPr preferRelativeResize="0"/>
          <p:nvPr/>
        </p:nvPicPr>
        <p:blipFill>
          <a:blip r:embed="rId5">
            <a:alphaModFix/>
          </a:blip>
          <a:stretch>
            <a:fillRect/>
          </a:stretch>
        </p:blipFill>
        <p:spPr>
          <a:xfrm>
            <a:off x="3259197" y="2387057"/>
            <a:ext cx="652831" cy="568500"/>
          </a:xfrm>
          <a:prstGeom prst="rect">
            <a:avLst/>
          </a:prstGeom>
          <a:noFill/>
          <a:ln>
            <a:noFill/>
          </a:ln>
        </p:spPr>
      </p:pic>
      <p:pic>
        <p:nvPicPr>
          <p:cNvPr id="354" name="Google Shape;354;p49" title="Cute fox | Free SVG"/>
          <p:cNvPicPr preferRelativeResize="0"/>
          <p:nvPr/>
        </p:nvPicPr>
        <p:blipFill>
          <a:blip r:embed="rId6">
            <a:alphaModFix/>
          </a:blip>
          <a:stretch>
            <a:fillRect/>
          </a:stretch>
        </p:blipFill>
        <p:spPr>
          <a:xfrm>
            <a:off x="1632657" y="2196920"/>
            <a:ext cx="948776" cy="948775"/>
          </a:xfrm>
          <a:prstGeom prst="rect">
            <a:avLst/>
          </a:prstGeom>
          <a:noFill/>
          <a:ln>
            <a:noFill/>
          </a:ln>
        </p:spPr>
      </p:pic>
      <p:pic>
        <p:nvPicPr>
          <p:cNvPr id="356" name="Google Shape;356;p49" descr="Small Trees | Free SVG"/>
          <p:cNvPicPr preferRelativeResize="0"/>
          <p:nvPr/>
        </p:nvPicPr>
        <p:blipFill>
          <a:blip r:embed="rId3">
            <a:alphaModFix/>
          </a:blip>
          <a:stretch>
            <a:fillRect/>
          </a:stretch>
        </p:blipFill>
        <p:spPr>
          <a:xfrm>
            <a:off x="6784500" y="426900"/>
            <a:ext cx="2044399" cy="2044400"/>
          </a:xfrm>
          <a:prstGeom prst="rect">
            <a:avLst/>
          </a:prstGeom>
          <a:noFill/>
          <a:ln>
            <a:noFill/>
          </a:ln>
        </p:spPr>
      </p:pic>
    </p:spTree>
    <p:extLst>
      <p:ext uri="{BB962C8B-B14F-4D97-AF65-F5344CB8AC3E}">
        <p14:creationId xmlns:p14="http://schemas.microsoft.com/office/powerpoint/2010/main" val="35721648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350"/>
                                        </p:tgtEl>
                                        <p:attrNameLst>
                                          <p:attrName>style.visibility</p:attrName>
                                        </p:attrNameLst>
                                      </p:cBhvr>
                                      <p:to>
                                        <p:strVal val="visible"/>
                                      </p:to>
                                    </p:set>
                                    <p:anim calcmode="lin" valueType="num">
                                      <p:cBhvr additive="base">
                                        <p:cTn id="7" dur="2100"/>
                                        <p:tgtEl>
                                          <p:spTgt spid="350"/>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352"/>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353"/>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351"/>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3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60"/>
        <p:cNvGrpSpPr/>
        <p:nvPr/>
      </p:nvGrpSpPr>
      <p:grpSpPr>
        <a:xfrm>
          <a:off x="0" y="0"/>
          <a:ext cx="0" cy="0"/>
          <a:chOff x="0" y="0"/>
          <a:chExt cx="0" cy="0"/>
        </a:xfrm>
      </p:grpSpPr>
      <p:pic>
        <p:nvPicPr>
          <p:cNvPr id="361" name="Google Shape;361;p50" descr="A cartoon of a white and purple animal&#10;&#10;Description automatically generated"/>
          <p:cNvPicPr preferRelativeResize="0"/>
          <p:nvPr/>
        </p:nvPicPr>
        <p:blipFill rotWithShape="1">
          <a:blip r:embed="rId3">
            <a:alphaModFix/>
          </a:blip>
          <a:srcRect/>
          <a:stretch/>
        </p:blipFill>
        <p:spPr>
          <a:xfrm>
            <a:off x="2122541" y="2911973"/>
            <a:ext cx="1437410" cy="1755556"/>
          </a:xfrm>
          <a:prstGeom prst="rect">
            <a:avLst/>
          </a:prstGeom>
          <a:noFill/>
          <a:ln>
            <a:noFill/>
          </a:ln>
        </p:spPr>
      </p:pic>
      <p:pic>
        <p:nvPicPr>
          <p:cNvPr id="362" name="Google Shape;362;p50" descr="A cartoon of a white and purple animal&#10;&#10;Description automatically generated"/>
          <p:cNvPicPr preferRelativeResize="0"/>
          <p:nvPr/>
        </p:nvPicPr>
        <p:blipFill rotWithShape="1">
          <a:blip r:embed="rId4">
            <a:alphaModFix/>
          </a:blip>
          <a:srcRect/>
          <a:stretch/>
        </p:blipFill>
        <p:spPr>
          <a:xfrm>
            <a:off x="4763425" y="2139150"/>
            <a:ext cx="2180825" cy="2663526"/>
          </a:xfrm>
          <a:prstGeom prst="rect">
            <a:avLst/>
          </a:prstGeom>
          <a:noFill/>
          <a:ln>
            <a:noFill/>
          </a:ln>
        </p:spPr>
      </p:pic>
      <p:sp>
        <p:nvSpPr>
          <p:cNvPr id="363" name="Google Shape;363;p50"/>
          <p:cNvSpPr/>
          <p:nvPr/>
        </p:nvSpPr>
        <p:spPr>
          <a:xfrm flipH="1">
            <a:off x="1458150" y="2349200"/>
            <a:ext cx="1305300" cy="812700"/>
          </a:xfrm>
          <a:prstGeom prst="wedgeRoundRectCallout">
            <a:avLst>
              <a:gd name="adj1" fmla="val -20833"/>
              <a:gd name="adj2" fmla="val 6250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4" name="Google Shape;364;p50"/>
          <p:cNvSpPr/>
          <p:nvPr/>
        </p:nvSpPr>
        <p:spPr>
          <a:xfrm>
            <a:off x="2927200" y="2349198"/>
            <a:ext cx="1297142" cy="812701"/>
          </a:xfrm>
          <a:prstGeom prst="wedgeRoundRectCallout">
            <a:avLst>
              <a:gd name="adj1" fmla="val -20833"/>
              <a:gd name="adj2" fmla="val 6250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365" name="Google Shape;365;p50"/>
          <p:cNvPicPr preferRelativeResize="0"/>
          <p:nvPr/>
        </p:nvPicPr>
        <p:blipFill>
          <a:blip r:embed="rId5">
            <a:alphaModFix/>
          </a:blip>
          <a:stretch>
            <a:fillRect/>
          </a:stretch>
        </p:blipFill>
        <p:spPr>
          <a:xfrm>
            <a:off x="3234011" y="2490983"/>
            <a:ext cx="652831" cy="568500"/>
          </a:xfrm>
          <a:prstGeom prst="rect">
            <a:avLst/>
          </a:prstGeom>
          <a:noFill/>
          <a:ln>
            <a:noFill/>
          </a:ln>
        </p:spPr>
      </p:pic>
      <p:pic>
        <p:nvPicPr>
          <p:cNvPr id="366" name="Google Shape;366;p50" title="Cute fox | Free SVG"/>
          <p:cNvPicPr preferRelativeResize="0"/>
          <p:nvPr/>
        </p:nvPicPr>
        <p:blipFill>
          <a:blip r:embed="rId6">
            <a:alphaModFix/>
          </a:blip>
          <a:stretch>
            <a:fillRect/>
          </a:stretch>
        </p:blipFill>
        <p:spPr>
          <a:xfrm>
            <a:off x="1636412" y="2286514"/>
            <a:ext cx="948776" cy="948775"/>
          </a:xfrm>
          <a:prstGeom prst="rect">
            <a:avLst/>
          </a:prstGeom>
          <a:noFill/>
          <a:ln>
            <a:noFill/>
          </a:ln>
        </p:spPr>
      </p:pic>
      <p:pic>
        <p:nvPicPr>
          <p:cNvPr id="367" name="Google Shape;367;p50" descr="Small Trees | Free SVG"/>
          <p:cNvPicPr preferRelativeResize="0"/>
          <p:nvPr/>
        </p:nvPicPr>
        <p:blipFill>
          <a:blip r:embed="rId7">
            <a:alphaModFix/>
          </a:blip>
          <a:stretch>
            <a:fillRect/>
          </a:stretch>
        </p:blipFill>
        <p:spPr>
          <a:xfrm>
            <a:off x="78150" y="304800"/>
            <a:ext cx="2044400" cy="2044400"/>
          </a:xfrm>
          <a:prstGeom prst="rect">
            <a:avLst/>
          </a:prstGeom>
          <a:noFill/>
          <a:ln>
            <a:noFill/>
          </a:ln>
        </p:spPr>
      </p:pic>
      <p:pic>
        <p:nvPicPr>
          <p:cNvPr id="368" name="Google Shape;368;p50" descr="Small Trees | Free SVG"/>
          <p:cNvPicPr preferRelativeResize="0"/>
          <p:nvPr/>
        </p:nvPicPr>
        <p:blipFill>
          <a:blip r:embed="rId7">
            <a:alphaModFix/>
          </a:blip>
          <a:stretch>
            <a:fillRect/>
          </a:stretch>
        </p:blipFill>
        <p:spPr>
          <a:xfrm>
            <a:off x="6435425" y="370575"/>
            <a:ext cx="2044399" cy="2044400"/>
          </a:xfrm>
          <a:prstGeom prst="rect">
            <a:avLst/>
          </a:prstGeom>
          <a:noFill/>
          <a:ln>
            <a:noFill/>
          </a:ln>
        </p:spPr>
      </p:pic>
    </p:spTree>
    <p:extLst>
      <p:ext uri="{BB962C8B-B14F-4D97-AF65-F5344CB8AC3E}">
        <p14:creationId xmlns:p14="http://schemas.microsoft.com/office/powerpoint/2010/main" val="8996350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362"/>
                                        </p:tgtEl>
                                        <p:attrNameLst>
                                          <p:attrName>style.visibility</p:attrName>
                                        </p:attrNameLst>
                                      </p:cBhvr>
                                      <p:to>
                                        <p:strVal val="visible"/>
                                      </p:to>
                                    </p:set>
                                    <p:anim calcmode="lin" valueType="num">
                                      <p:cBhvr additive="base">
                                        <p:cTn id="7" dur="2200"/>
                                        <p:tgtEl>
                                          <p:spTgt spid="362"/>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364"/>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365"/>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363"/>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3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50"/>
        <p:cNvGrpSpPr/>
        <p:nvPr/>
      </p:nvGrpSpPr>
      <p:grpSpPr>
        <a:xfrm>
          <a:off x="0" y="0"/>
          <a:ext cx="0" cy="0"/>
          <a:chOff x="0" y="0"/>
          <a:chExt cx="0" cy="0"/>
        </a:xfrm>
      </p:grpSpPr>
      <p:sp>
        <p:nvSpPr>
          <p:cNvPr id="551" name="Google Shape;551;p68"/>
          <p:cNvSpPr/>
          <p:nvPr/>
        </p:nvSpPr>
        <p:spPr>
          <a:xfrm>
            <a:off x="1143" y="0"/>
            <a:ext cx="9141900" cy="5143500"/>
          </a:xfrm>
          <a:prstGeom prst="rect">
            <a:avLst/>
          </a:prstGeom>
          <a:no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pic>
        <p:nvPicPr>
          <p:cNvPr id="552" name="Google Shape;552;p68" descr="A blue sky with clouds and text&#10;&#10;Description automatically generated"/>
          <p:cNvPicPr preferRelativeResize="0"/>
          <p:nvPr/>
        </p:nvPicPr>
        <p:blipFill rotWithShape="1">
          <a:blip r:embed="rId3">
            <a:alphaModFix/>
          </a:blip>
          <a:srcRect b="19"/>
          <a:stretch/>
        </p:blipFill>
        <p:spPr>
          <a:xfrm>
            <a:off x="15" y="962"/>
            <a:ext cx="9143987" cy="5142539"/>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556"/>
        <p:cNvGrpSpPr/>
        <p:nvPr/>
      </p:nvGrpSpPr>
      <p:grpSpPr>
        <a:xfrm>
          <a:off x="0" y="0"/>
          <a:ext cx="0" cy="0"/>
          <a:chOff x="0" y="0"/>
          <a:chExt cx="0" cy="0"/>
        </a:xfrm>
      </p:grpSpPr>
      <p:sp>
        <p:nvSpPr>
          <p:cNvPr id="557" name="Google Shape;557;p6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558" name="Google Shape;558;p6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559" name="Google Shape;559;p69"/>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563"/>
        <p:cNvGrpSpPr/>
        <p:nvPr/>
      </p:nvGrpSpPr>
      <p:grpSpPr>
        <a:xfrm>
          <a:off x="0" y="0"/>
          <a:ext cx="0" cy="0"/>
          <a:chOff x="0" y="0"/>
          <a:chExt cx="0" cy="0"/>
        </a:xfrm>
      </p:grpSpPr>
      <p:sp>
        <p:nvSpPr>
          <p:cNvPr id="564" name="Google Shape;564;p7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565" name="Google Shape;565;p7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566" name="Google Shape;566;p70"/>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149</TotalTime>
  <Words>953</Words>
  <Application>Microsoft Macintosh PowerPoint</Application>
  <PresentationFormat>On-screen Show (16:9)</PresentationFormat>
  <Paragraphs>71</Paragraphs>
  <Slides>44</Slides>
  <Notes>44</Notes>
  <HiddenSlides>2</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44</vt:i4>
      </vt:variant>
    </vt:vector>
  </HeadingPairs>
  <TitlesOfParts>
    <vt:vector size="50" baseType="lpstr">
      <vt:lpstr>Helvetica Neue</vt:lpstr>
      <vt:lpstr>Arial</vt:lpstr>
      <vt:lpstr>Helvetica Neue Light</vt:lpstr>
      <vt:lpstr>Calibri</vt:lpstr>
      <vt:lpstr>Simple Light</vt:lpstr>
      <vt:lpstr>Office Theme</vt:lpstr>
      <vt:lpstr>PowerPoint Presentation</vt:lpstr>
      <vt:lpstr>PowerPoint Presentation</vt:lpstr>
      <vt:lpstr>PowerPoint Presentation</vt:lpstr>
      <vt:lpstr>PowerPoint Presentation</vt:lpstr>
      <vt:lpstr>PowerPoint Presentation</vt:lpstr>
      <vt:lpstr>Happy Condition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Sad Condition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Richardson, Megan K</cp:lastModifiedBy>
  <cp:revision>5</cp:revision>
  <dcterms:modified xsi:type="dcterms:W3CDTF">2024-11-18T19:55:49Z</dcterms:modified>
</cp:coreProperties>
</file>