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Helvetica Neue"/>
      <p:regular r:id="rId51"/>
      <p:bold r:id="rId52"/>
      <p:italic r:id="rId53"/>
      <p:boldItalic r:id="rId54"/>
    </p:embeddedFont>
    <p:embeddedFont>
      <p:font typeface="Helvetica Neue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iiMmLXtFu5OLRWZlBgoVYQQR37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regular.fntdata"/><Relationship Id="rId50" Type="http://schemas.openxmlformats.org/officeDocument/2006/relationships/slide" Target="slides/slide44.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5.xml"/><Relationship Id="rId55" Type="http://schemas.openxmlformats.org/officeDocument/2006/relationships/font" Target="fonts/HelveticaNeueLight-regular.fntdata"/><Relationship Id="rId10" Type="http://schemas.openxmlformats.org/officeDocument/2006/relationships/slide" Target="slides/slide4.xml"/><Relationship Id="rId54" Type="http://schemas.openxmlformats.org/officeDocument/2006/relationships/font" Target="fonts/HelveticaNeue-boldItalic.fntdata"/><Relationship Id="rId13" Type="http://schemas.openxmlformats.org/officeDocument/2006/relationships/slide" Target="slides/slide7.xml"/><Relationship Id="rId57" Type="http://schemas.openxmlformats.org/officeDocument/2006/relationships/font" Target="fonts/HelveticaNeueLight-italic.fntdata"/><Relationship Id="rId12" Type="http://schemas.openxmlformats.org/officeDocument/2006/relationships/slide" Target="slides/slide6.xml"/><Relationship Id="rId56" Type="http://schemas.openxmlformats.org/officeDocument/2006/relationships/font" Target="fonts/HelveticaNeueLight-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HelveticaNeue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What colors are the boxes?</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1: </a:t>
            </a:r>
            <a:r>
              <a:rPr b="0" i="0" lang="en" sz="1800" u="none" strike="noStrike">
                <a:solidFill>
                  <a:srgbClr val="000000"/>
                </a:solidFill>
                <a:latin typeface="Arial"/>
                <a:ea typeface="Arial"/>
                <a:cs typeface="Arial"/>
                <a:sym typeface="Arial"/>
              </a:rPr>
              <a:t>Which shapes do you think are most like a mom and her baby?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2: </a:t>
            </a:r>
            <a:r>
              <a:rPr b="0" i="0" lang="en" sz="1800" u="none" strike="noStrike">
                <a:solidFill>
                  <a:srgbClr val="000000"/>
                </a:solidFill>
                <a:latin typeface="Arial"/>
                <a:ea typeface="Arial"/>
                <a:cs typeface="Arial"/>
                <a:sym typeface="Arial"/>
              </a:rPr>
              <a:t>Which shapes do you think are most like two people who don’t know each other?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3: </a:t>
            </a:r>
            <a:r>
              <a:rPr b="0" i="0" lang="en" sz="1800" u="none" strike="noStrike">
                <a:solidFill>
                  <a:srgbClr val="000000"/>
                </a:solidFill>
                <a:latin typeface="Arial"/>
                <a:ea typeface="Arial"/>
                <a:cs typeface="Arial"/>
                <a:sym typeface="Arial"/>
              </a:rPr>
              <a:t>Which shapes do you think are most like friends?</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Percy! [click] I am going to tell you a story about him!</a:t>
            </a:r>
            <a:endParaRPr/>
          </a:p>
          <a:p>
            <a:pPr indent="0" lvl="0" marL="0" rtl="0" algn="l">
              <a:lnSpc>
                <a:spcPct val="100000"/>
              </a:lnSpc>
              <a:spcBef>
                <a:spcPts val="0"/>
              </a:spcBef>
              <a:spcAft>
                <a:spcPts val="0"/>
              </a:spcAft>
              <a:buSzPts val="1100"/>
              <a:buNone/>
            </a:pPr>
            <a:r>
              <a:rPr lang="en"/>
              <a:t>Percy feels sad today [click] and doesn’t know why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 Percy is still feeling sad, even after he learned an interesting fact about foxes.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While waiting to get on the bus after school, Percy saw a classmate named Avery. Avery said “Hi Percy! How was school today?”</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told Avery that he was feeling sad today.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not tell Avery about how he learned foxes move without making sounds. </a:t>
            </a:r>
            <a:r>
              <a:rPr b="1" lang="en" sz="1200">
                <a:solidFill>
                  <a:schemeClr val="dk1"/>
                </a:solidFill>
              </a:rPr>
              <a:t>[click 3x]</a:t>
            </a:r>
            <a:endParaRPr b="1"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Percy saw another classmate named Orin. Orin said “Hi Percy! How was school today?” Percy did not tell Orin that he was feeling sad today. </a:t>
            </a:r>
            <a:r>
              <a:rPr b="1" lang="en" sz="1200">
                <a:solidFill>
                  <a:schemeClr val="dk1"/>
                </a:solidFill>
              </a:rPr>
              <a:t>[click 3x]</a:t>
            </a:r>
            <a:endParaRPr b="1"/>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tell Orin about how he learned that foxes move without making any sounds.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800"/>
              <a:t>Which classmate did Percy tell about feeling sad today?</a:t>
            </a:r>
            <a:endParaRPr sz="1800"/>
          </a:p>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 sz="1800">
                <a:solidFill>
                  <a:schemeClr val="accent1"/>
                </a:solidFill>
              </a:rPr>
              <a:t>[wait for and record the child’s response]</a:t>
            </a:r>
            <a:endParaRPr sz="1800">
              <a:solidFill>
                <a:schemeClr val="accent1"/>
              </a:solidFill>
            </a:endParaRPr>
          </a:p>
          <a:p>
            <a:pPr indent="0" lvl="0" marL="0" rtl="0" algn="l">
              <a:lnSpc>
                <a:spcPct val="100000"/>
              </a:lnSpc>
              <a:spcBef>
                <a:spcPts val="0"/>
              </a:spcBef>
              <a:spcAft>
                <a:spcPts val="0"/>
              </a:spcAft>
              <a:buSzPts val="1100"/>
              <a:buNone/>
            </a:pPr>
            <a:r>
              <a:t/>
            </a:r>
            <a:endParaRPr sz="1800">
              <a:solidFill>
                <a:schemeClr val="accent1"/>
              </a:solidFill>
            </a:endParaRPr>
          </a:p>
          <a:p>
            <a:pPr indent="0" lvl="0" marL="0" rtl="0" algn="l">
              <a:lnSpc>
                <a:spcPct val="100000"/>
              </a:lnSpc>
              <a:spcBef>
                <a:spcPts val="0"/>
              </a:spcBef>
              <a:spcAft>
                <a:spcPts val="0"/>
              </a:spcAft>
              <a:buSzPts val="1100"/>
              <a:buNone/>
            </a:pPr>
            <a:r>
              <a:rPr lang="en" sz="1800">
                <a:solidFill>
                  <a:schemeClr val="dk1"/>
                </a:solidFill>
              </a:rPr>
              <a:t>Okay thank you.</a:t>
            </a:r>
            <a:endParaRPr sz="18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Percy tell about foxes?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Percy went to the playground and met someone who he wanted to be friends with. Do you think Percy  should tell them about the foxes or that he is feeling sad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After the playground,</a:t>
            </a:r>
            <a:r>
              <a:rPr lang="en"/>
              <a:t> Percy saw his friend’s mom and she said “Hey Percy! How was school today?” Do you think Percy should tell her about the foxes or that he’s feeling sad?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Percy saw his mom in the park! Percy’s mom said “Hey Percy how was school today?” Do you think Percy should tell his mom about the foxes or about feeling sad today?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Kendall! [click] I am going to tell you a story about him! Kendall feels happy today [click]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Kendall is still feeling happy today, even after learning an </a:t>
            </a:r>
            <a:r>
              <a:rPr lang="en"/>
              <a:t>interesting</a:t>
            </a:r>
            <a:r>
              <a:rPr lang="en"/>
              <a:t> fact about elephants.</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On the way home, Kendall saw a classmate named Riley. Riley said “Hey Kendall! How was school today?” </a:t>
            </a:r>
            <a:endParaRPr sz="1200">
              <a:solidFill>
                <a:schemeClr val="dk1"/>
              </a:solidFill>
            </a:endParaRPr>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Kendall told Riley that he was feeling happy today. </a:t>
            </a:r>
            <a:r>
              <a:rPr b="1" lang="en" sz="1200"/>
              <a:t>[click 2x]</a:t>
            </a:r>
            <a:endParaRPr b="1"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000000"/>
                </a:solidFill>
              </a:rPr>
              <a:t>But </a:t>
            </a:r>
            <a:r>
              <a:rPr lang="en" sz="1200">
                <a:solidFill>
                  <a:schemeClr val="dk1"/>
                </a:solidFill>
              </a:rPr>
              <a:t>Kendall did not tell Riley about how he learned that elephants move mostly in the morning. </a:t>
            </a:r>
            <a:r>
              <a:rPr b="1" lang="en" sz="1200">
                <a:solidFill>
                  <a:schemeClr val="dk1"/>
                </a:solidFill>
              </a:rPr>
              <a:t>[click 2x]</a:t>
            </a:r>
            <a:endParaRPr b="1"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Then Kendall saw another classmate named Cameron. Cameron said “Hi Kendall! How was school today?” Kendall did not tell Cameron that he was feeling happy today. </a:t>
            </a:r>
            <a:r>
              <a:rPr b="1" lang="en" sz="1200">
                <a:solidFill>
                  <a:schemeClr val="dk1"/>
                </a:solidFill>
              </a:rPr>
              <a:t>[click 3x]</a:t>
            </a:r>
            <a:endParaRPr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Kendall did tell Cameron about how he learned that elephants move mostly in the morning. </a:t>
            </a:r>
            <a:r>
              <a:rPr b="1" lang="en" sz="1200">
                <a:solidFill>
                  <a:schemeClr val="dk1"/>
                </a:solidFill>
              </a:rPr>
              <a:t>[click 2x]</a:t>
            </a:r>
            <a:endParaRPr b="1"/>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t>Which classmate did Kendall tell about feeling happy?</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Which classmate did Kendall tell about elephants?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candy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Kendall  went to the playground and met someone who he wanted to be friends with. Do you think Kendall should tell them about the elephants or that he is feeling happy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After the playground,</a:t>
            </a:r>
            <a:r>
              <a:rPr lang="en">
                <a:solidFill>
                  <a:schemeClr val="dk1"/>
                </a:solidFill>
              </a:rPr>
              <a:t> Kendall saw his friend’s mom and she said “Hey Kendall! How was school today?” Do you think Kendall should tell her about the elephants or that he’s feeling happy today?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Then </a:t>
            </a:r>
            <a:r>
              <a:rPr lang="en">
                <a:solidFill>
                  <a:schemeClr val="dk1"/>
                </a:solidFill>
              </a:rPr>
              <a:t>Kendall saw his mom in the park! Kendall’s mom said “Hey Kendall how was school today?” Do you think Kendall should tell his mom about the elephants or about feeling happy today?</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13" name="Shape 13"/>
        <p:cNvGrpSpPr/>
        <p:nvPr/>
      </p:nvGrpSpPr>
      <p:grpSpPr>
        <a:xfrm>
          <a:off x="0" y="0"/>
          <a:ext cx="0" cy="0"/>
          <a:chOff x="0" y="0"/>
          <a:chExt cx="0" cy="0"/>
        </a:xfrm>
      </p:grpSpPr>
      <p:sp>
        <p:nvSpPr>
          <p:cNvPr id="14" name="Google Shape;14;p47"/>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2" name="Google Shape;22;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64" name="Shape 64"/>
        <p:cNvGrpSpPr/>
        <p:nvPr/>
      </p:nvGrpSpPr>
      <p:grpSpPr>
        <a:xfrm>
          <a:off x="0" y="0"/>
          <a:ext cx="0" cy="0"/>
          <a:chOff x="0" y="0"/>
          <a:chExt cx="0" cy="0"/>
        </a:xfrm>
      </p:grpSpPr>
      <p:sp>
        <p:nvSpPr>
          <p:cNvPr id="65" name="Google Shape;65;p49"/>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49"/>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49"/>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6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6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6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6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6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6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6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6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6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6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6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6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6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6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6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6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6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6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6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6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6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6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6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 name="Google Shape;116;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6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69"/>
          <p:cNvSpPr/>
          <p:nvPr>
            <p:ph idx="2" type="pic"/>
          </p:nvPr>
        </p:nvSpPr>
        <p:spPr>
          <a:xfrm>
            <a:off x="3887391" y="740569"/>
            <a:ext cx="4629300" cy="3655200"/>
          </a:xfrm>
          <a:prstGeom prst="rect">
            <a:avLst/>
          </a:prstGeom>
          <a:noFill/>
          <a:ln>
            <a:noFill/>
          </a:ln>
        </p:spPr>
      </p:sp>
      <p:sp>
        <p:nvSpPr>
          <p:cNvPr id="121" name="Google Shape;121;p6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6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7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7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7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7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7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7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1.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4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2" name="Google Shape;62;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3" name="Google Shape;63;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6.jpg"/><Relationship Id="rId6"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2.png"/><Relationship Id="rId6" Type="http://schemas.openxmlformats.org/officeDocument/2006/relationships/image" Target="../media/image5.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2.png"/><Relationship Id="rId6" Type="http://schemas.openxmlformats.org/officeDocument/2006/relationships/image" Target="../media/image3.png"/><Relationship Id="rId7"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2.png"/><Relationship Id="rId6" Type="http://schemas.openxmlformats.org/officeDocument/2006/relationships/image" Target="../media/image7.png"/><Relationship Id="rId7"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2.png"/><Relationship Id="rId6" Type="http://schemas.openxmlformats.org/officeDocument/2006/relationships/image" Target="../media/image11.png"/><Relationship Id="rId7"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3.png"/><Relationship Id="rId7" Type="http://schemas.openxmlformats.org/officeDocument/2006/relationships/image" Target="../media/image14.png"/><Relationship Id="rId8"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6.jpg"/><Relationship Id="rId6"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3.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3.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30.png"/><Relationship Id="rId6" Type="http://schemas.openxmlformats.org/officeDocument/2006/relationships/image" Target="../media/image16.png"/><Relationship Id="rId7" Type="http://schemas.openxmlformats.org/officeDocument/2006/relationships/image" Target="../media/image23.png"/><Relationship Id="rId8"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2" name="Google Shape;142;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43" name="Google Shape;143;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9" name="Google Shape;149;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50" name="Google Shape;150;p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62" name="Google Shape;162;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63" name="Google Shape;163;p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69" name="Google Shape;169;p5"/>
          <p:cNvSpPr/>
          <p:nvPr/>
        </p:nvSpPr>
        <p:spPr>
          <a:xfrm>
            <a:off x="4652975" y="1038917"/>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0" name="Google Shape;170;p5"/>
          <p:cNvSpPr/>
          <p:nvPr/>
        </p:nvSpPr>
        <p:spPr>
          <a:xfrm>
            <a:off x="3946457" y="10389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2" name="Google Shape;172;p5"/>
          <p:cNvSpPr/>
          <p:nvPr/>
        </p:nvSpPr>
        <p:spPr>
          <a:xfrm>
            <a:off x="4751702" y="225817"/>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3855193" y="2258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5" name="Google Shape;175;p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6" name="Google Shape;176;p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7" name="Google Shape;177;p5"/>
          <p:cNvSpPr/>
          <p:nvPr/>
        </p:nvSpPr>
        <p:spPr>
          <a:xfrm>
            <a:off x="4552173" y="186710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8" name="Google Shape;178;p5"/>
          <p:cNvSpPr/>
          <p:nvPr/>
        </p:nvSpPr>
        <p:spPr>
          <a:xfrm>
            <a:off x="4036155" y="186710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9" name="Google Shape;179;p5"/>
          <p:cNvSpPr/>
          <p:nvPr/>
        </p:nvSpPr>
        <p:spPr>
          <a:xfrm>
            <a:off x="4489307" y="26889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4116164" y="26889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1" name="Google Shape;181;p5"/>
          <p:cNvSpPr/>
          <p:nvPr/>
        </p:nvSpPr>
        <p:spPr>
          <a:xfrm>
            <a:off x="4407803" y="35181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4215635" y="3518126"/>
            <a:ext cx="541800" cy="541800"/>
          </a:xfrm>
          <a:prstGeom prst="ellipse">
            <a:avLst/>
          </a:prstGeom>
          <a:solidFill>
            <a:srgbClr val="000000">
              <a:alpha val="49803"/>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3" name="Google Shape;183;p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84" name="Google Shape;184;p5"/>
          <p:cNvSpPr/>
          <p:nvPr/>
        </p:nvSpPr>
        <p:spPr>
          <a:xfrm>
            <a:off x="434505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5" name="Google Shape;185;p5"/>
          <p:cNvSpPr/>
          <p:nvPr/>
        </p:nvSpPr>
        <p:spPr>
          <a:xfrm>
            <a:off x="426366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p6"/>
          <p:cNvSpPr txBox="1"/>
          <p:nvPr>
            <p:ph type="title"/>
          </p:nvPr>
        </p:nvSpPr>
        <p:spPr>
          <a:xfrm>
            <a:off x="2888250" y="1999525"/>
            <a:ext cx="3367500" cy="631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Sad Condition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A cartoon of a white and purple animal&#10;&#10;Description automatically generated" id="195" name="Google Shape;195;p7"/>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pic>
        <p:nvPicPr>
          <p:cNvPr descr="Water with solid fill" id="196" name="Google Shape;196;p7"/>
          <p:cNvPicPr preferRelativeResize="0"/>
          <p:nvPr/>
        </p:nvPicPr>
        <p:blipFill rotWithShape="1">
          <a:blip r:embed="rId4">
            <a:alphaModFix/>
          </a:blip>
          <a:srcRect b="0" l="0" r="0" t="0"/>
          <a:stretch/>
        </p:blipFill>
        <p:spPr>
          <a:xfrm>
            <a:off x="4572000" y="2758950"/>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9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202" name="Google Shape;202;p8"/>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03" name="Google Shape;203;p8" title="Cute fox | Free SVG"/>
          <p:cNvPicPr preferRelativeResize="0"/>
          <p:nvPr/>
        </p:nvPicPr>
        <p:blipFill rotWithShape="1">
          <a:blip r:embed="rId4">
            <a:alphaModFix/>
          </a:blip>
          <a:srcRect b="0" l="0" r="0" t="0"/>
          <a:stretch/>
        </p:blipFill>
        <p:spPr>
          <a:xfrm>
            <a:off x="5002250" y="1597637"/>
            <a:ext cx="948775" cy="948775"/>
          </a:xfrm>
          <a:prstGeom prst="rect">
            <a:avLst/>
          </a:prstGeom>
          <a:noFill/>
          <a:ln>
            <a:noFill/>
          </a:ln>
        </p:spPr>
      </p:pic>
      <p:pic>
        <p:nvPicPr>
          <p:cNvPr id="204" name="Google Shape;204;p8" title="School desk | Free SVG"/>
          <p:cNvPicPr preferRelativeResize="0"/>
          <p:nvPr/>
        </p:nvPicPr>
        <p:blipFill rotWithShape="1">
          <a:blip r:embed="rId5">
            <a:alphaModFix/>
          </a:blip>
          <a:srcRect b="0" l="0" r="0" t="0"/>
          <a:stretch/>
        </p:blipFill>
        <p:spPr>
          <a:xfrm>
            <a:off x="3638400" y="3381875"/>
            <a:ext cx="1801076" cy="1801076"/>
          </a:xfrm>
          <a:prstGeom prst="rect">
            <a:avLst/>
          </a:prstGeom>
          <a:noFill/>
          <a:ln>
            <a:noFill/>
          </a:ln>
        </p:spPr>
      </p:pic>
      <p:pic>
        <p:nvPicPr>
          <p:cNvPr id="205" name="Google Shape;205;p8" title="Royalty-Free photo: Rectangular green board on brown background ..."/>
          <p:cNvPicPr preferRelativeResize="0"/>
          <p:nvPr/>
        </p:nvPicPr>
        <p:blipFill rotWithShape="1">
          <a:blip r:embed="rId6">
            <a:alphaModFix/>
          </a:blip>
          <a:srcRect b="0" l="0" r="0" t="0"/>
          <a:stretch/>
        </p:blipFill>
        <p:spPr>
          <a:xfrm>
            <a:off x="164525" y="141100"/>
            <a:ext cx="3347725" cy="196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artoon of a white and purple animal&#10;&#10;Description automatically generated" id="210" name="Google Shape;210;p9"/>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11" name="Google Shape;211;p9"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12" name="Google Shape;212;p9"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Water with solid fill" id="213" name="Google Shape;213;p9"/>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A cartoon of a white and purple animal&#10;&#10;Description automatically generated" id="218" name="Google Shape;218;p10"/>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19" name="Google Shape;219;p10"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20" name="Google Shape;220;p10"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21" name="Google Shape;221;p10"/>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22" name="Google Shape;222;p10"/>
          <p:cNvPicPr preferRelativeResize="0"/>
          <p:nvPr/>
        </p:nvPicPr>
        <p:blipFill rotWithShape="1">
          <a:blip r:embed="rId6">
            <a:alphaModFix/>
          </a:blip>
          <a:srcRect b="0" l="0" r="0" t="0"/>
          <a:stretch/>
        </p:blipFill>
        <p:spPr>
          <a:xfrm>
            <a:off x="2251697" y="3053905"/>
            <a:ext cx="1367325" cy="1669949"/>
          </a:xfrm>
          <a:prstGeom prst="rect">
            <a:avLst/>
          </a:prstGeom>
          <a:noFill/>
          <a:ln>
            <a:noFill/>
          </a:ln>
        </p:spPr>
      </p:pic>
      <p:pic>
        <p:nvPicPr>
          <p:cNvPr id="223" name="Google Shape;223;p10"/>
          <p:cNvPicPr preferRelativeResize="0"/>
          <p:nvPr/>
        </p:nvPicPr>
        <p:blipFill rotWithShape="1">
          <a:blip r:embed="rId7">
            <a:alphaModFix/>
          </a:blip>
          <a:srcRect b="0" l="0" r="0" t="0"/>
          <a:stretch/>
        </p:blipFill>
        <p:spPr>
          <a:xfrm>
            <a:off x="1738088" y="2771249"/>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2300"/>
                                        <p:tgtEl>
                                          <p:spTgt spid="2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1000"/>
                                        <p:tgtEl>
                                          <p:spTgt spid="22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A cartoon of a white and purple animal&#10;&#10;Description automatically generated" id="228" name="Google Shape;228;p11"/>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29" name="Google Shape;229;p11"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30" name="Google Shape;230;p11"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31" name="Google Shape;231;p11"/>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 name="Google Shape;232;p11" title="Cute fox | Free SVG"/>
          <p:cNvPicPr preferRelativeResize="0"/>
          <p:nvPr/>
        </p:nvPicPr>
        <p:blipFill rotWithShape="1">
          <a:blip r:embed="rId6">
            <a:alphaModFix/>
          </a:blip>
          <a:srcRect b="0" l="0" r="0" t="0"/>
          <a:stretch/>
        </p:blipFill>
        <p:spPr>
          <a:xfrm>
            <a:off x="1544025" y="2532412"/>
            <a:ext cx="948776" cy="948775"/>
          </a:xfrm>
          <a:prstGeom prst="rect">
            <a:avLst/>
          </a:prstGeom>
          <a:noFill/>
          <a:ln>
            <a:noFill/>
          </a:ln>
        </p:spPr>
      </p:pic>
      <p:sp>
        <p:nvSpPr>
          <p:cNvPr id="233" name="Google Shape;233;p11"/>
          <p:cNvSpPr/>
          <p:nvPr/>
        </p:nvSpPr>
        <p:spPr>
          <a:xfrm>
            <a:off x="1780988" y="2771250"/>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34" name="Google Shape;234;p11"/>
          <p:cNvPicPr preferRelativeResize="0"/>
          <p:nvPr/>
        </p:nvPicPr>
        <p:blipFill rotWithShape="1">
          <a:blip r:embed="rId7">
            <a:alphaModFix/>
          </a:blip>
          <a:srcRect b="0" l="0" r="0" t="0"/>
          <a:stretch/>
        </p:blipFill>
        <p:spPr>
          <a:xfrm>
            <a:off x="2251697" y="3053905"/>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cartoon of a white and purple animal&#10;&#10;Description automatically generated" id="239" name="Google Shape;239;p12"/>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40" name="Google Shape;240;p12"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41" name="Google Shape;241;p12"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42" name="Google Shape;242;p12"/>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3" name="Google Shape;243;p12"/>
          <p:cNvPicPr preferRelativeResize="0"/>
          <p:nvPr/>
        </p:nvPicPr>
        <p:blipFill rotWithShape="1">
          <a:blip r:embed="rId6">
            <a:alphaModFix/>
          </a:blip>
          <a:srcRect b="0" l="0" r="0" t="0"/>
          <a:stretch/>
        </p:blipFill>
        <p:spPr>
          <a:xfrm>
            <a:off x="1738088" y="2771249"/>
            <a:ext cx="652831" cy="568500"/>
          </a:xfrm>
          <a:prstGeom prst="rect">
            <a:avLst/>
          </a:prstGeom>
          <a:noFill/>
          <a:ln>
            <a:noFill/>
          </a:ln>
        </p:spPr>
      </p:pic>
      <p:sp>
        <p:nvSpPr>
          <p:cNvPr id="244" name="Google Shape;244;p12"/>
          <p:cNvSpPr/>
          <p:nvPr/>
        </p:nvSpPr>
        <p:spPr>
          <a:xfrm>
            <a:off x="1964911" y="3011100"/>
            <a:ext cx="199200" cy="1788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45" name="Google Shape;245;p12"/>
          <p:cNvPicPr preferRelativeResize="0"/>
          <p:nvPr/>
        </p:nvPicPr>
        <p:blipFill rotWithShape="1">
          <a:blip r:embed="rId7">
            <a:alphaModFix/>
          </a:blip>
          <a:srcRect b="0" l="0" r="0" t="0"/>
          <a:stretch/>
        </p:blipFill>
        <p:spPr>
          <a:xfrm>
            <a:off x="2152300" y="2968299"/>
            <a:ext cx="1437410" cy="17770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1000"/>
                                        <p:tgtEl>
                                          <p:spTgt spid="2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cartoon of a white and purple animal&#10;&#10;Description automatically generated" id="250" name="Google Shape;250;p13"/>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251" name="Google Shape;251;p13"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252" name="Google Shape;252;p13"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253" name="Google Shape;253;p13"/>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54" name="Google Shape;254;p13"/>
          <p:cNvPicPr preferRelativeResize="0"/>
          <p:nvPr/>
        </p:nvPicPr>
        <p:blipFill rotWithShape="1">
          <a:blip r:embed="rId6">
            <a:alphaModFix/>
          </a:blip>
          <a:srcRect b="0" l="0" r="0" t="0"/>
          <a:stretch/>
        </p:blipFill>
        <p:spPr>
          <a:xfrm>
            <a:off x="2152300" y="2968299"/>
            <a:ext cx="1437410" cy="1777076"/>
          </a:xfrm>
          <a:prstGeom prst="rect">
            <a:avLst/>
          </a:prstGeom>
          <a:noFill/>
          <a:ln>
            <a:noFill/>
          </a:ln>
        </p:spPr>
      </p:pic>
      <p:pic>
        <p:nvPicPr>
          <p:cNvPr id="255" name="Google Shape;255;p13" title="Cute fox | Free SVG"/>
          <p:cNvPicPr preferRelativeResize="0"/>
          <p:nvPr/>
        </p:nvPicPr>
        <p:blipFill rotWithShape="1">
          <a:blip r:embed="rId7">
            <a:alphaModFix/>
          </a:blip>
          <a:srcRect b="0" l="0" r="0" t="0"/>
          <a:stretch/>
        </p:blipFill>
        <p:spPr>
          <a:xfrm>
            <a:off x="1544025" y="2532412"/>
            <a:ext cx="948776" cy="94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4"/>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1" name="Google Shape;261;p14"/>
          <p:cNvPicPr preferRelativeResize="0"/>
          <p:nvPr/>
        </p:nvPicPr>
        <p:blipFill rotWithShape="1">
          <a:blip r:embed="rId4">
            <a:alphaModFix/>
          </a:blip>
          <a:srcRect b="0" l="0" r="0" t="0"/>
          <a:stretch/>
        </p:blipFill>
        <p:spPr>
          <a:xfrm>
            <a:off x="3745149" y="2974100"/>
            <a:ext cx="1313650" cy="1143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15"/>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7" name="Google Shape;267;p15" title="Cute fox | Free SVG"/>
          <p:cNvPicPr preferRelativeResize="0"/>
          <p:nvPr/>
        </p:nvPicPr>
        <p:blipFill rotWithShape="1">
          <a:blip r:embed="rId4">
            <a:alphaModFix/>
          </a:blip>
          <a:srcRect b="0" l="0" r="0" t="0"/>
          <a:stretch/>
        </p:blipFill>
        <p:spPr>
          <a:xfrm>
            <a:off x="3583000" y="2983150"/>
            <a:ext cx="1357324" cy="1357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3" name="Google Shape;273;p16"/>
          <p:cNvSpPr/>
          <p:nvPr/>
        </p:nvSpPr>
        <p:spPr>
          <a:xfrm>
            <a:off x="4652975" y="1048605"/>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4" name="Google Shape;274;p16"/>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5" name="Google Shape;275;p16"/>
          <p:cNvSpPr/>
          <p:nvPr/>
        </p:nvSpPr>
        <p:spPr>
          <a:xfrm>
            <a:off x="4751702" y="225817"/>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6" name="Google Shape;276;p16"/>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7" name="Google Shape;277;p16"/>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8" name="Google Shape;278;p16"/>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9" name="Google Shape;279;p16"/>
          <p:cNvSpPr/>
          <p:nvPr/>
        </p:nvSpPr>
        <p:spPr>
          <a:xfrm>
            <a:off x="4552173" y="186710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0" name="Google Shape;280;p16"/>
          <p:cNvSpPr/>
          <p:nvPr/>
        </p:nvSpPr>
        <p:spPr>
          <a:xfrm>
            <a:off x="4489307" y="26889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4407803" y="35181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2" name="Google Shape;282;p16"/>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83" name="Google Shape;283;p16"/>
          <p:cNvSpPr/>
          <p:nvPr/>
        </p:nvSpPr>
        <p:spPr>
          <a:xfrm>
            <a:off x="4345059" y="4346244"/>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4" name="Google Shape;284;p16"/>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5" name="Google Shape;285;p16"/>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6" name="Google Shape;286;p16"/>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7" name="Google Shape;287;p16"/>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8" name="Google Shape;288;p16"/>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9" name="Google Shape;289;p16"/>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5" name="Google Shape;295;p17"/>
          <p:cNvSpPr/>
          <p:nvPr/>
        </p:nvSpPr>
        <p:spPr>
          <a:xfrm>
            <a:off x="4652975" y="1048605"/>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6" name="Google Shape;296;p17"/>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7" name="Google Shape;297;p17"/>
          <p:cNvSpPr/>
          <p:nvPr/>
        </p:nvSpPr>
        <p:spPr>
          <a:xfrm>
            <a:off x="4751702" y="225817"/>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9" name="Google Shape;299;p17"/>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0" name="Google Shape;300;p17"/>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1" name="Google Shape;301;p17"/>
          <p:cNvSpPr/>
          <p:nvPr/>
        </p:nvSpPr>
        <p:spPr>
          <a:xfrm>
            <a:off x="4552173" y="186710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2" name="Google Shape;302;p17"/>
          <p:cNvSpPr/>
          <p:nvPr/>
        </p:nvSpPr>
        <p:spPr>
          <a:xfrm>
            <a:off x="4489307" y="26889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4407803" y="35181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4" name="Google Shape;304;p17"/>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5" name="Google Shape;305;p17"/>
          <p:cNvSpPr/>
          <p:nvPr/>
        </p:nvSpPr>
        <p:spPr>
          <a:xfrm>
            <a:off x="4345059" y="4346244"/>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6" name="Google Shape;306;p17"/>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7" name="Google Shape;307;p17"/>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8" name="Google Shape;308;p17"/>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9" name="Google Shape;309;p17"/>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0" name="Google Shape;310;p17"/>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1" name="Google Shape;311;p17"/>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A cartoon character with orange and white face&#10;&#10;Description automatically generated" id="316" name="Google Shape;316;p18"/>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17" name="Google Shape;317;p18"/>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sp>
        <p:nvSpPr>
          <p:cNvPr id="318" name="Google Shape;318;p18"/>
          <p:cNvSpPr txBox="1"/>
          <p:nvPr/>
        </p:nvSpPr>
        <p:spPr>
          <a:xfrm>
            <a:off x="2268175"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A cartoon character with orange and white face&#10;&#10;Description automatically generated" id="323" name="Google Shape;323;p19"/>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24" name="Google Shape;324;p19"/>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Foffee collection | Free SVG" id="325" name="Google Shape;325;p19"/>
          <p:cNvPicPr preferRelativeResize="0"/>
          <p:nvPr/>
        </p:nvPicPr>
        <p:blipFill rotWithShape="1">
          <a:blip r:embed="rId5">
            <a:alphaModFix/>
          </a:blip>
          <a:srcRect b="0" l="0" r="0" t="0"/>
          <a:stretch/>
        </p:blipFill>
        <p:spPr>
          <a:xfrm>
            <a:off x="3821900" y="2259100"/>
            <a:ext cx="1301876" cy="1301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cartoon character with orange and white face&#10;&#10;Description automatically generated" id="330" name="Google Shape;330;p20"/>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331" name="Google Shape;331;p20"/>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Vanilla ice cream in cone vector image | Free SVG" id="332" name="Google Shape;332;p20"/>
          <p:cNvPicPr preferRelativeResize="0"/>
          <p:nvPr/>
        </p:nvPicPr>
        <p:blipFill rotWithShape="1">
          <a:blip r:embed="rId5">
            <a:alphaModFix/>
          </a:blip>
          <a:srcRect b="0" l="0" r="0" t="0"/>
          <a:stretch/>
        </p:blipFill>
        <p:spPr>
          <a:xfrm>
            <a:off x="3447675" y="2773675"/>
            <a:ext cx="1609350" cy="1609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1"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descr="A cartoon of a white and purple animal&#10;&#10;Description automatically generated" id="338" name="Google Shape;338;p21"/>
          <p:cNvPicPr preferRelativeResize="0"/>
          <p:nvPr/>
        </p:nvPicPr>
        <p:blipFill rotWithShape="1">
          <a:blip r:embed="rId4">
            <a:alphaModFix/>
          </a:blip>
          <a:srcRect b="0" l="0" r="0" t="0"/>
          <a:stretch/>
        </p:blipFill>
        <p:spPr>
          <a:xfrm>
            <a:off x="2666991" y="2143060"/>
            <a:ext cx="1437410" cy="1755556"/>
          </a:xfrm>
          <a:prstGeom prst="rect">
            <a:avLst/>
          </a:prstGeom>
          <a:noFill/>
          <a:ln>
            <a:noFill/>
          </a:ln>
        </p:spPr>
      </p:pic>
      <p:pic>
        <p:nvPicPr>
          <p:cNvPr id="339" name="Google Shape;339;p21" title="Public Domain Clip Art Image | Sandbox | ID: 13932766213513 ..."/>
          <p:cNvPicPr preferRelativeResize="0"/>
          <p:nvPr/>
        </p:nvPicPr>
        <p:blipFill rotWithShape="1">
          <a:blip r:embed="rId5">
            <a:alphaModFix/>
          </a:blip>
          <a:srcRect b="0" l="0" r="0" t="0"/>
          <a:stretch/>
        </p:blipFill>
        <p:spPr>
          <a:xfrm rot="-447145">
            <a:off x="3828550" y="2817775"/>
            <a:ext cx="3875828" cy="1262275"/>
          </a:xfrm>
          <a:prstGeom prst="rect">
            <a:avLst/>
          </a:prstGeom>
          <a:noFill/>
          <a:ln>
            <a:noFill/>
          </a:ln>
        </p:spPr>
      </p:pic>
      <p:sp>
        <p:nvSpPr>
          <p:cNvPr id="340" name="Google Shape;340;p21"/>
          <p:cNvSpPr/>
          <p:nvPr/>
        </p:nvSpPr>
        <p:spPr>
          <a:xfrm>
            <a:off x="3478975" y="17185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1" name="Google Shape;341;p21" title="Cute fox | Free SVG"/>
          <p:cNvPicPr preferRelativeResize="0"/>
          <p:nvPr/>
        </p:nvPicPr>
        <p:blipFill rotWithShape="1">
          <a:blip r:embed="rId6">
            <a:alphaModFix/>
          </a:blip>
          <a:srcRect b="0" l="0" r="0" t="0"/>
          <a:stretch/>
        </p:blipFill>
        <p:spPr>
          <a:xfrm>
            <a:off x="3562888" y="1633562"/>
            <a:ext cx="948775" cy="948775"/>
          </a:xfrm>
          <a:prstGeom prst="rect">
            <a:avLst/>
          </a:prstGeom>
          <a:noFill/>
          <a:ln>
            <a:noFill/>
          </a:ln>
        </p:spPr>
      </p:pic>
      <p:pic>
        <p:nvPicPr>
          <p:cNvPr descr="A cartoon of a white and purple animal&#10;&#10;Description automatically generated" id="342" name="Google Shape;342;p21"/>
          <p:cNvPicPr preferRelativeResize="0"/>
          <p:nvPr/>
        </p:nvPicPr>
        <p:blipFill rotWithShape="1">
          <a:blip r:embed="rId7">
            <a:alphaModFix/>
          </a:blip>
          <a:srcRect b="0" l="0" r="0" t="0"/>
          <a:stretch/>
        </p:blipFill>
        <p:spPr>
          <a:xfrm>
            <a:off x="7511700" y="2253550"/>
            <a:ext cx="1487350" cy="1816549"/>
          </a:xfrm>
          <a:prstGeom prst="rect">
            <a:avLst/>
          </a:prstGeom>
          <a:noFill/>
          <a:ln>
            <a:noFill/>
          </a:ln>
        </p:spPr>
      </p:pic>
      <p:sp>
        <p:nvSpPr>
          <p:cNvPr id="343" name="Google Shape;343;p21"/>
          <p:cNvSpPr/>
          <p:nvPr/>
        </p:nvSpPr>
        <p:spPr>
          <a:xfrm flipH="1">
            <a:off x="2081700" y="1715604"/>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4" name="Google Shape;344;p21"/>
          <p:cNvPicPr preferRelativeResize="0"/>
          <p:nvPr/>
        </p:nvPicPr>
        <p:blipFill rotWithShape="1">
          <a:blip r:embed="rId8">
            <a:alphaModFix/>
          </a:blip>
          <a:srcRect b="0" l="0" r="0" t="0"/>
          <a:stretch/>
        </p:blipFill>
        <p:spPr>
          <a:xfrm>
            <a:off x="2407938" y="1823699"/>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1700"/>
                                        <p:tgtEl>
                                          <p:spTgt spid="3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1500"/>
                                        <p:tgtEl>
                                          <p:spTgt spid="3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Small Trees | Free SVG" id="349" name="Google Shape;349;p23"/>
          <p:cNvPicPr preferRelativeResize="0"/>
          <p:nvPr/>
        </p:nvPicPr>
        <p:blipFill rotWithShape="1">
          <a:blip r:embed="rId3">
            <a:alphaModFix/>
          </a:blip>
          <a:srcRect b="0" l="0" r="0" t="0"/>
          <a:stretch/>
        </p:blipFill>
        <p:spPr>
          <a:xfrm>
            <a:off x="78150" y="304800"/>
            <a:ext cx="2044400" cy="2044400"/>
          </a:xfrm>
          <a:prstGeom prst="rect">
            <a:avLst/>
          </a:prstGeom>
          <a:noFill/>
          <a:ln>
            <a:noFill/>
          </a:ln>
        </p:spPr>
      </p:pic>
      <p:pic>
        <p:nvPicPr>
          <p:cNvPr descr="A cartoon of a white and purple animal&#10;&#10;Description automatically generated" id="350" name="Google Shape;350;p23"/>
          <p:cNvPicPr preferRelativeResize="0"/>
          <p:nvPr/>
        </p:nvPicPr>
        <p:blipFill rotWithShape="1">
          <a:blip r:embed="rId4">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51" name="Google Shape;351;p23"/>
          <p:cNvPicPr preferRelativeResize="0"/>
          <p:nvPr/>
        </p:nvPicPr>
        <p:blipFill rotWithShape="1">
          <a:blip r:embed="rId5">
            <a:alphaModFix/>
          </a:blip>
          <a:srcRect b="0" l="0" r="0" t="0"/>
          <a:stretch/>
        </p:blipFill>
        <p:spPr>
          <a:xfrm>
            <a:off x="4763425" y="2139150"/>
            <a:ext cx="2180825" cy="2663526"/>
          </a:xfrm>
          <a:prstGeom prst="rect">
            <a:avLst/>
          </a:prstGeom>
          <a:noFill/>
          <a:ln>
            <a:noFill/>
          </a:ln>
        </p:spPr>
      </p:pic>
      <p:sp>
        <p:nvSpPr>
          <p:cNvPr id="352" name="Google Shape;352;p23"/>
          <p:cNvSpPr/>
          <p:nvPr/>
        </p:nvSpPr>
        <p:spPr>
          <a:xfrm flipH="1">
            <a:off x="1458150" y="2308700"/>
            <a:ext cx="1378926"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23"/>
          <p:cNvSpPr/>
          <p:nvPr/>
        </p:nvSpPr>
        <p:spPr>
          <a:xfrm>
            <a:off x="2927200" y="230870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4" name="Google Shape;354;p23"/>
          <p:cNvPicPr preferRelativeResize="0"/>
          <p:nvPr/>
        </p:nvPicPr>
        <p:blipFill rotWithShape="1">
          <a:blip r:embed="rId6">
            <a:alphaModFix/>
          </a:blip>
          <a:srcRect b="0" l="0" r="0" t="0"/>
          <a:stretch/>
        </p:blipFill>
        <p:spPr>
          <a:xfrm>
            <a:off x="1825876" y="2414975"/>
            <a:ext cx="652831" cy="568500"/>
          </a:xfrm>
          <a:prstGeom prst="rect">
            <a:avLst/>
          </a:prstGeom>
          <a:noFill/>
          <a:ln>
            <a:noFill/>
          </a:ln>
        </p:spPr>
      </p:pic>
      <p:pic>
        <p:nvPicPr>
          <p:cNvPr id="355" name="Google Shape;355;p23" title="Cute fox | Free SVG"/>
          <p:cNvPicPr preferRelativeResize="0"/>
          <p:nvPr/>
        </p:nvPicPr>
        <p:blipFill rotWithShape="1">
          <a:blip r:embed="rId7">
            <a:alphaModFix/>
          </a:blip>
          <a:srcRect b="0" l="0" r="0" t="0"/>
          <a:stretch/>
        </p:blipFill>
        <p:spPr>
          <a:xfrm>
            <a:off x="3029350" y="2260912"/>
            <a:ext cx="948776" cy="948775"/>
          </a:xfrm>
          <a:prstGeom prst="rect">
            <a:avLst/>
          </a:prstGeom>
          <a:noFill/>
          <a:ln>
            <a:noFill/>
          </a:ln>
        </p:spPr>
      </p:pic>
      <p:pic>
        <p:nvPicPr>
          <p:cNvPr descr="Small Trees | Free SVG" id="356" name="Google Shape;356;p23"/>
          <p:cNvPicPr preferRelativeResize="0"/>
          <p:nvPr/>
        </p:nvPicPr>
        <p:blipFill rotWithShape="1">
          <a:blip r:embed="rId3">
            <a:alphaModFix/>
          </a:blip>
          <a:srcRect b="0" l="0" r="0" t="0"/>
          <a:stretch/>
        </p:blipFill>
        <p:spPr>
          <a:xfrm>
            <a:off x="6435425" y="370575"/>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1"/>
                                        </p:tgtEl>
                                        <p:attrNameLst>
                                          <p:attrName>style.visibility</p:attrName>
                                        </p:attrNameLst>
                                      </p:cBhvr>
                                      <p:to>
                                        <p:strVal val="visible"/>
                                      </p:to>
                                    </p:set>
                                    <p:anim calcmode="lin" valueType="num">
                                      <p:cBhvr additive="base">
                                        <p:cTn dur="2200"/>
                                        <p:tgtEl>
                                          <p:spTgt spid="35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descr="A cartoon of a white and purple animal&#10;&#10;Description automatically generated" id="361" name="Google Shape;361;p22"/>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362" name="Google Shape;362;p22"/>
          <p:cNvPicPr preferRelativeResize="0"/>
          <p:nvPr/>
        </p:nvPicPr>
        <p:blipFill rotWithShape="1">
          <a:blip r:embed="rId3">
            <a:alphaModFix/>
          </a:blip>
          <a:srcRect b="0" l="0" r="0" t="0"/>
          <a:stretch/>
        </p:blipFill>
        <p:spPr>
          <a:xfrm>
            <a:off x="4763425" y="2139150"/>
            <a:ext cx="2180825" cy="2663526"/>
          </a:xfrm>
          <a:prstGeom prst="rect">
            <a:avLst/>
          </a:prstGeom>
          <a:noFill/>
          <a:ln>
            <a:noFill/>
          </a:ln>
        </p:spPr>
      </p:pic>
      <p:sp>
        <p:nvSpPr>
          <p:cNvPr id="363" name="Google Shape;363;p22"/>
          <p:cNvSpPr/>
          <p:nvPr/>
        </p:nvSpPr>
        <p:spPr>
          <a:xfrm flipH="1">
            <a:off x="1458150" y="2308700"/>
            <a:ext cx="1276776"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2"/>
          <p:cNvSpPr/>
          <p:nvPr/>
        </p:nvSpPr>
        <p:spPr>
          <a:xfrm>
            <a:off x="2927200" y="230870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5" name="Google Shape;365;p22"/>
          <p:cNvPicPr preferRelativeResize="0"/>
          <p:nvPr/>
        </p:nvPicPr>
        <p:blipFill rotWithShape="1">
          <a:blip r:embed="rId4">
            <a:alphaModFix/>
          </a:blip>
          <a:srcRect b="0" l="0" r="0" t="0"/>
          <a:stretch/>
        </p:blipFill>
        <p:spPr>
          <a:xfrm>
            <a:off x="1784375" y="2471299"/>
            <a:ext cx="652831" cy="568500"/>
          </a:xfrm>
          <a:prstGeom prst="rect">
            <a:avLst/>
          </a:prstGeom>
          <a:noFill/>
          <a:ln>
            <a:noFill/>
          </a:ln>
        </p:spPr>
      </p:pic>
      <p:pic>
        <p:nvPicPr>
          <p:cNvPr id="366" name="Google Shape;366;p22" title="Cute fox | Free SVG"/>
          <p:cNvPicPr preferRelativeResize="0"/>
          <p:nvPr/>
        </p:nvPicPr>
        <p:blipFill rotWithShape="1">
          <a:blip r:embed="rId5">
            <a:alphaModFix/>
          </a:blip>
          <a:srcRect b="0" l="0" r="0" t="0"/>
          <a:stretch/>
        </p:blipFill>
        <p:spPr>
          <a:xfrm>
            <a:off x="3029350" y="2260912"/>
            <a:ext cx="948776" cy="948775"/>
          </a:xfrm>
          <a:prstGeom prst="rect">
            <a:avLst/>
          </a:prstGeom>
          <a:noFill/>
          <a:ln>
            <a:noFill/>
          </a:ln>
        </p:spPr>
      </p:pic>
      <p:pic>
        <p:nvPicPr>
          <p:cNvPr descr="Small Trees | Free SVG" id="367" name="Google Shape;367;p22"/>
          <p:cNvPicPr preferRelativeResize="0"/>
          <p:nvPr/>
        </p:nvPicPr>
        <p:blipFill rotWithShape="1">
          <a:blip r:embed="rId6">
            <a:alphaModFix/>
          </a:blip>
          <a:srcRect b="0" l="0" r="0" t="0"/>
          <a:stretch/>
        </p:blipFill>
        <p:spPr>
          <a:xfrm>
            <a:off x="78150" y="304800"/>
            <a:ext cx="2044400" cy="2044400"/>
          </a:xfrm>
          <a:prstGeom prst="rect">
            <a:avLst/>
          </a:prstGeom>
          <a:noFill/>
          <a:ln>
            <a:noFill/>
          </a:ln>
        </p:spPr>
      </p:pic>
      <p:pic>
        <p:nvPicPr>
          <p:cNvPr descr="Small Trees | Free SVG" id="368" name="Google Shape;368;p22"/>
          <p:cNvPicPr preferRelativeResize="0"/>
          <p:nvPr/>
        </p:nvPicPr>
        <p:blipFill rotWithShape="1">
          <a:blip r:embed="rId6">
            <a:alphaModFix/>
          </a:blip>
          <a:srcRect b="0" l="0" r="0" t="0"/>
          <a:stretch/>
        </p:blipFill>
        <p:spPr>
          <a:xfrm>
            <a:off x="6784500" y="426900"/>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2100"/>
                                        <p:tgtEl>
                                          <p:spTgt spid="3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2577600" y="1940250"/>
            <a:ext cx="39888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Happy Condition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A cartoon of a white and purple animal&#10;&#10;Description automatically generated" id="378" name="Google Shape;378;p25"/>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sp>
        <p:nvSpPr>
          <p:cNvPr id="379" name="Google Shape;379;p25"/>
          <p:cNvSpPr/>
          <p:nvPr/>
        </p:nvSpPr>
        <p:spPr>
          <a:xfrm rot="-5400000">
            <a:off x="4422600" y="26018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7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85" name="Google Shape;385;p26"/>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6" name="Google Shape;386;p26"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87" name="Google Shape;387;p26"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Elephant | Free Stock Photo | Illustration of an elephant | # 11454" id="388" name="Google Shape;388;p26"/>
          <p:cNvPicPr preferRelativeResize="0"/>
          <p:nvPr/>
        </p:nvPicPr>
        <p:blipFill rotWithShape="1">
          <a:blip r:embed="rId6">
            <a:alphaModFix/>
          </a:blip>
          <a:srcRect b="0" l="0" r="0" t="0"/>
          <a:stretch/>
        </p:blipFill>
        <p:spPr>
          <a:xfrm>
            <a:off x="5096425" y="1717276"/>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descr="A cartoon of a white and purple animal&#10;&#10;Description automatically generated" id="393" name="Google Shape;393;p27"/>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94" name="Google Shape;394;p27"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95" name="Google Shape;395;p27"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sp>
        <p:nvSpPr>
          <p:cNvPr id="396" name="Google Shape;396;p27"/>
          <p:cNvSpPr/>
          <p:nvPr/>
        </p:nvSpPr>
        <p:spPr>
          <a:xfrm rot="-5400000">
            <a:off x="4398500" y="286426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A cartoon of a white and purple animal&#10;&#10;Description automatically generated" id="401" name="Google Shape;401;p28"/>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402" name="Google Shape;402;p28"/>
          <p:cNvPicPr preferRelativeResize="0"/>
          <p:nvPr/>
        </p:nvPicPr>
        <p:blipFill rotWithShape="1">
          <a:blip r:embed="rId4">
            <a:alphaModFix/>
          </a:blip>
          <a:srcRect b="0" l="0" r="0" t="0"/>
          <a:stretch/>
        </p:blipFill>
        <p:spPr>
          <a:xfrm>
            <a:off x="4792275" y="2479600"/>
            <a:ext cx="1367325" cy="1669949"/>
          </a:xfrm>
          <a:prstGeom prst="rect">
            <a:avLst/>
          </a:prstGeom>
          <a:noFill/>
          <a:ln>
            <a:noFill/>
          </a:ln>
        </p:spPr>
      </p:pic>
      <p:sp>
        <p:nvSpPr>
          <p:cNvPr id="403" name="Google Shape;403;p28"/>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4" name="Google Shape;404;p28"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405" name="Google Shape;405;p28"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id="406" name="Google Shape;406;p28"/>
          <p:cNvPicPr preferRelativeResize="0"/>
          <p:nvPr/>
        </p:nvPicPr>
        <p:blipFill rotWithShape="1">
          <a:blip r:embed="rId6">
            <a:alphaModFix/>
          </a:blip>
          <a:srcRect b="0" l="0" r="0" t="0"/>
          <a:stretch/>
        </p:blipFill>
        <p:spPr>
          <a:xfrm>
            <a:off x="3791450" y="1927538"/>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160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0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A cartoon of a white and purple animal&#10;&#10;Description automatically generated" id="411" name="Google Shape;411;p29"/>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12" name="Google Shape;412;p29"/>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3" name="Google Shape;413;p29"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14" name="Google Shape;414;p29"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415" name="Google Shape;415;p29"/>
          <p:cNvPicPr preferRelativeResize="0"/>
          <p:nvPr/>
        </p:nvPicPr>
        <p:blipFill rotWithShape="1">
          <a:blip r:embed="rId5">
            <a:alphaModFix/>
          </a:blip>
          <a:srcRect b="0" l="0" r="0" t="0"/>
          <a:stretch/>
        </p:blipFill>
        <p:spPr>
          <a:xfrm>
            <a:off x="3686250" y="1937888"/>
            <a:ext cx="917249" cy="709482"/>
          </a:xfrm>
          <a:prstGeom prst="rect">
            <a:avLst/>
          </a:prstGeom>
          <a:noFill/>
          <a:ln>
            <a:noFill/>
          </a:ln>
        </p:spPr>
      </p:pic>
      <p:sp>
        <p:nvSpPr>
          <p:cNvPr id="416" name="Google Shape;416;p29"/>
          <p:cNvSpPr/>
          <p:nvPr/>
        </p:nvSpPr>
        <p:spPr>
          <a:xfrm>
            <a:off x="3861375" y="2060275"/>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417" name="Google Shape;417;p29"/>
          <p:cNvPicPr preferRelativeResize="0"/>
          <p:nvPr/>
        </p:nvPicPr>
        <p:blipFill rotWithShape="1">
          <a:blip r:embed="rId6">
            <a:alphaModFix/>
          </a:blip>
          <a:srcRect b="0" l="0" r="0" t="0"/>
          <a:stretch/>
        </p:blipFill>
        <p:spPr>
          <a:xfrm>
            <a:off x="4792275" y="2479600"/>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A cartoon of a white and purple animal&#10;&#10;Description automatically generated" id="422" name="Google Shape;422;p30"/>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23" name="Google Shape;423;p30"/>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4" name="Google Shape;424;p30"/>
          <p:cNvPicPr preferRelativeResize="0"/>
          <p:nvPr/>
        </p:nvPicPr>
        <p:blipFill rotWithShape="1">
          <a:blip r:embed="rId4">
            <a:alphaModFix/>
          </a:blip>
          <a:srcRect b="0" l="0" r="0" t="0"/>
          <a:stretch/>
        </p:blipFill>
        <p:spPr>
          <a:xfrm>
            <a:off x="3833000" y="1927538"/>
            <a:ext cx="706850" cy="730174"/>
          </a:xfrm>
          <a:prstGeom prst="rect">
            <a:avLst/>
          </a:prstGeom>
          <a:noFill/>
          <a:ln>
            <a:noFill/>
          </a:ln>
        </p:spPr>
      </p:pic>
      <p:sp>
        <p:nvSpPr>
          <p:cNvPr id="425" name="Google Shape;425;p30"/>
          <p:cNvSpPr/>
          <p:nvPr/>
        </p:nvSpPr>
        <p:spPr>
          <a:xfrm>
            <a:off x="3993925" y="2281275"/>
            <a:ext cx="379200" cy="376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6" name="Google Shape;426;p30"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427" name="Google Shape;427;p30"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descr="A cartoon character with orange and white face&#10;&#10;Description automatically generated" id="428" name="Google Shape;428;p30"/>
          <p:cNvPicPr preferRelativeResize="0"/>
          <p:nvPr/>
        </p:nvPicPr>
        <p:blipFill rotWithShape="1">
          <a:blip r:embed="rId6">
            <a:alphaModFix amt="91000"/>
          </a:blip>
          <a:srcRect b="0" l="0" r="0" t="0"/>
          <a:stretch/>
        </p:blipFill>
        <p:spPr>
          <a:xfrm>
            <a:off x="4747352" y="2346673"/>
            <a:ext cx="1437410" cy="1820954"/>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8"/>
                                        </p:tgtEl>
                                        <p:attrNameLst>
                                          <p:attrName>style.visibility</p:attrName>
                                        </p:attrNameLst>
                                      </p:cBhvr>
                                      <p:to>
                                        <p:strVal val="visible"/>
                                      </p:to>
                                    </p:set>
                                    <p:anim calcmode="lin" valueType="num">
                                      <p:cBhvr additive="base">
                                        <p:cTn dur="750"/>
                                        <p:tgtEl>
                                          <p:spTgt spid="4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A cartoon of a white and purple animal&#10;&#10;Description automatically generated" id="433" name="Google Shape;433;p31"/>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434" name="Google Shape;434;p31"/>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5" name="Google Shape;435;p31"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436" name="Google Shape;436;p31"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437" name="Google Shape;437;p31"/>
          <p:cNvPicPr preferRelativeResize="0"/>
          <p:nvPr/>
        </p:nvPicPr>
        <p:blipFill rotWithShape="1">
          <a:blip r:embed="rId5">
            <a:alphaModFix/>
          </a:blip>
          <a:srcRect b="0" l="0" r="0" t="0"/>
          <a:stretch/>
        </p:blipFill>
        <p:spPr>
          <a:xfrm>
            <a:off x="3686250" y="1937888"/>
            <a:ext cx="917249" cy="709482"/>
          </a:xfrm>
          <a:prstGeom prst="rect">
            <a:avLst/>
          </a:prstGeom>
          <a:noFill/>
          <a:ln>
            <a:noFill/>
          </a:ln>
        </p:spPr>
      </p:pic>
      <p:pic>
        <p:nvPicPr>
          <p:cNvPr descr="A cartoon character with orange and white face&#10;&#10;Description automatically generated" id="438" name="Google Shape;438;p31"/>
          <p:cNvPicPr preferRelativeResize="0"/>
          <p:nvPr/>
        </p:nvPicPr>
        <p:blipFill rotWithShape="1">
          <a:blip r:embed="rId6">
            <a:alphaModFix amt="91000"/>
          </a:blip>
          <a:srcRect b="0" l="0" r="0" t="0"/>
          <a:stretch/>
        </p:blipFill>
        <p:spPr>
          <a:xfrm>
            <a:off x="4747327" y="2313973"/>
            <a:ext cx="1437410" cy="1820954"/>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32"/>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44" name="Google Shape;444;p32"/>
          <p:cNvPicPr preferRelativeResize="0"/>
          <p:nvPr/>
        </p:nvPicPr>
        <p:blipFill rotWithShape="1">
          <a:blip r:embed="rId4">
            <a:alphaModFix/>
          </a:blip>
          <a:srcRect b="0" l="0" r="0" t="0"/>
          <a:stretch/>
        </p:blipFill>
        <p:spPr>
          <a:xfrm>
            <a:off x="3876675" y="2966925"/>
            <a:ext cx="1026900" cy="10607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33"/>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descr="Elephant | Free Stock Photo | Illustration of an elephant | # 11454" id="450" name="Google Shape;450;p33"/>
          <p:cNvPicPr preferRelativeResize="0"/>
          <p:nvPr/>
        </p:nvPicPr>
        <p:blipFill rotWithShape="1">
          <a:blip r:embed="rId4">
            <a:alphaModFix/>
          </a:blip>
          <a:srcRect b="0" l="0" r="0" t="0"/>
          <a:stretch/>
        </p:blipFill>
        <p:spPr>
          <a:xfrm>
            <a:off x="3680300" y="2969225"/>
            <a:ext cx="1380351" cy="1067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4"/>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6" name="Google Shape;456;p34"/>
          <p:cNvSpPr/>
          <p:nvPr/>
        </p:nvSpPr>
        <p:spPr>
          <a:xfrm>
            <a:off x="4652975" y="1048605"/>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7" name="Google Shape;457;p34"/>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8" name="Google Shape;458;p34"/>
          <p:cNvSpPr/>
          <p:nvPr/>
        </p:nvSpPr>
        <p:spPr>
          <a:xfrm>
            <a:off x="4751702" y="225817"/>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9" name="Google Shape;459;p34"/>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0" name="Google Shape;460;p34"/>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1" name="Google Shape;461;p34"/>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2" name="Google Shape;462;p34"/>
          <p:cNvSpPr/>
          <p:nvPr/>
        </p:nvSpPr>
        <p:spPr>
          <a:xfrm>
            <a:off x="4552173" y="186710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3" name="Google Shape;463;p34"/>
          <p:cNvSpPr/>
          <p:nvPr/>
        </p:nvSpPr>
        <p:spPr>
          <a:xfrm>
            <a:off x="4489307" y="26889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4" name="Google Shape;464;p34"/>
          <p:cNvSpPr/>
          <p:nvPr/>
        </p:nvSpPr>
        <p:spPr>
          <a:xfrm>
            <a:off x="4407803" y="35181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5" name="Google Shape;465;p34"/>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6" name="Google Shape;466;p34"/>
          <p:cNvSpPr/>
          <p:nvPr/>
        </p:nvSpPr>
        <p:spPr>
          <a:xfrm>
            <a:off x="4345059" y="4346244"/>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7" name="Google Shape;467;p34"/>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8" name="Google Shape;468;p34"/>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9" name="Google Shape;469;p34"/>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0" name="Google Shape;470;p34"/>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1" name="Google Shape;471;p34"/>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2" name="Google Shape;472;p34"/>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78" name="Google Shape;478;p35"/>
          <p:cNvSpPr/>
          <p:nvPr/>
        </p:nvSpPr>
        <p:spPr>
          <a:xfrm>
            <a:off x="4652975" y="1048605"/>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79" name="Google Shape;479;p3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0" name="Google Shape;480;p35"/>
          <p:cNvSpPr/>
          <p:nvPr/>
        </p:nvSpPr>
        <p:spPr>
          <a:xfrm>
            <a:off x="4751702" y="225817"/>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1" name="Google Shape;481;p3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2" name="Google Shape;482;p3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3" name="Google Shape;483;p3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4" name="Google Shape;484;p35"/>
          <p:cNvSpPr/>
          <p:nvPr/>
        </p:nvSpPr>
        <p:spPr>
          <a:xfrm>
            <a:off x="4552173" y="186710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5" name="Google Shape;485;p35"/>
          <p:cNvSpPr/>
          <p:nvPr/>
        </p:nvSpPr>
        <p:spPr>
          <a:xfrm>
            <a:off x="4489307" y="26889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6" name="Google Shape;486;p35"/>
          <p:cNvSpPr/>
          <p:nvPr/>
        </p:nvSpPr>
        <p:spPr>
          <a:xfrm>
            <a:off x="4407803" y="35181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7" name="Google Shape;487;p3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8" name="Google Shape;488;p35"/>
          <p:cNvSpPr/>
          <p:nvPr/>
        </p:nvSpPr>
        <p:spPr>
          <a:xfrm>
            <a:off x="4345059" y="4346244"/>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9" name="Google Shape;489;p35"/>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0" name="Google Shape;490;p35"/>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1" name="Google Shape;491;p35"/>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2" name="Google Shape;492;p35"/>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3" name="Google Shape;493;p35"/>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4" name="Google Shape;494;p35"/>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A cartoon character with orange and white face&#10;&#10;Description automatically generated" id="499" name="Google Shape;499;p36"/>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sp>
        <p:nvSpPr>
          <p:cNvPr id="500" name="Google Shape;500;p36"/>
          <p:cNvSpPr txBox="1"/>
          <p:nvPr/>
        </p:nvSpPr>
        <p:spPr>
          <a:xfrm>
            <a:off x="2334250"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pic>
        <p:nvPicPr>
          <p:cNvPr descr="A cartoon character with orange and white face&#10;&#10;Description automatically generated" id="501" name="Google Shape;501;p36"/>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descr="A cartoon character with orange and white face&#10;&#10;Description automatically generated" id="506" name="Google Shape;506;p37"/>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07" name="Google Shape;507;p37"/>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Foffee collection | Free SVG" id="508" name="Google Shape;508;p37"/>
          <p:cNvPicPr preferRelativeResize="0"/>
          <p:nvPr/>
        </p:nvPicPr>
        <p:blipFill rotWithShape="1">
          <a:blip r:embed="rId5">
            <a:alphaModFix/>
          </a:blip>
          <a:srcRect b="0" l="0" r="0" t="0"/>
          <a:stretch/>
        </p:blipFill>
        <p:spPr>
          <a:xfrm>
            <a:off x="3664250" y="2349175"/>
            <a:ext cx="1301876" cy="1301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artoon character with orange and white face&#10;&#10;Description automatically generated" id="513" name="Google Shape;513;p38"/>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514" name="Google Shape;514;p38"/>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Vanilla ice cream in cone vector image | Free SVG" id="515" name="Google Shape;515;p38"/>
          <p:cNvPicPr preferRelativeResize="0"/>
          <p:nvPr/>
        </p:nvPicPr>
        <p:blipFill rotWithShape="1">
          <a:blip r:embed="rId5">
            <a:alphaModFix/>
          </a:blip>
          <a:srcRect b="0" l="0" r="0" t="0"/>
          <a:stretch/>
        </p:blipFill>
        <p:spPr>
          <a:xfrm>
            <a:off x="3447675" y="2773675"/>
            <a:ext cx="1609350" cy="1609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39"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id="521" name="Google Shape;521;p39" title="Public Domain Clip Art Image | Sandbox | ID: 13932766213513 ..."/>
          <p:cNvPicPr preferRelativeResize="0"/>
          <p:nvPr/>
        </p:nvPicPr>
        <p:blipFill rotWithShape="1">
          <a:blip r:embed="rId4">
            <a:alphaModFix/>
          </a:blip>
          <a:srcRect b="0" l="0" r="0" t="0"/>
          <a:stretch/>
        </p:blipFill>
        <p:spPr>
          <a:xfrm rot="-447145">
            <a:off x="3828550" y="2817775"/>
            <a:ext cx="3875828" cy="1262275"/>
          </a:xfrm>
          <a:prstGeom prst="rect">
            <a:avLst/>
          </a:prstGeom>
          <a:noFill/>
          <a:ln>
            <a:noFill/>
          </a:ln>
        </p:spPr>
      </p:pic>
      <p:sp>
        <p:nvSpPr>
          <p:cNvPr id="522" name="Google Shape;522;p39"/>
          <p:cNvSpPr/>
          <p:nvPr/>
        </p:nvSpPr>
        <p:spPr>
          <a:xfrm>
            <a:off x="3436200" y="1684800"/>
            <a:ext cx="124320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3" name="Google Shape;523;p39"/>
          <p:cNvPicPr preferRelativeResize="0"/>
          <p:nvPr/>
        </p:nvPicPr>
        <p:blipFill rotWithShape="1">
          <a:blip r:embed="rId5">
            <a:alphaModFix/>
          </a:blip>
          <a:srcRect b="0" l="0" r="0" t="0"/>
          <a:stretch/>
        </p:blipFill>
        <p:spPr>
          <a:xfrm>
            <a:off x="7511700" y="2253550"/>
            <a:ext cx="1487350" cy="1816549"/>
          </a:xfrm>
          <a:prstGeom prst="rect">
            <a:avLst/>
          </a:prstGeom>
          <a:noFill/>
          <a:ln>
            <a:noFill/>
          </a:ln>
        </p:spPr>
      </p:pic>
      <p:sp>
        <p:nvSpPr>
          <p:cNvPr id="524" name="Google Shape;524;p39"/>
          <p:cNvSpPr/>
          <p:nvPr/>
        </p:nvSpPr>
        <p:spPr>
          <a:xfrm flipH="1">
            <a:off x="2081700" y="16848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525" name="Google Shape;525;p39"/>
          <p:cNvPicPr preferRelativeResize="0"/>
          <p:nvPr/>
        </p:nvPicPr>
        <p:blipFill rotWithShape="1">
          <a:blip r:embed="rId6">
            <a:alphaModFix/>
          </a:blip>
          <a:srcRect b="0" l="0" r="0" t="0"/>
          <a:stretch/>
        </p:blipFill>
        <p:spPr>
          <a:xfrm>
            <a:off x="2556516" y="2346673"/>
            <a:ext cx="1437410" cy="1755556"/>
          </a:xfrm>
          <a:prstGeom prst="rect">
            <a:avLst/>
          </a:prstGeom>
          <a:noFill/>
          <a:ln>
            <a:noFill/>
          </a:ln>
        </p:spPr>
      </p:pic>
      <p:pic>
        <p:nvPicPr>
          <p:cNvPr id="526" name="Google Shape;526;p39"/>
          <p:cNvPicPr preferRelativeResize="0"/>
          <p:nvPr/>
        </p:nvPicPr>
        <p:blipFill rotWithShape="1">
          <a:blip r:embed="rId7">
            <a:alphaModFix/>
          </a:blip>
          <a:srcRect b="0" l="0" r="0" t="0"/>
          <a:stretch/>
        </p:blipFill>
        <p:spPr>
          <a:xfrm>
            <a:off x="2380925" y="1726063"/>
            <a:ext cx="706850" cy="730174"/>
          </a:xfrm>
          <a:prstGeom prst="rect">
            <a:avLst/>
          </a:prstGeom>
          <a:noFill/>
          <a:ln>
            <a:noFill/>
          </a:ln>
        </p:spPr>
      </p:pic>
      <p:pic>
        <p:nvPicPr>
          <p:cNvPr descr="Elephant | Free Stock Photo | Illustration of an elephant | # 11454" id="527" name="Google Shape;527;p39"/>
          <p:cNvPicPr preferRelativeResize="0"/>
          <p:nvPr/>
        </p:nvPicPr>
        <p:blipFill rotWithShape="1">
          <a:blip r:embed="rId8">
            <a:alphaModFix/>
          </a:blip>
          <a:srcRect b="0" l="0" r="0" t="0"/>
          <a:stretch/>
        </p:blipFill>
        <p:spPr>
          <a:xfrm>
            <a:off x="3535301" y="1746755"/>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1800"/>
                                        <p:tgtEl>
                                          <p:spTgt spid="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3"/>
                                        </p:tgtEl>
                                        <p:attrNameLst>
                                          <p:attrName>style.visibility</p:attrName>
                                        </p:attrNameLst>
                                      </p:cBhvr>
                                      <p:to>
                                        <p:strVal val="visible"/>
                                      </p:to>
                                    </p:set>
                                    <p:anim calcmode="lin" valueType="num">
                                      <p:cBhvr additive="base">
                                        <p:cTn dur="1700"/>
                                        <p:tgtEl>
                                          <p:spTgt spid="5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A cartoon of a white and purple animal&#10;&#10;Description automatically generated" id="532" name="Google Shape;532;p41"/>
          <p:cNvPicPr preferRelativeResize="0"/>
          <p:nvPr/>
        </p:nvPicPr>
        <p:blipFill rotWithShape="1">
          <a:blip r:embed="rId3">
            <a:alphaModFix/>
          </a:blip>
          <a:srcRect b="0" l="10180" r="-10180" t="0"/>
          <a:stretch/>
        </p:blipFill>
        <p:spPr>
          <a:xfrm>
            <a:off x="2353816" y="2234048"/>
            <a:ext cx="1437410" cy="1755556"/>
          </a:xfrm>
          <a:prstGeom prst="rect">
            <a:avLst/>
          </a:prstGeom>
          <a:noFill/>
          <a:ln>
            <a:noFill/>
          </a:ln>
        </p:spPr>
      </p:pic>
      <p:pic>
        <p:nvPicPr>
          <p:cNvPr descr="A cartoon of a white and purple animal&#10;&#10;Description automatically generated" id="533" name="Google Shape;533;p41"/>
          <p:cNvPicPr preferRelativeResize="0"/>
          <p:nvPr/>
        </p:nvPicPr>
        <p:blipFill rotWithShape="1">
          <a:blip r:embed="rId4">
            <a:alphaModFix/>
          </a:blip>
          <a:srcRect b="2250" l="0" r="0" t="-2250"/>
          <a:stretch/>
        </p:blipFill>
        <p:spPr>
          <a:xfrm>
            <a:off x="4776950" y="1531500"/>
            <a:ext cx="2049525" cy="2503151"/>
          </a:xfrm>
          <a:prstGeom prst="rect">
            <a:avLst/>
          </a:prstGeom>
          <a:noFill/>
          <a:ln>
            <a:noFill/>
          </a:ln>
        </p:spPr>
      </p:pic>
      <p:pic>
        <p:nvPicPr>
          <p:cNvPr descr="Small Trees | Free SVG" id="534" name="Google Shape;534;p41"/>
          <p:cNvPicPr preferRelativeResize="0"/>
          <p:nvPr/>
        </p:nvPicPr>
        <p:blipFill rotWithShape="1">
          <a:blip r:embed="rId5">
            <a:alphaModFix/>
          </a:blip>
          <a:srcRect b="0" l="0" r="0" t="0"/>
          <a:stretch/>
        </p:blipFill>
        <p:spPr>
          <a:xfrm>
            <a:off x="100675" y="259775"/>
            <a:ext cx="2044400" cy="2044400"/>
          </a:xfrm>
          <a:prstGeom prst="rect">
            <a:avLst/>
          </a:prstGeom>
          <a:noFill/>
          <a:ln>
            <a:noFill/>
          </a:ln>
        </p:spPr>
      </p:pic>
      <p:pic>
        <p:nvPicPr>
          <p:cNvPr descr="Small Trees | Free SVG" id="535" name="Google Shape;535;p41"/>
          <p:cNvPicPr preferRelativeResize="0"/>
          <p:nvPr/>
        </p:nvPicPr>
        <p:blipFill rotWithShape="1">
          <a:blip r:embed="rId5">
            <a:alphaModFix/>
          </a:blip>
          <a:srcRect b="0" l="0" r="0" t="0"/>
          <a:stretch/>
        </p:blipFill>
        <p:spPr>
          <a:xfrm>
            <a:off x="6998250" y="389650"/>
            <a:ext cx="2044399" cy="2044400"/>
          </a:xfrm>
          <a:prstGeom prst="rect">
            <a:avLst/>
          </a:prstGeom>
          <a:noFill/>
          <a:ln>
            <a:noFill/>
          </a:ln>
        </p:spPr>
      </p:pic>
      <p:sp>
        <p:nvSpPr>
          <p:cNvPr id="536" name="Google Shape;536;p41"/>
          <p:cNvSpPr/>
          <p:nvPr/>
        </p:nvSpPr>
        <p:spPr>
          <a:xfrm>
            <a:off x="2893375" y="1628450"/>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1"/>
          <p:cNvSpPr/>
          <p:nvPr/>
        </p:nvSpPr>
        <p:spPr>
          <a:xfrm flipH="1">
            <a:off x="1529900" y="1628450"/>
            <a:ext cx="125555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38" name="Google Shape;538;p41"/>
          <p:cNvPicPr preferRelativeResize="0"/>
          <p:nvPr/>
        </p:nvPicPr>
        <p:blipFill rotWithShape="1">
          <a:blip r:embed="rId6">
            <a:alphaModFix/>
          </a:blip>
          <a:srcRect b="0" l="0" r="0" t="0"/>
          <a:stretch/>
        </p:blipFill>
        <p:spPr>
          <a:xfrm>
            <a:off x="3056350" y="1700301"/>
            <a:ext cx="917249" cy="709482"/>
          </a:xfrm>
          <a:prstGeom prst="rect">
            <a:avLst/>
          </a:prstGeom>
          <a:noFill/>
          <a:ln>
            <a:noFill/>
          </a:ln>
        </p:spPr>
      </p:pic>
      <p:pic>
        <p:nvPicPr>
          <p:cNvPr id="539" name="Google Shape;539;p41"/>
          <p:cNvPicPr preferRelativeResize="0"/>
          <p:nvPr/>
        </p:nvPicPr>
        <p:blipFill rotWithShape="1">
          <a:blip r:embed="rId7">
            <a:alphaModFix/>
          </a:blip>
          <a:srcRect b="0" l="0" r="0" t="0"/>
          <a:stretch/>
        </p:blipFill>
        <p:spPr>
          <a:xfrm>
            <a:off x="1828616" y="1689955"/>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1600"/>
                                        <p:tgtEl>
                                          <p:spTgt spid="5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descr="A cartoon of a white and purple animal&#10;&#10;Description automatically generated" id="544" name="Google Shape;544;p40"/>
          <p:cNvPicPr preferRelativeResize="0"/>
          <p:nvPr/>
        </p:nvPicPr>
        <p:blipFill rotWithShape="1">
          <a:blip r:embed="rId3">
            <a:alphaModFix/>
          </a:blip>
          <a:srcRect b="0" l="10180" r="-10180" t="0"/>
          <a:stretch/>
        </p:blipFill>
        <p:spPr>
          <a:xfrm>
            <a:off x="2432641" y="2222798"/>
            <a:ext cx="1437410" cy="1755556"/>
          </a:xfrm>
          <a:prstGeom prst="rect">
            <a:avLst/>
          </a:prstGeom>
          <a:noFill/>
          <a:ln>
            <a:noFill/>
          </a:ln>
        </p:spPr>
      </p:pic>
      <p:pic>
        <p:nvPicPr>
          <p:cNvPr descr="A cartoon of a white and purple animal&#10;&#10;Description automatically generated" id="545" name="Google Shape;545;p40"/>
          <p:cNvPicPr preferRelativeResize="0"/>
          <p:nvPr/>
        </p:nvPicPr>
        <p:blipFill rotWithShape="1">
          <a:blip r:embed="rId3">
            <a:alphaModFix/>
          </a:blip>
          <a:srcRect b="2250" l="0" r="0" t="-2250"/>
          <a:stretch/>
        </p:blipFill>
        <p:spPr>
          <a:xfrm>
            <a:off x="4776950" y="1531500"/>
            <a:ext cx="2049525" cy="2503151"/>
          </a:xfrm>
          <a:prstGeom prst="rect">
            <a:avLst/>
          </a:prstGeom>
          <a:noFill/>
          <a:ln>
            <a:noFill/>
          </a:ln>
        </p:spPr>
      </p:pic>
      <p:pic>
        <p:nvPicPr>
          <p:cNvPr descr="Small Trees | Free SVG" id="546" name="Google Shape;546;p40"/>
          <p:cNvPicPr preferRelativeResize="0"/>
          <p:nvPr/>
        </p:nvPicPr>
        <p:blipFill rotWithShape="1">
          <a:blip r:embed="rId4">
            <a:alphaModFix/>
          </a:blip>
          <a:srcRect b="0" l="0" r="0" t="0"/>
          <a:stretch/>
        </p:blipFill>
        <p:spPr>
          <a:xfrm>
            <a:off x="78150" y="304800"/>
            <a:ext cx="2044400" cy="2044400"/>
          </a:xfrm>
          <a:prstGeom prst="rect">
            <a:avLst/>
          </a:prstGeom>
          <a:noFill/>
          <a:ln>
            <a:noFill/>
          </a:ln>
        </p:spPr>
      </p:pic>
      <p:pic>
        <p:nvPicPr>
          <p:cNvPr descr="Small Trees | Free SVG" id="547" name="Google Shape;547;p40"/>
          <p:cNvPicPr preferRelativeResize="0"/>
          <p:nvPr/>
        </p:nvPicPr>
        <p:blipFill rotWithShape="1">
          <a:blip r:embed="rId4">
            <a:alphaModFix/>
          </a:blip>
          <a:srcRect b="0" l="0" r="0" t="0"/>
          <a:stretch/>
        </p:blipFill>
        <p:spPr>
          <a:xfrm>
            <a:off x="6716925" y="304800"/>
            <a:ext cx="2044399" cy="2044400"/>
          </a:xfrm>
          <a:prstGeom prst="rect">
            <a:avLst/>
          </a:prstGeom>
          <a:noFill/>
          <a:ln>
            <a:noFill/>
          </a:ln>
        </p:spPr>
      </p:pic>
      <p:sp>
        <p:nvSpPr>
          <p:cNvPr id="548" name="Google Shape;548;p40"/>
          <p:cNvSpPr/>
          <p:nvPr/>
        </p:nvSpPr>
        <p:spPr>
          <a:xfrm>
            <a:off x="3096100" y="1650975"/>
            <a:ext cx="12432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0"/>
          <p:cNvSpPr/>
          <p:nvPr/>
        </p:nvSpPr>
        <p:spPr>
          <a:xfrm flipH="1">
            <a:off x="1732599" y="1650975"/>
            <a:ext cx="1296849" cy="832949"/>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550" name="Google Shape;550;p40"/>
          <p:cNvPicPr preferRelativeResize="0"/>
          <p:nvPr/>
        </p:nvPicPr>
        <p:blipFill rotWithShape="1">
          <a:blip r:embed="rId5">
            <a:alphaModFix/>
          </a:blip>
          <a:srcRect b="0" l="0" r="0" t="0"/>
          <a:stretch/>
        </p:blipFill>
        <p:spPr>
          <a:xfrm>
            <a:off x="3259075" y="1722838"/>
            <a:ext cx="917249" cy="709482"/>
          </a:xfrm>
          <a:prstGeom prst="rect">
            <a:avLst/>
          </a:prstGeom>
          <a:noFill/>
          <a:ln>
            <a:noFill/>
          </a:ln>
        </p:spPr>
      </p:pic>
      <p:pic>
        <p:nvPicPr>
          <p:cNvPr id="551" name="Google Shape;551;p40"/>
          <p:cNvPicPr preferRelativeResize="0"/>
          <p:nvPr/>
        </p:nvPicPr>
        <p:blipFill rotWithShape="1">
          <a:blip r:embed="rId6">
            <a:alphaModFix/>
          </a:blip>
          <a:srcRect b="0" l="0" r="0" t="0"/>
          <a:stretch/>
        </p:blipFill>
        <p:spPr>
          <a:xfrm>
            <a:off x="2031825" y="1712500"/>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1500"/>
                                        <p:tgtEl>
                                          <p:spTgt spid="5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5" name="Shape 555"/>
        <p:cNvGrpSpPr/>
        <p:nvPr/>
      </p:nvGrpSpPr>
      <p:grpSpPr>
        <a:xfrm>
          <a:off x="0" y="0"/>
          <a:ext cx="0" cy="0"/>
          <a:chOff x="0" y="0"/>
          <a:chExt cx="0" cy="0"/>
        </a:xfrm>
      </p:grpSpPr>
      <p:sp>
        <p:nvSpPr>
          <p:cNvPr id="556" name="Google Shape;556;p42"/>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557" name="Google Shape;557;p42"/>
          <p:cNvPicPr preferRelativeResize="0"/>
          <p:nvPr/>
        </p:nvPicPr>
        <p:blipFill rotWithShape="1">
          <a:blip r:embed="rId3">
            <a:alphaModFix/>
          </a:blip>
          <a:srcRect b="19" l="0" r="0" t="0"/>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63" name="Google Shape;56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64" name="Google Shape;564;p4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70" name="Google Shape;570;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71" name="Google Shape;571;p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