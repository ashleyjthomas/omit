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hz1mleq4P1m1FpJFLd7fZxm/mY4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Avery. Avery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Avery about how he learned foxes move without making sounds.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Avery that he was feeling sad today. </a:t>
            </a:r>
            <a:r>
              <a:rPr b="1" lang="en" sz="1200">
                <a:solidFill>
                  <a:schemeClr val="dk1"/>
                </a:solidFill>
              </a:rPr>
              <a:t>[click 3x]</a:t>
            </a:r>
            <a:endParaRPr b="1"/>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Percy saw another classmate named Orin. Orin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Orin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Orin that he was feeling sad today.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the foxes or that he is feeling sad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After the playground, Percy saw his mom in the park! Percy’s mom said “Hey Percy how was school today?” Do you think Percy should tell his mom about the foxes or about feeling sad today?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friend’s mom and she said “Hey Percy! How was school today?” Do you think Percy should tell her about the foxes or that he’s feeling sad?</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after learning about elephants.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On the way home, Kendall saw a classmate named Riley. Riley said “Hey Kendall! How was school today?” </a:t>
            </a:r>
            <a:endParaRPr sz="1200">
              <a:solidFill>
                <a:schemeClr val="dk1"/>
              </a:solidFill>
            </a:endParaRPr>
          </a:p>
          <a:p>
            <a:pPr indent="0" lvl="0" marL="0" rtl="0" algn="l">
              <a:lnSpc>
                <a:spcPct val="100000"/>
              </a:lnSpc>
              <a:spcBef>
                <a:spcPts val="0"/>
              </a:spcBef>
              <a:spcAft>
                <a:spcPts val="0"/>
              </a:spcAft>
              <a:buSzPts val="1100"/>
              <a:buNone/>
            </a:pPr>
            <a:r>
              <a:t/>
            </a:r>
            <a:endParaRPr sz="1200"/>
          </a:p>
          <a:p>
            <a:pPr indent="0" lvl="0" marL="0" rtl="0" algn="l">
              <a:lnSpc>
                <a:spcPct val="100000"/>
              </a:lnSpc>
              <a:spcBef>
                <a:spcPts val="0"/>
              </a:spcBef>
              <a:spcAft>
                <a:spcPts val="0"/>
              </a:spcAft>
              <a:buSzPts val="1100"/>
              <a:buNone/>
            </a:pPr>
            <a:r>
              <a:rPr lang="en" sz="1200"/>
              <a:t>Kendall told Riley about he learned that elephants move mostly in the morning. </a:t>
            </a:r>
            <a:r>
              <a:rPr b="1" lang="en" sz="1200"/>
              <a:t>[click 2x]</a:t>
            </a:r>
            <a:endParaRPr b="1"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not tell Riley that he was feeling happy today. </a:t>
            </a:r>
            <a:r>
              <a:rPr b="1" lang="en" sz="1200">
                <a:solidFill>
                  <a:schemeClr val="dk1"/>
                </a:solidFill>
              </a:rPr>
              <a:t>[click 3x]</a:t>
            </a:r>
            <a:endParaRPr b="1"/>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Kendall saw another classmate named Cameron. Cameron said “Hey Kendall! How was school today?” </a:t>
            </a:r>
            <a:endParaRPr sz="1200">
              <a:solidFill>
                <a:schemeClr val="dk1"/>
              </a:solidFill>
            </a:endParaRPr>
          </a:p>
          <a:p>
            <a:pPr indent="0" lvl="0" marL="0" rtl="0" algn="l">
              <a:lnSpc>
                <a:spcPct val="100000"/>
              </a:lnSpc>
              <a:spcBef>
                <a:spcPts val="0"/>
              </a:spcBef>
              <a:spcAft>
                <a:spcPts val="0"/>
              </a:spcAft>
              <a:buSzPts val="1100"/>
              <a:buNone/>
            </a:pPr>
            <a:r>
              <a:t/>
            </a:r>
            <a:endParaRPr sz="1200"/>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not tell Cameron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Kendall did tell Cameron that he is feeling happy today. </a:t>
            </a:r>
            <a:r>
              <a:rPr b="1" lang="en" sz="1200">
                <a:solidFill>
                  <a:schemeClr val="dk1"/>
                </a:solidFill>
              </a:rPr>
              <a:t>[click 2x]</a:t>
            </a:r>
            <a:endParaRPr b="1"/>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p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the elephants or that he is feeling happy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Kendall saw his friend’s mom and she said “Hey Kendall! How was school today?” Do you think Kendall should tell her about the elephants or that he’s feeling happy today?</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2.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3.jpg"/><Relationship Id="rId6"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1.png"/><Relationship Id="rId7"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0.png"/><Relationship Id="rId7"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9.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18.png"/><Relationship Id="rId8"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10.png"/><Relationship Id="rId7"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4.png"/><Relationship Id="rId5" Type="http://schemas.openxmlformats.org/officeDocument/2006/relationships/image" Target="../media/image3.jpg"/><Relationship Id="rId6"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4.png"/><Relationship Id="rId5" Type="http://schemas.openxmlformats.org/officeDocument/2006/relationships/image" Target="../media/image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4.png"/><Relationship Id="rId4" Type="http://schemas.openxmlformats.org/officeDocument/2006/relationships/image" Target="../media/image26.png"/><Relationship Id="rId5" Type="http://schemas.openxmlformats.org/officeDocument/2006/relationships/image" Target="../media/image23.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4.png"/><Relationship Id="rId4" Type="http://schemas.openxmlformats.org/officeDocument/2006/relationships/image" Target="../media/image26.png"/><Relationship Id="rId5" Type="http://schemas.openxmlformats.org/officeDocument/2006/relationships/image" Target="../media/image25.png"/><Relationship Id="rId6"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2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25.png"/><Relationship Id="rId6"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3.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29.png"/><Relationship Id="rId4"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9.png"/><Relationship Id="rId4" Type="http://schemas.openxmlformats.org/officeDocument/2006/relationships/image" Target="../media/image26.png"/><Relationship Id="rId5"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9.png"/><Relationship Id="rId4" Type="http://schemas.openxmlformats.org/officeDocument/2006/relationships/image" Target="../media/image26.png"/><Relationship Id="rId5"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image" Target="../media/image30.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19.png"/><Relationship Id="rId7"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803"/>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9" name="Shape 189"/>
        <p:cNvGrpSpPr/>
        <p:nvPr/>
      </p:nvGrpSpPr>
      <p:grpSpPr>
        <a:xfrm>
          <a:off x="0" y="0"/>
          <a:ext cx="0" cy="0"/>
          <a:chOff x="0" y="0"/>
          <a:chExt cx="0" cy="0"/>
        </a:xfrm>
      </p:grpSpPr>
      <p:sp>
        <p:nvSpPr>
          <p:cNvPr id="190" name="Google Shape;190;p6"/>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800"/>
              <a:buNone/>
            </a:pPr>
            <a:r>
              <a:rPr lang="en"/>
              <a:t>Sad Condition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A cartoon of a white and purple animal&#10;&#10;Description automatically generated" id="195" name="Google Shape;195;p7"/>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196" name="Google Shape;196;p7"/>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5"/>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204" name="Google Shape;204;p8"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205" name="Google Shape;205;p8"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213" name="Google Shape;213;p9"/>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219" name="Google Shape;219;p10"/>
          <p:cNvPicPr preferRelativeResize="0"/>
          <p:nvPr/>
        </p:nvPicPr>
        <p:blipFill rotWithShape="1">
          <a:blip r:embed="rId4">
            <a:alphaModFix/>
          </a:blip>
          <a:srcRect b="0" l="0" r="0" t="0"/>
          <a:stretch/>
        </p:blipFill>
        <p:spPr>
          <a:xfrm>
            <a:off x="2201400" y="3011100"/>
            <a:ext cx="1367325" cy="1669949"/>
          </a:xfrm>
          <a:prstGeom prst="rect">
            <a:avLst/>
          </a:prstGeom>
          <a:noFill/>
          <a:ln>
            <a:noFill/>
          </a:ln>
        </p:spPr>
      </p:pic>
      <p:pic>
        <p:nvPicPr>
          <p:cNvPr id="220" name="Google Shape;220;p10"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221" name="Google Shape;221;p10"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222" name="Google Shape;222;p1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3" name="Google Shape;223;p10" title="Cute fox | Free SVG"/>
          <p:cNvPicPr preferRelativeResize="0"/>
          <p:nvPr/>
        </p:nvPicPr>
        <p:blipFill rotWithShape="1">
          <a:blip r:embed="rId7">
            <a:alphaModFix/>
          </a:blip>
          <a:srcRect b="0" l="0" r="0" t="0"/>
          <a:stretch/>
        </p:blipFill>
        <p:spPr>
          <a:xfrm>
            <a:off x="1544038" y="2532412"/>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230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19"/>
                                        </p:tgtEl>
                                        <p:attrNameLst>
                                          <p:attrName>style.visibility</p:attrName>
                                        </p:attrNameLst>
                                      </p:cBhvr>
                                      <p:to>
                                        <p:strVal val="visible"/>
                                      </p:to>
                                    </p:set>
                                    <p:anim calcmode="lin" valueType="num">
                                      <p:cBhvr additive="base">
                                        <p:cTn dur="1800"/>
                                        <p:tgtEl>
                                          <p:spTgt spid="21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229" name="Google Shape;229;p11"/>
          <p:cNvPicPr preferRelativeResize="0"/>
          <p:nvPr/>
        </p:nvPicPr>
        <p:blipFill rotWithShape="1">
          <a:blip r:embed="rId4">
            <a:alphaModFix/>
          </a:blip>
          <a:srcRect b="0" l="0" r="0" t="0"/>
          <a:stretch/>
        </p:blipFill>
        <p:spPr>
          <a:xfrm>
            <a:off x="2201400" y="3011100"/>
            <a:ext cx="1367325" cy="1669949"/>
          </a:xfrm>
          <a:prstGeom prst="rect">
            <a:avLst/>
          </a:prstGeom>
          <a:noFill/>
          <a:ln>
            <a:noFill/>
          </a:ln>
        </p:spPr>
      </p:pic>
      <p:pic>
        <p:nvPicPr>
          <p:cNvPr id="230" name="Google Shape;230;p11"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231" name="Google Shape;231;p11"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232" name="Google Shape;232;p1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3" name="Google Shape;233;p11"/>
          <p:cNvPicPr preferRelativeResize="0"/>
          <p:nvPr/>
        </p:nvPicPr>
        <p:blipFill rotWithShape="1">
          <a:blip r:embed="rId7">
            <a:alphaModFix/>
          </a:blip>
          <a:srcRect b="0" l="0" r="0" t="0"/>
          <a:stretch/>
        </p:blipFill>
        <p:spPr>
          <a:xfrm>
            <a:off x="1738088" y="2771249"/>
            <a:ext cx="652831" cy="568500"/>
          </a:xfrm>
          <a:prstGeom prst="rect">
            <a:avLst/>
          </a:prstGeom>
          <a:noFill/>
          <a:ln>
            <a:noFill/>
          </a:ln>
        </p:spPr>
      </p:pic>
      <p:sp>
        <p:nvSpPr>
          <p:cNvPr id="234" name="Google Shape;234;p11"/>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40" name="Google Shape;240;p12"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41" name="Google Shape;241;p12"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42" name="Google Shape;242;p12"/>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3" name="Google Shape;243;p12"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pic>
        <p:nvPicPr>
          <p:cNvPr descr="A cartoon character with orange and white face&#10;&#10;Description automatically generated" id="244" name="Google Shape;244;p12"/>
          <p:cNvPicPr preferRelativeResize="0"/>
          <p:nvPr/>
        </p:nvPicPr>
        <p:blipFill rotWithShape="1">
          <a:blip r:embed="rId7">
            <a:alphaModFix/>
          </a:blip>
          <a:srcRect b="0" l="0" r="0" t="0"/>
          <a:stretch/>
        </p:blipFill>
        <p:spPr>
          <a:xfrm>
            <a:off x="2152300" y="3075425"/>
            <a:ext cx="1367325" cy="1669949"/>
          </a:xfrm>
          <a:prstGeom prst="rect">
            <a:avLst/>
          </a:prstGeom>
          <a:noFill/>
          <a:ln>
            <a:noFill/>
          </a:ln>
        </p:spPr>
      </p:pic>
      <p:sp>
        <p:nvSpPr>
          <p:cNvPr id="245" name="Google Shape;245;p12"/>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4"/>
                                        </p:tgtEl>
                                        <p:attrNameLst>
                                          <p:attrName>style.visibility</p:attrName>
                                        </p:attrNameLst>
                                      </p:cBhvr>
                                      <p:to>
                                        <p:strVal val="visible"/>
                                      </p:to>
                                    </p:set>
                                    <p:anim calcmode="lin" valueType="num">
                                      <p:cBhvr additive="base">
                                        <p:cTn dur="1800"/>
                                        <p:tgtEl>
                                          <p:spTgt spid="244"/>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251" name="Google Shape;251;p13"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252" name="Google Shape;252;p13"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253" name="Google Shape;253;p13"/>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4" name="Google Shape;254;p13"/>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pic>
        <p:nvPicPr>
          <p:cNvPr descr="A cartoon character with orange and white face&#10;&#10;Description automatically generated" id="255" name="Google Shape;255;p13"/>
          <p:cNvPicPr preferRelativeResize="0"/>
          <p:nvPr/>
        </p:nvPicPr>
        <p:blipFill rotWithShape="1">
          <a:blip r:embed="rId7">
            <a:alphaModFix/>
          </a:blip>
          <a:srcRect b="0" l="0" r="0" t="0"/>
          <a:stretch/>
        </p:blipFill>
        <p:spPr>
          <a:xfrm>
            <a:off x="2152300" y="3075425"/>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1" name="Google Shape;261;p14"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7" name="Google Shape;267;p15"/>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317" name="Google Shape;317;p18"/>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sp>
        <p:nvSpPr>
          <p:cNvPr id="318" name="Google Shape;318;p18"/>
          <p:cNvSpPr txBox="1"/>
          <p:nvPr/>
        </p:nvSpPr>
        <p:spPr>
          <a:xfrm>
            <a:off x="2268175"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Vanilla ice cream in cone vector image | Free SVG" id="325" name="Google Shape;325;p19"/>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Foffee collection | Free SVG" id="332" name="Google Shape;332;p20"/>
          <p:cNvPicPr preferRelativeResize="0"/>
          <p:nvPr/>
        </p:nvPicPr>
        <p:blipFill rotWithShape="1">
          <a:blip r:embed="rId5">
            <a:alphaModFix/>
          </a:blip>
          <a:srcRect b="0" l="0" r="0" t="0"/>
          <a:stretch/>
        </p:blipFill>
        <p:spPr>
          <a:xfrm>
            <a:off x="3821900" y="2259100"/>
            <a:ext cx="1301876" cy="13018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descr="A cartoon of a white and purple animal&#10;&#10;Description automatically generated" id="338" name="Google Shape;338;p21"/>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339" name="Google Shape;339;p21"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340" name="Google Shape;340;p21"/>
          <p:cNvSpPr/>
          <p:nvPr/>
        </p:nvSpPr>
        <p:spPr>
          <a:xfrm>
            <a:off x="3478975" y="17185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41" name="Google Shape;341;p21" title="Cute fox | Free SVG"/>
          <p:cNvPicPr preferRelativeResize="0"/>
          <p:nvPr/>
        </p:nvPicPr>
        <p:blipFill rotWithShape="1">
          <a:blip r:embed="rId6">
            <a:alphaModFix/>
          </a:blip>
          <a:srcRect b="0" l="0" r="0" t="0"/>
          <a:stretch/>
        </p:blipFill>
        <p:spPr>
          <a:xfrm>
            <a:off x="3562888" y="1633562"/>
            <a:ext cx="948775" cy="948775"/>
          </a:xfrm>
          <a:prstGeom prst="rect">
            <a:avLst/>
          </a:prstGeom>
          <a:noFill/>
          <a:ln>
            <a:noFill/>
          </a:ln>
        </p:spPr>
      </p:pic>
      <p:pic>
        <p:nvPicPr>
          <p:cNvPr descr="A cartoon of a white and purple animal&#10;&#10;Description automatically generated" id="342" name="Google Shape;342;p21"/>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sp>
        <p:nvSpPr>
          <p:cNvPr id="343" name="Google Shape;343;p21"/>
          <p:cNvSpPr/>
          <p:nvPr/>
        </p:nvSpPr>
        <p:spPr>
          <a:xfrm flipH="1">
            <a:off x="2081700" y="1715604"/>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44" name="Google Shape;344;p21"/>
          <p:cNvPicPr preferRelativeResize="0"/>
          <p:nvPr/>
        </p:nvPicPr>
        <p:blipFill rotWithShape="1">
          <a:blip r:embed="rId8">
            <a:alphaModFix/>
          </a:blip>
          <a:srcRect b="0" l="0" r="0" t="0"/>
          <a:stretch/>
        </p:blipFill>
        <p:spPr>
          <a:xfrm>
            <a:off x="2407938" y="1823699"/>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38"/>
                                        </p:tgtEl>
                                        <p:attrNameLst>
                                          <p:attrName>style.visibility</p:attrName>
                                        </p:attrNameLst>
                                      </p:cBhvr>
                                      <p:to>
                                        <p:strVal val="visible"/>
                                      </p:to>
                                    </p:set>
                                    <p:anim calcmode="lin" valueType="num">
                                      <p:cBhvr additive="base">
                                        <p:cTn dur="1700"/>
                                        <p:tgtEl>
                                          <p:spTgt spid="33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1500"/>
                                        <p:tgtEl>
                                          <p:spTgt spid="34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2"/>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50" name="Google Shape;350;p22"/>
          <p:cNvPicPr preferRelativeResize="0"/>
          <p:nvPr/>
        </p:nvPicPr>
        <p:blipFill rotWithShape="1">
          <a:blip r:embed="rId3">
            <a:alphaModFix/>
          </a:blip>
          <a:srcRect b="0" l="0" r="0" t="0"/>
          <a:stretch/>
        </p:blipFill>
        <p:spPr>
          <a:xfrm>
            <a:off x="4763425" y="2139150"/>
            <a:ext cx="2180825" cy="2663526"/>
          </a:xfrm>
          <a:prstGeom prst="rect">
            <a:avLst/>
          </a:prstGeom>
          <a:noFill/>
          <a:ln>
            <a:noFill/>
          </a:ln>
        </p:spPr>
      </p:pic>
      <p:sp>
        <p:nvSpPr>
          <p:cNvPr id="351" name="Google Shape;351;p22"/>
          <p:cNvSpPr/>
          <p:nvPr/>
        </p:nvSpPr>
        <p:spPr>
          <a:xfrm flipH="1">
            <a:off x="1458150" y="2308700"/>
            <a:ext cx="1276776"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2" name="Google Shape;352;p22"/>
          <p:cNvSpPr/>
          <p:nvPr/>
        </p:nvSpPr>
        <p:spPr>
          <a:xfrm>
            <a:off x="2927200" y="230870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53" name="Google Shape;353;p22"/>
          <p:cNvPicPr preferRelativeResize="0"/>
          <p:nvPr/>
        </p:nvPicPr>
        <p:blipFill rotWithShape="1">
          <a:blip r:embed="rId4">
            <a:alphaModFix/>
          </a:blip>
          <a:srcRect b="0" l="0" r="0" t="0"/>
          <a:stretch/>
        </p:blipFill>
        <p:spPr>
          <a:xfrm>
            <a:off x="1784375" y="2471299"/>
            <a:ext cx="652831" cy="568500"/>
          </a:xfrm>
          <a:prstGeom prst="rect">
            <a:avLst/>
          </a:prstGeom>
          <a:noFill/>
          <a:ln>
            <a:noFill/>
          </a:ln>
        </p:spPr>
      </p:pic>
      <p:pic>
        <p:nvPicPr>
          <p:cNvPr id="354" name="Google Shape;354;p22" title="Cute fox | Free SVG"/>
          <p:cNvPicPr preferRelativeResize="0"/>
          <p:nvPr/>
        </p:nvPicPr>
        <p:blipFill rotWithShape="1">
          <a:blip r:embed="rId5">
            <a:alphaModFix/>
          </a:blip>
          <a:srcRect b="0" l="0" r="0" t="0"/>
          <a:stretch/>
        </p:blipFill>
        <p:spPr>
          <a:xfrm>
            <a:off x="3029350" y="2260912"/>
            <a:ext cx="948776" cy="948775"/>
          </a:xfrm>
          <a:prstGeom prst="rect">
            <a:avLst/>
          </a:prstGeom>
          <a:noFill/>
          <a:ln>
            <a:noFill/>
          </a:ln>
        </p:spPr>
      </p:pic>
      <p:pic>
        <p:nvPicPr>
          <p:cNvPr descr="Small Trees | Free SVG" id="355" name="Google Shape;355;p22"/>
          <p:cNvPicPr preferRelativeResize="0"/>
          <p:nvPr/>
        </p:nvPicPr>
        <p:blipFill rotWithShape="1">
          <a:blip r:embed="rId6">
            <a:alphaModFix/>
          </a:blip>
          <a:srcRect b="0" l="0" r="0" t="0"/>
          <a:stretch/>
        </p:blipFill>
        <p:spPr>
          <a:xfrm>
            <a:off x="78150" y="304800"/>
            <a:ext cx="2044400" cy="2044400"/>
          </a:xfrm>
          <a:prstGeom prst="rect">
            <a:avLst/>
          </a:prstGeom>
          <a:noFill/>
          <a:ln>
            <a:noFill/>
          </a:ln>
        </p:spPr>
      </p:pic>
      <p:pic>
        <p:nvPicPr>
          <p:cNvPr descr="Small Trees | Free SVG" id="356" name="Google Shape;356;p22"/>
          <p:cNvPicPr preferRelativeResize="0"/>
          <p:nvPr/>
        </p:nvPicPr>
        <p:blipFill rotWithShape="1">
          <a:blip r:embed="rId6">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21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Small Trees | Free SVG" id="361" name="Google Shape;361;p23"/>
          <p:cNvPicPr preferRelativeResize="0"/>
          <p:nvPr/>
        </p:nvPicPr>
        <p:blipFill rotWithShape="1">
          <a:blip r:embed="rId3">
            <a:alphaModFix/>
          </a:blip>
          <a:srcRect b="0" l="0" r="0" t="0"/>
          <a:stretch/>
        </p:blipFill>
        <p:spPr>
          <a:xfrm>
            <a:off x="78150" y="304800"/>
            <a:ext cx="2044400" cy="2044400"/>
          </a:xfrm>
          <a:prstGeom prst="rect">
            <a:avLst/>
          </a:prstGeom>
          <a:noFill/>
          <a:ln>
            <a:noFill/>
          </a:ln>
        </p:spPr>
      </p:pic>
      <p:pic>
        <p:nvPicPr>
          <p:cNvPr descr="A cartoon of a white and purple animal&#10;&#10;Description automatically generated" id="362" name="Google Shape;362;p23"/>
          <p:cNvPicPr preferRelativeResize="0"/>
          <p:nvPr/>
        </p:nvPicPr>
        <p:blipFill rotWithShape="1">
          <a:blip r:embed="rId4">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363" name="Google Shape;363;p23"/>
          <p:cNvPicPr preferRelativeResize="0"/>
          <p:nvPr/>
        </p:nvPicPr>
        <p:blipFill rotWithShape="1">
          <a:blip r:embed="rId5">
            <a:alphaModFix/>
          </a:blip>
          <a:srcRect b="0" l="0" r="0" t="0"/>
          <a:stretch/>
        </p:blipFill>
        <p:spPr>
          <a:xfrm>
            <a:off x="4618900" y="2308700"/>
            <a:ext cx="2180825" cy="2663526"/>
          </a:xfrm>
          <a:prstGeom prst="rect">
            <a:avLst/>
          </a:prstGeom>
          <a:noFill/>
          <a:ln>
            <a:noFill/>
          </a:ln>
        </p:spPr>
      </p:pic>
      <p:sp>
        <p:nvSpPr>
          <p:cNvPr id="364" name="Google Shape;364;p23"/>
          <p:cNvSpPr/>
          <p:nvPr/>
        </p:nvSpPr>
        <p:spPr>
          <a:xfrm flipH="1">
            <a:off x="1458276" y="2308700"/>
            <a:ext cx="1378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23"/>
          <p:cNvSpPr/>
          <p:nvPr/>
        </p:nvSpPr>
        <p:spPr>
          <a:xfrm>
            <a:off x="2927200" y="230870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66" name="Google Shape;366;p23"/>
          <p:cNvPicPr preferRelativeResize="0"/>
          <p:nvPr/>
        </p:nvPicPr>
        <p:blipFill rotWithShape="1">
          <a:blip r:embed="rId6">
            <a:alphaModFix/>
          </a:blip>
          <a:srcRect b="0" l="0" r="0" t="0"/>
          <a:stretch/>
        </p:blipFill>
        <p:spPr>
          <a:xfrm>
            <a:off x="1825876" y="2414975"/>
            <a:ext cx="652831" cy="568500"/>
          </a:xfrm>
          <a:prstGeom prst="rect">
            <a:avLst/>
          </a:prstGeom>
          <a:noFill/>
          <a:ln>
            <a:noFill/>
          </a:ln>
        </p:spPr>
      </p:pic>
      <p:pic>
        <p:nvPicPr>
          <p:cNvPr id="367" name="Google Shape;367;p23" title="Cute fox | Free SVG"/>
          <p:cNvPicPr preferRelativeResize="0"/>
          <p:nvPr/>
        </p:nvPicPr>
        <p:blipFill rotWithShape="1">
          <a:blip r:embed="rId7">
            <a:alphaModFix/>
          </a:blip>
          <a:srcRect b="0" l="0" r="0" t="0"/>
          <a:stretch/>
        </p:blipFill>
        <p:spPr>
          <a:xfrm>
            <a:off x="3029350" y="2260912"/>
            <a:ext cx="948775" cy="948776"/>
          </a:xfrm>
          <a:prstGeom prst="rect">
            <a:avLst/>
          </a:prstGeom>
          <a:noFill/>
          <a:ln>
            <a:noFill/>
          </a:ln>
        </p:spPr>
      </p:pic>
      <p:pic>
        <p:nvPicPr>
          <p:cNvPr descr="Small Trees | Free SVG" id="368" name="Google Shape;368;p23"/>
          <p:cNvPicPr preferRelativeResize="0"/>
          <p:nvPr/>
        </p:nvPicPr>
        <p:blipFill rotWithShape="1">
          <a:blip r:embed="rId3">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3"/>
                                        </p:tgtEl>
                                        <p:attrNameLst>
                                          <p:attrName>style.visibility</p:attrName>
                                        </p:attrNameLst>
                                      </p:cBhvr>
                                      <p:to>
                                        <p:strVal val="visible"/>
                                      </p:to>
                                    </p:set>
                                    <p:anim calcmode="lin" valueType="num">
                                      <p:cBhvr additive="base">
                                        <p:cTn dur="2200"/>
                                        <p:tgtEl>
                                          <p:spTgt spid="36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379" name="Google Shape;379;p25"/>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87" name="Google Shape;387;p26"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388" name="Google Shape;388;p26"/>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396" name="Google Shape;396;p27"/>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402" name="Google Shape;402;p28"/>
          <p:cNvPicPr preferRelativeResize="0"/>
          <p:nvPr/>
        </p:nvPicPr>
        <p:blipFill rotWithShape="1">
          <a:blip r:embed="rId4">
            <a:alphaModFix/>
          </a:blip>
          <a:srcRect b="0" l="0" r="0" t="0"/>
          <a:stretch/>
        </p:blipFill>
        <p:spPr>
          <a:xfrm>
            <a:off x="4792275" y="2479600"/>
            <a:ext cx="1367325" cy="1669949"/>
          </a:xfrm>
          <a:prstGeom prst="rect">
            <a:avLst/>
          </a:prstGeom>
          <a:noFill/>
          <a:ln>
            <a:noFill/>
          </a:ln>
        </p:spPr>
      </p:pic>
      <p:sp>
        <p:nvSpPr>
          <p:cNvPr id="403" name="Google Shape;403;p28"/>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4" name="Google Shape;404;p28"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405" name="Google Shape;405;p28"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406" name="Google Shape;406;p28"/>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160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2"/>
                                        </p:tgtEl>
                                        <p:attrNameLst>
                                          <p:attrName>style.visibility</p:attrName>
                                        </p:attrNameLst>
                                      </p:cBhvr>
                                      <p:to>
                                        <p:strVal val="visible"/>
                                      </p:to>
                                    </p:set>
                                    <p:anim calcmode="lin" valueType="num">
                                      <p:cBhvr additive="base">
                                        <p:cTn dur="1900"/>
                                        <p:tgtEl>
                                          <p:spTgt spid="40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412" name="Google Shape;412;p29"/>
          <p:cNvPicPr preferRelativeResize="0"/>
          <p:nvPr/>
        </p:nvPicPr>
        <p:blipFill rotWithShape="1">
          <a:blip r:embed="rId4">
            <a:alphaModFix/>
          </a:blip>
          <a:srcRect b="0" l="0" r="0" t="0"/>
          <a:stretch/>
        </p:blipFill>
        <p:spPr>
          <a:xfrm>
            <a:off x="4745300" y="2479600"/>
            <a:ext cx="1367325" cy="1669949"/>
          </a:xfrm>
          <a:prstGeom prst="rect">
            <a:avLst/>
          </a:prstGeom>
          <a:noFill/>
          <a:ln>
            <a:noFill/>
          </a:ln>
        </p:spPr>
      </p:pic>
      <p:sp>
        <p:nvSpPr>
          <p:cNvPr id="413" name="Google Shape;413;p29"/>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4" name="Google Shape;414;p29"/>
          <p:cNvPicPr preferRelativeResize="0"/>
          <p:nvPr/>
        </p:nvPicPr>
        <p:blipFill rotWithShape="1">
          <a:blip r:embed="rId5">
            <a:alphaModFix/>
          </a:blip>
          <a:srcRect b="0" l="0" r="0" t="0"/>
          <a:stretch/>
        </p:blipFill>
        <p:spPr>
          <a:xfrm>
            <a:off x="3833000" y="1927538"/>
            <a:ext cx="706850" cy="730174"/>
          </a:xfrm>
          <a:prstGeom prst="rect">
            <a:avLst/>
          </a:prstGeom>
          <a:noFill/>
          <a:ln>
            <a:noFill/>
          </a:ln>
        </p:spPr>
      </p:pic>
      <p:sp>
        <p:nvSpPr>
          <p:cNvPr id="415" name="Google Shape;415;p29"/>
          <p:cNvSpPr/>
          <p:nvPr/>
        </p:nvSpPr>
        <p:spPr>
          <a:xfrm>
            <a:off x="3993925" y="2281275"/>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6" name="Google Shape;416;p29" title="House icon vector clip art | Free SVG"/>
          <p:cNvPicPr preferRelativeResize="0"/>
          <p:nvPr/>
        </p:nvPicPr>
        <p:blipFill rotWithShape="1">
          <a:blip r:embed="rId6">
            <a:alphaModFix/>
          </a:blip>
          <a:srcRect b="0" l="0" r="0" t="0"/>
          <a:stretch/>
        </p:blipFill>
        <p:spPr>
          <a:xfrm>
            <a:off x="5880175" y="494425"/>
            <a:ext cx="2414224" cy="2414225"/>
          </a:xfrm>
          <a:prstGeom prst="rect">
            <a:avLst/>
          </a:prstGeom>
          <a:noFill/>
          <a:ln>
            <a:noFill/>
          </a:ln>
        </p:spPr>
      </p:pic>
      <p:pic>
        <p:nvPicPr>
          <p:cNvPr id="417" name="Google Shape;417;p29" title="House icon vector clip art | Free SVG"/>
          <p:cNvPicPr preferRelativeResize="0"/>
          <p:nvPr/>
        </p:nvPicPr>
        <p:blipFill rotWithShape="1">
          <a:blip r:embed="rId6">
            <a:alphaModFix/>
          </a:blip>
          <a:srcRect b="0" l="0" r="0" t="0"/>
          <a:stretch/>
        </p:blipFill>
        <p:spPr>
          <a:xfrm>
            <a:off x="619375" y="410250"/>
            <a:ext cx="2414225" cy="24142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23" name="Google Shape;423;p3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4" name="Google Shape;424;p30"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25" name="Google Shape;425;p30"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426" name="Google Shape;426;p30"/>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427" name="Google Shape;427;p30"/>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28" name="Google Shape;428;p30"/>
          <p:cNvPicPr preferRelativeResize="0"/>
          <p:nvPr/>
        </p:nvPicPr>
        <p:blipFill rotWithShape="1">
          <a:blip r:embed="rId6">
            <a:alphaModFix amt="91000"/>
          </a:blip>
          <a:srcRect b="0" l="0" r="0" t="0"/>
          <a:stretch/>
        </p:blipFill>
        <p:spPr>
          <a:xfrm>
            <a:off x="4938242" y="2346670"/>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28"/>
                                        </p:tgtEl>
                                        <p:attrNameLst>
                                          <p:attrName>style.visibility</p:attrName>
                                        </p:attrNameLst>
                                      </p:cBhvr>
                                      <p:to>
                                        <p:strVal val="visible"/>
                                      </p:to>
                                    </p:set>
                                    <p:anim calcmode="lin" valueType="num">
                                      <p:cBhvr additive="base">
                                        <p:cTn dur="2200"/>
                                        <p:tgtEl>
                                          <p:spTgt spid="42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434" name="Google Shape;434;p3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35" name="Google Shape;435;p31"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436" name="Google Shape;436;p31"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id="437" name="Google Shape;437;p31"/>
          <p:cNvPicPr preferRelativeResize="0"/>
          <p:nvPr/>
        </p:nvPicPr>
        <p:blipFill rotWithShape="1">
          <a:blip r:embed="rId5">
            <a:alphaModFix/>
          </a:blip>
          <a:srcRect b="0" l="0" r="0" t="0"/>
          <a:stretch/>
        </p:blipFill>
        <p:spPr>
          <a:xfrm>
            <a:off x="3833000" y="1927538"/>
            <a:ext cx="706850" cy="730174"/>
          </a:xfrm>
          <a:prstGeom prst="rect">
            <a:avLst/>
          </a:prstGeom>
          <a:noFill/>
          <a:ln>
            <a:noFill/>
          </a:ln>
        </p:spPr>
      </p:pic>
      <p:pic>
        <p:nvPicPr>
          <p:cNvPr descr="A cartoon character with orange and white face&#10;&#10;Description automatically generated" id="438" name="Google Shape;438;p31"/>
          <p:cNvPicPr preferRelativeResize="0"/>
          <p:nvPr/>
        </p:nvPicPr>
        <p:blipFill rotWithShape="1">
          <a:blip r:embed="rId6">
            <a:alphaModFix amt="91000"/>
          </a:blip>
          <a:srcRect b="0" l="0" r="0" t="0"/>
          <a:stretch/>
        </p:blipFill>
        <p:spPr>
          <a:xfrm>
            <a:off x="5132367" y="2375845"/>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444" name="Google Shape;444;p32"/>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sp>
        <p:nvSpPr>
          <p:cNvPr id="500" name="Google Shape;500;p36"/>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501" name="Google Shape;501;p36"/>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Vanilla ice cream in cone vector image | Free SVG" id="508" name="Google Shape;508;p37"/>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Foffee collection | Free SVG" id="515" name="Google Shape;515;p38"/>
          <p:cNvPicPr preferRelativeResize="0"/>
          <p:nvPr/>
        </p:nvPicPr>
        <p:blipFill rotWithShape="1">
          <a:blip r:embed="rId5">
            <a:alphaModFix/>
          </a:blip>
          <a:srcRect b="0" l="0" r="0" t="0"/>
          <a:stretch/>
        </p:blipFill>
        <p:spPr>
          <a:xfrm>
            <a:off x="3664250" y="2349175"/>
            <a:ext cx="1301876" cy="13018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521" name="Google Shape;521;p39"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522" name="Google Shape;522;p39"/>
          <p:cNvSpPr/>
          <p:nvPr/>
        </p:nvSpPr>
        <p:spPr>
          <a:xfrm>
            <a:off x="3436200" y="1684800"/>
            <a:ext cx="124320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3" name="Google Shape;523;p39"/>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524" name="Google Shape;524;p39"/>
          <p:cNvSpPr/>
          <p:nvPr/>
        </p:nvSpPr>
        <p:spPr>
          <a:xfrm flipH="1">
            <a:off x="2081700" y="16848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525" name="Google Shape;525;p39"/>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526" name="Google Shape;526;p39"/>
          <p:cNvPicPr preferRelativeResize="0"/>
          <p:nvPr/>
        </p:nvPicPr>
        <p:blipFill rotWithShape="1">
          <a:blip r:embed="rId7">
            <a:alphaModFix/>
          </a:blip>
          <a:srcRect b="0" l="0" r="0" t="0"/>
          <a:stretch/>
        </p:blipFill>
        <p:spPr>
          <a:xfrm>
            <a:off x="2380925" y="1726063"/>
            <a:ext cx="706850" cy="730174"/>
          </a:xfrm>
          <a:prstGeom prst="rect">
            <a:avLst/>
          </a:prstGeom>
          <a:noFill/>
          <a:ln>
            <a:noFill/>
          </a:ln>
        </p:spPr>
      </p:pic>
      <p:pic>
        <p:nvPicPr>
          <p:cNvPr descr="Elephant | Free Stock Photo | Illustration of an elephant | # 11454" id="527" name="Google Shape;527;p39"/>
          <p:cNvPicPr preferRelativeResize="0"/>
          <p:nvPr/>
        </p:nvPicPr>
        <p:blipFill rotWithShape="1">
          <a:blip r:embed="rId8">
            <a:alphaModFix/>
          </a:blip>
          <a:srcRect b="0" l="0" r="0" t="0"/>
          <a:stretch/>
        </p:blipFill>
        <p:spPr>
          <a:xfrm>
            <a:off x="3535301" y="1746755"/>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5"/>
                                        </p:tgtEl>
                                        <p:attrNameLst>
                                          <p:attrName>style.visibility</p:attrName>
                                        </p:attrNameLst>
                                      </p:cBhvr>
                                      <p:to>
                                        <p:strVal val="visible"/>
                                      </p:to>
                                    </p:set>
                                    <p:anim calcmode="lin" valueType="num">
                                      <p:cBhvr additive="base">
                                        <p:cTn dur="1800"/>
                                        <p:tgtEl>
                                          <p:spTgt spid="52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3"/>
                                        </p:tgtEl>
                                        <p:attrNameLst>
                                          <p:attrName>style.visibility</p:attrName>
                                        </p:attrNameLst>
                                      </p:cBhvr>
                                      <p:to>
                                        <p:strVal val="visible"/>
                                      </p:to>
                                    </p:set>
                                    <p:anim calcmode="lin" valueType="num">
                                      <p:cBhvr additive="base">
                                        <p:cTn dur="1700"/>
                                        <p:tgtEl>
                                          <p:spTgt spid="52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0"/>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533" name="Google Shape;533;p40"/>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534" name="Google Shape;534;p40"/>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535" name="Google Shape;535;p40"/>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536" name="Google Shape;536;p40"/>
          <p:cNvSpPr/>
          <p:nvPr/>
        </p:nvSpPr>
        <p:spPr>
          <a:xfrm>
            <a:off x="3096100" y="1650975"/>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40"/>
          <p:cNvSpPr/>
          <p:nvPr/>
        </p:nvSpPr>
        <p:spPr>
          <a:xfrm flipH="1">
            <a:off x="1732599" y="1650975"/>
            <a:ext cx="1296849" cy="832949"/>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38" name="Google Shape;538;p40"/>
          <p:cNvPicPr preferRelativeResize="0"/>
          <p:nvPr/>
        </p:nvPicPr>
        <p:blipFill rotWithShape="1">
          <a:blip r:embed="rId5">
            <a:alphaModFix/>
          </a:blip>
          <a:srcRect b="0" l="0" r="0" t="0"/>
          <a:stretch/>
        </p:blipFill>
        <p:spPr>
          <a:xfrm>
            <a:off x="3259075" y="1722838"/>
            <a:ext cx="917249" cy="709482"/>
          </a:xfrm>
          <a:prstGeom prst="rect">
            <a:avLst/>
          </a:prstGeom>
          <a:noFill/>
          <a:ln>
            <a:noFill/>
          </a:ln>
        </p:spPr>
      </p:pic>
      <p:pic>
        <p:nvPicPr>
          <p:cNvPr id="539" name="Google Shape;539;p40"/>
          <p:cNvPicPr preferRelativeResize="0"/>
          <p:nvPr/>
        </p:nvPicPr>
        <p:blipFill rotWithShape="1">
          <a:blip r:embed="rId6">
            <a:alphaModFix/>
          </a:blip>
          <a:srcRect b="0" l="0" r="0" t="0"/>
          <a:stretch/>
        </p:blipFill>
        <p:spPr>
          <a:xfrm>
            <a:off x="2031825" y="1712500"/>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15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1"/>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545" name="Google Shape;545;p41"/>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546" name="Google Shape;546;p41"/>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547" name="Google Shape;547;p41"/>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548" name="Google Shape;548;p41"/>
          <p:cNvSpPr/>
          <p:nvPr/>
        </p:nvSpPr>
        <p:spPr>
          <a:xfrm>
            <a:off x="2893375" y="1628450"/>
            <a:ext cx="12432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41"/>
          <p:cNvSpPr/>
          <p:nvPr/>
        </p:nvSpPr>
        <p:spPr>
          <a:xfrm flipH="1">
            <a:off x="1529900" y="1628450"/>
            <a:ext cx="12555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550" name="Google Shape;550;p41"/>
          <p:cNvPicPr preferRelativeResize="0"/>
          <p:nvPr/>
        </p:nvPicPr>
        <p:blipFill rotWithShape="1">
          <a:blip r:embed="rId6">
            <a:alphaModFix/>
          </a:blip>
          <a:srcRect b="0" l="0" r="0" t="0"/>
          <a:stretch/>
        </p:blipFill>
        <p:spPr>
          <a:xfrm>
            <a:off x="3056350" y="1700301"/>
            <a:ext cx="917249" cy="709482"/>
          </a:xfrm>
          <a:prstGeom prst="rect">
            <a:avLst/>
          </a:prstGeom>
          <a:noFill/>
          <a:ln>
            <a:noFill/>
          </a:ln>
        </p:spPr>
      </p:pic>
      <p:pic>
        <p:nvPicPr>
          <p:cNvPr id="551" name="Google Shape;551;p41"/>
          <p:cNvPicPr preferRelativeResize="0"/>
          <p:nvPr/>
        </p:nvPicPr>
        <p:blipFill rotWithShape="1">
          <a:blip r:embed="rId7">
            <a:alphaModFix/>
          </a:blip>
          <a:srcRect b="0" l="0" r="0" t="0"/>
          <a:stretch/>
        </p:blipFill>
        <p:spPr>
          <a:xfrm>
            <a:off x="1828616" y="1689955"/>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16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5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