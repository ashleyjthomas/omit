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elvetica Neue"/>
      <p:regular r:id="rId51"/>
      <p:bold r:id="rId52"/>
      <p:italic r:id="rId53"/>
      <p:boldItalic r:id="rId54"/>
    </p:embeddedFont>
    <p:embeddedFont>
      <p:font typeface="Helvetica Neue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hz1mleq4P1m1FpJFLd7fZxm/mY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schemas.openxmlformats.org/officeDocument/2006/relationships/font" Target="fonts/HelveticaNeueLight-regular.fnt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57" Type="http://schemas.openxmlformats.org/officeDocument/2006/relationships/font" Target="fonts/HelveticaNeueLight-italic.fntdata"/><Relationship Id="rId12" Type="http://schemas.openxmlformats.org/officeDocument/2006/relationships/slide" Target="slides/slide6.xml"/><Relationship Id="rId56" Type="http://schemas.openxmlformats.org/officeDocument/2006/relationships/font" Target="fonts/HelveticaNeueLight-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Percy! [click] I am going to tell you a story about him!</a:t>
            </a:r>
            <a:endParaRPr/>
          </a:p>
          <a:p>
            <a:pPr indent="0" lvl="0" marL="0" rtl="0" algn="l">
              <a:lnSpc>
                <a:spcPct val="100000"/>
              </a:lnSpc>
              <a:spcBef>
                <a:spcPts val="0"/>
              </a:spcBef>
              <a:spcAft>
                <a:spcPts val="0"/>
              </a:spcAft>
              <a:buSzPts val="1100"/>
              <a:buNone/>
            </a:pPr>
            <a:r>
              <a:rPr lang="en"/>
              <a:t>Percy feels sad today [click] and doesn’t know why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Percy is still feeling sad, even after he learned an interesting fact about foxes.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While waiting to get on the bus after school, Percy saw a classmate named Avery. Avery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Avery about how he learned foxes move without making sounds.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Avery that he was feeling sad today. </a:t>
            </a:r>
            <a:r>
              <a:rPr b="1" lang="en" sz="1200">
                <a:solidFill>
                  <a:schemeClr val="dk1"/>
                </a:solidFill>
              </a:rPr>
              <a:t>[click 3x]</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Percy saw another classmate named Orin. Orin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Orin about how he learned foxes move without making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Orin that he was feeling sad today.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Percy tell about foxes?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800"/>
              <a:t>Which classmate did Percy tell about feeling sad today?</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solidFill>
                  <a:schemeClr val="accent1"/>
                </a:solidFill>
              </a:rPr>
              <a:t>[wait for and record the child’s response]</a:t>
            </a:r>
            <a:endParaRPr sz="1800">
              <a:solidFill>
                <a:schemeClr val="accent1"/>
              </a:solidFill>
            </a:endParaRPr>
          </a:p>
          <a:p>
            <a:pPr indent="0" lvl="0" marL="0" rtl="0" algn="l">
              <a:lnSpc>
                <a:spcPct val="100000"/>
              </a:lnSpc>
              <a:spcBef>
                <a:spcPts val="0"/>
              </a:spcBef>
              <a:spcAft>
                <a:spcPts val="0"/>
              </a:spcAft>
              <a:buSzPts val="1100"/>
              <a:buNone/>
            </a:pPr>
            <a:r>
              <a:t/>
            </a:r>
            <a:endParaRPr sz="1800">
              <a:solidFill>
                <a:schemeClr val="accent1"/>
              </a:solidFill>
            </a:endParaRPr>
          </a:p>
          <a:p>
            <a:pPr indent="0" lvl="0" marL="0" rtl="0" algn="l">
              <a:lnSpc>
                <a:spcPct val="100000"/>
              </a:lnSpc>
              <a:spcBef>
                <a:spcPts val="0"/>
              </a:spcBef>
              <a:spcAft>
                <a:spcPts val="0"/>
              </a:spcAft>
              <a:buSzPts val="1100"/>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the foxes or that he is feeling sad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the playground, Percy saw his mom in the park! Percy’s mom said “Hey Percy how was school today?” Do you think Percy should tell his mom about the foxes or about feeling sad today?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Then Percy saw his friend’s mom and she said “Hey Percy! How was school today?” Do you think Percy should tell her about the foxes or that he’s feeling sad?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Kendall! [click] I am going to tell you a story about him! Kendall feels happy today [click]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Kendall is still feeling happy today, even after learning an </a:t>
            </a:r>
            <a:r>
              <a:rPr lang="en"/>
              <a:t>interesting</a:t>
            </a:r>
            <a:r>
              <a:rPr lang="en"/>
              <a:t> fact about elephants.</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On the way home, Kendall saw a classmate named Riley. Riley said “Hey Kendall! How was school today?” </a:t>
            </a:r>
            <a:endParaRPr sz="1200">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Kendall told Riley about he learned that elephants move mostly in the morning. </a:t>
            </a:r>
            <a:r>
              <a:rPr b="1" lang="en" sz="1200"/>
              <a:t>[click 2x]</a:t>
            </a:r>
            <a:endParaRPr b="1"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Riley that he was feeling happy today. </a:t>
            </a:r>
            <a:r>
              <a:rPr b="1" lang="en" sz="1200">
                <a:solidFill>
                  <a:schemeClr val="dk1"/>
                </a:solidFill>
              </a:rPr>
              <a:t>[click 3x]</a:t>
            </a:r>
            <a:endParaRPr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Kendall saw another classmate named Cameron. Cameron said “Hey Kendall! How was school today?” </a:t>
            </a:r>
            <a:endParaRPr sz="1200">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Cameron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tell Cameron that he is feeling happy today. </a:t>
            </a:r>
            <a:r>
              <a:rPr b="1" lang="en" sz="1200">
                <a:solidFill>
                  <a:schemeClr val="dk1"/>
                </a:solidFill>
              </a:rPr>
              <a:t>[click 2x]</a:t>
            </a:r>
            <a:endParaRPr b="1"/>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Kendall tell about elephants?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Kendall tell about feeling happy?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candy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the elephants or that he is feeling happy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13" name="Shape 13"/>
        <p:cNvGrpSpPr/>
        <p:nvPr/>
      </p:nvGrpSpPr>
      <p:grpSpPr>
        <a:xfrm>
          <a:off x="0" y="0"/>
          <a:ext cx="0" cy="0"/>
          <a:chOff x="0" y="0"/>
          <a:chExt cx="0" cy="0"/>
        </a:xfrm>
      </p:grpSpPr>
      <p:sp>
        <p:nvSpPr>
          <p:cNvPr id="14" name="Google Shape;14;p47"/>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2" name="Google Shape;2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64" name="Shape 64"/>
        <p:cNvGrpSpPr/>
        <p:nvPr/>
      </p:nvGrpSpPr>
      <p:grpSpPr>
        <a:xfrm>
          <a:off x="0" y="0"/>
          <a:ext cx="0" cy="0"/>
          <a:chOff x="0" y="0"/>
          <a:chExt cx="0" cy="0"/>
        </a:xfrm>
      </p:grpSpPr>
      <p:sp>
        <p:nvSpPr>
          <p:cNvPr id="65" name="Google Shape;65;p49"/>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49"/>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49"/>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6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6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6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6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6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6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6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6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6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6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6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6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6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6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6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6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6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6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6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 name="Google Shape;116;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6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69"/>
          <p:cNvSpPr/>
          <p:nvPr>
            <p:ph idx="2" type="pic"/>
          </p:nvPr>
        </p:nvSpPr>
        <p:spPr>
          <a:xfrm>
            <a:off x="3887391" y="740569"/>
            <a:ext cx="4629300" cy="3655200"/>
          </a:xfrm>
          <a:prstGeom prst="rect">
            <a:avLst/>
          </a:prstGeom>
          <a:noFill/>
          <a:ln>
            <a:noFill/>
          </a:ln>
        </p:spPr>
      </p:sp>
      <p:sp>
        <p:nvSpPr>
          <p:cNvPr id="121" name="Google Shape;121;p6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7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7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7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2" name="Google Shape;62;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3" name="Google Shape;6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3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32.jp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png"/><Relationship Id="rId7" Type="http://schemas.openxmlformats.org/officeDocument/2006/relationships/image" Target="../media/image31.png"/><Relationship Id="rId8"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32.jpg"/><Relationship Id="rId6"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3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9.png"/><Relationship Id="rId6" Type="http://schemas.openxmlformats.org/officeDocument/2006/relationships/image" Target="../media/image17.png"/><Relationship Id="rId7" Type="http://schemas.openxmlformats.org/officeDocument/2006/relationships/image" Target="../media/image21.png"/><Relationship Id="rId8"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17.png"/><Relationship Id="rId4" Type="http://schemas.openxmlformats.org/officeDocument/2006/relationships/image" Target="../media/image30.png"/><Relationship Id="rId5" Type="http://schemas.openxmlformats.org/officeDocument/2006/relationships/image" Target="../media/image23.png"/><Relationship Id="rId6"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23.png"/><Relationship Id="rId7"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2" name="Google Shape;142;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43" name="Google Shape;14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50" name="Google Shape;150;p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62" name="Google Shape;162;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63" name="Google Shape;163;p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69" name="Google Shape;169;p5"/>
          <p:cNvSpPr/>
          <p:nvPr/>
        </p:nvSpPr>
        <p:spPr>
          <a:xfrm>
            <a:off x="4652975" y="1038917"/>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0" name="Google Shape;170;p5"/>
          <p:cNvSpPr/>
          <p:nvPr/>
        </p:nvSpPr>
        <p:spPr>
          <a:xfrm>
            <a:off x="3946457" y="10389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2" name="Google Shape;172;p5"/>
          <p:cNvSpPr/>
          <p:nvPr/>
        </p:nvSpPr>
        <p:spPr>
          <a:xfrm>
            <a:off x="4751702" y="225817"/>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3855193" y="2258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5" name="Google Shape;175;p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6" name="Google Shape;176;p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7" name="Google Shape;177;p5"/>
          <p:cNvSpPr/>
          <p:nvPr/>
        </p:nvSpPr>
        <p:spPr>
          <a:xfrm>
            <a:off x="4552173" y="186710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4036155" y="186710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9" name="Google Shape;179;p5"/>
          <p:cNvSpPr/>
          <p:nvPr/>
        </p:nvSpPr>
        <p:spPr>
          <a:xfrm>
            <a:off x="4489307" y="26889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4116164" y="26889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1" name="Google Shape;181;p5"/>
          <p:cNvSpPr/>
          <p:nvPr/>
        </p:nvSpPr>
        <p:spPr>
          <a:xfrm>
            <a:off x="4407803" y="35181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215635" y="35181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84" name="Google Shape;184;p5"/>
          <p:cNvSpPr/>
          <p:nvPr/>
        </p:nvSpPr>
        <p:spPr>
          <a:xfrm>
            <a:off x="434505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5" name="Google Shape;185;p5"/>
          <p:cNvSpPr/>
          <p:nvPr/>
        </p:nvSpPr>
        <p:spPr>
          <a:xfrm>
            <a:off x="426366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6"/>
          <p:cNvSpPr txBox="1"/>
          <p:nvPr>
            <p:ph type="title"/>
          </p:nvPr>
        </p:nvSpPr>
        <p:spPr>
          <a:xfrm>
            <a:off x="2888250" y="1999525"/>
            <a:ext cx="3367500" cy="63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Sad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A cartoon of a white and purple animal&#10;&#10;Description automatically generated" id="195" name="Google Shape;195;p7"/>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196" name="Google Shape;196;p7"/>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202" name="Google Shape;202;p8"/>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8" title="Cute fox | Free SVG"/>
          <p:cNvPicPr preferRelativeResize="0"/>
          <p:nvPr/>
        </p:nvPicPr>
        <p:blipFill rotWithShape="1">
          <a:blip r:embed="rId4">
            <a:alphaModFix/>
          </a:blip>
          <a:srcRect b="0" l="0" r="0" t="0"/>
          <a:stretch/>
        </p:blipFill>
        <p:spPr>
          <a:xfrm>
            <a:off x="5002250" y="1597637"/>
            <a:ext cx="948775" cy="948775"/>
          </a:xfrm>
          <a:prstGeom prst="rect">
            <a:avLst/>
          </a:prstGeom>
          <a:noFill/>
          <a:ln>
            <a:noFill/>
          </a:ln>
        </p:spPr>
      </p:pic>
      <p:pic>
        <p:nvPicPr>
          <p:cNvPr id="204" name="Google Shape;204;p8" title="School desk | Free SVG"/>
          <p:cNvPicPr preferRelativeResize="0"/>
          <p:nvPr/>
        </p:nvPicPr>
        <p:blipFill rotWithShape="1">
          <a:blip r:embed="rId5">
            <a:alphaModFix/>
          </a:blip>
          <a:srcRect b="0" l="0" r="0" t="0"/>
          <a:stretch/>
        </p:blipFill>
        <p:spPr>
          <a:xfrm>
            <a:off x="3638400" y="3381875"/>
            <a:ext cx="1801076" cy="1801076"/>
          </a:xfrm>
          <a:prstGeom prst="rect">
            <a:avLst/>
          </a:prstGeom>
          <a:noFill/>
          <a:ln>
            <a:noFill/>
          </a:ln>
        </p:spPr>
      </p:pic>
      <p:pic>
        <p:nvPicPr>
          <p:cNvPr id="205" name="Google Shape;205;p8" title="Royalty-Free photo: Rectangular green board on brown background ..."/>
          <p:cNvPicPr preferRelativeResize="0"/>
          <p:nvPr/>
        </p:nvPicPr>
        <p:blipFill rotWithShape="1">
          <a:blip r:embed="rId6">
            <a:alphaModFix/>
          </a:blip>
          <a:srcRect b="0" l="0" r="0" t="0"/>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9"/>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9"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12" name="Google Shape;212;p9"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Water with solid fill" id="213" name="Google Shape;213;p9"/>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1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219" name="Google Shape;219;p10"/>
          <p:cNvPicPr preferRelativeResize="0"/>
          <p:nvPr/>
        </p:nvPicPr>
        <p:blipFill rotWithShape="1">
          <a:blip r:embed="rId4">
            <a:alphaModFix/>
          </a:blip>
          <a:srcRect b="0" l="0" r="0" t="0"/>
          <a:stretch/>
        </p:blipFill>
        <p:spPr>
          <a:xfrm>
            <a:off x="2201400" y="3011100"/>
            <a:ext cx="1437400" cy="1755534"/>
          </a:xfrm>
          <a:prstGeom prst="rect">
            <a:avLst/>
          </a:prstGeom>
          <a:noFill/>
          <a:ln>
            <a:noFill/>
          </a:ln>
        </p:spPr>
      </p:pic>
      <p:pic>
        <p:nvPicPr>
          <p:cNvPr id="220" name="Google Shape;220;p10"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221" name="Google Shape;221;p10"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222" name="Google Shape;222;p1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3" name="Google Shape;223;p10" title="Cute fox | Free SVG"/>
          <p:cNvPicPr preferRelativeResize="0"/>
          <p:nvPr/>
        </p:nvPicPr>
        <p:blipFill rotWithShape="1">
          <a:blip r:embed="rId7">
            <a:alphaModFix/>
          </a:blip>
          <a:srcRect b="0" l="0" r="0" t="0"/>
          <a:stretch/>
        </p:blipFill>
        <p:spPr>
          <a:xfrm>
            <a:off x="1544038" y="2532412"/>
            <a:ext cx="948776" cy="94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23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800"/>
                                        <p:tgtEl>
                                          <p:spTgt spid="2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11"/>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229" name="Google Shape;229;p11"/>
          <p:cNvPicPr preferRelativeResize="0"/>
          <p:nvPr/>
        </p:nvPicPr>
        <p:blipFill rotWithShape="1">
          <a:blip r:embed="rId4">
            <a:alphaModFix/>
          </a:blip>
          <a:srcRect b="0" l="0" r="0" t="0"/>
          <a:stretch/>
        </p:blipFill>
        <p:spPr>
          <a:xfrm>
            <a:off x="2201400" y="3011100"/>
            <a:ext cx="1367325" cy="1669949"/>
          </a:xfrm>
          <a:prstGeom prst="rect">
            <a:avLst/>
          </a:prstGeom>
          <a:noFill/>
          <a:ln>
            <a:noFill/>
          </a:ln>
        </p:spPr>
      </p:pic>
      <p:pic>
        <p:nvPicPr>
          <p:cNvPr id="230" name="Google Shape;230;p11"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231" name="Google Shape;231;p11"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232" name="Google Shape;232;p11"/>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3" name="Google Shape;233;p11"/>
          <p:cNvPicPr preferRelativeResize="0"/>
          <p:nvPr/>
        </p:nvPicPr>
        <p:blipFill rotWithShape="1">
          <a:blip r:embed="rId7">
            <a:alphaModFix/>
          </a:blip>
          <a:srcRect b="0" l="0" r="0" t="0"/>
          <a:stretch/>
        </p:blipFill>
        <p:spPr>
          <a:xfrm>
            <a:off x="1738088" y="2771249"/>
            <a:ext cx="652831" cy="568500"/>
          </a:xfrm>
          <a:prstGeom prst="rect">
            <a:avLst/>
          </a:prstGeom>
          <a:noFill/>
          <a:ln>
            <a:noFill/>
          </a:ln>
        </p:spPr>
      </p:pic>
      <p:sp>
        <p:nvSpPr>
          <p:cNvPr id="234" name="Google Shape;234;p11"/>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12"/>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40" name="Google Shape;240;p12"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41" name="Google Shape;241;p12"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42" name="Google Shape;242;p12"/>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 name="Google Shape;243;p12" title="Cute fox | Free SVG"/>
          <p:cNvPicPr preferRelativeResize="0"/>
          <p:nvPr/>
        </p:nvPicPr>
        <p:blipFill rotWithShape="1">
          <a:blip r:embed="rId6">
            <a:alphaModFix/>
          </a:blip>
          <a:srcRect b="0" l="0" r="0" t="0"/>
          <a:stretch/>
        </p:blipFill>
        <p:spPr>
          <a:xfrm>
            <a:off x="1544025" y="2532412"/>
            <a:ext cx="948776" cy="948775"/>
          </a:xfrm>
          <a:prstGeom prst="rect">
            <a:avLst/>
          </a:prstGeom>
          <a:noFill/>
          <a:ln>
            <a:noFill/>
          </a:ln>
        </p:spPr>
      </p:pic>
      <p:pic>
        <p:nvPicPr>
          <p:cNvPr descr="A cartoon character with orange and white face&#10;&#10;Description automatically generated" id="244" name="Google Shape;244;p12"/>
          <p:cNvPicPr preferRelativeResize="0"/>
          <p:nvPr/>
        </p:nvPicPr>
        <p:blipFill rotWithShape="1">
          <a:blip r:embed="rId7">
            <a:alphaModFix/>
          </a:blip>
          <a:srcRect b="0" l="0" r="0" t="0"/>
          <a:stretch/>
        </p:blipFill>
        <p:spPr>
          <a:xfrm>
            <a:off x="2152300" y="3075425"/>
            <a:ext cx="1367325" cy="1669949"/>
          </a:xfrm>
          <a:prstGeom prst="rect">
            <a:avLst/>
          </a:prstGeom>
          <a:noFill/>
          <a:ln>
            <a:noFill/>
          </a:ln>
        </p:spPr>
      </p:pic>
      <p:sp>
        <p:nvSpPr>
          <p:cNvPr id="245" name="Google Shape;245;p12"/>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1800"/>
                                        <p:tgtEl>
                                          <p:spTgt spid="2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13"/>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51" name="Google Shape;251;p13"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52" name="Google Shape;252;p13"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53" name="Google Shape;253;p13"/>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4" name="Google Shape;254;p13"/>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pic>
        <p:nvPicPr>
          <p:cNvPr descr="A cartoon character with orange and white face&#10;&#10;Description automatically generated" id="255" name="Google Shape;255;p13"/>
          <p:cNvPicPr preferRelativeResize="0"/>
          <p:nvPr/>
        </p:nvPicPr>
        <p:blipFill rotWithShape="1">
          <a:blip r:embed="rId7">
            <a:alphaModFix/>
          </a:blip>
          <a:srcRect b="0" l="0" r="0" t="0"/>
          <a:stretch/>
        </p:blipFill>
        <p:spPr>
          <a:xfrm>
            <a:off x="2152300" y="3075425"/>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4"/>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1" name="Google Shape;261;p14" title="Cute fox | Free SVG"/>
          <p:cNvPicPr preferRelativeResize="0"/>
          <p:nvPr/>
        </p:nvPicPr>
        <p:blipFill rotWithShape="1">
          <a:blip r:embed="rId4">
            <a:alphaModFix/>
          </a:blip>
          <a:srcRect b="0" l="0" r="0" t="0"/>
          <a:stretch/>
        </p:blipFill>
        <p:spPr>
          <a:xfrm>
            <a:off x="3583000" y="2983150"/>
            <a:ext cx="1357324" cy="135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5"/>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7" name="Google Shape;267;p15"/>
          <p:cNvPicPr preferRelativeResize="0"/>
          <p:nvPr/>
        </p:nvPicPr>
        <p:blipFill rotWithShape="1">
          <a:blip r:embed="rId4">
            <a:alphaModFix/>
          </a:blip>
          <a:srcRect b="0" l="0" r="0" t="0"/>
          <a:stretch/>
        </p:blipFill>
        <p:spPr>
          <a:xfrm>
            <a:off x="3745149" y="2974100"/>
            <a:ext cx="1313650" cy="1143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3" name="Google Shape;273;p16"/>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4" name="Google Shape;274;p16"/>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5" name="Google Shape;275;p16"/>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6" name="Google Shape;276;p16"/>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7" name="Google Shape;277;p16"/>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8" name="Google Shape;278;p16"/>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9" name="Google Shape;279;p16"/>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0" name="Google Shape;280;p16"/>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2" name="Google Shape;282;p16"/>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83" name="Google Shape;283;p16"/>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4" name="Google Shape;284;p16"/>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5" name="Google Shape;285;p16"/>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6" name="Google Shape;286;p16"/>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7" name="Google Shape;287;p16"/>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8" name="Google Shape;288;p16"/>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9" name="Google Shape;289;p16"/>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5" name="Google Shape;295;p17"/>
          <p:cNvSpPr/>
          <p:nvPr/>
        </p:nvSpPr>
        <p:spPr>
          <a:xfrm>
            <a:off x="4652975" y="1048605"/>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6" name="Google Shape;296;p17"/>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7" name="Google Shape;297;p17"/>
          <p:cNvSpPr/>
          <p:nvPr/>
        </p:nvSpPr>
        <p:spPr>
          <a:xfrm>
            <a:off x="4751702" y="225817"/>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9" name="Google Shape;299;p17"/>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0" name="Google Shape;300;p17"/>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1" name="Google Shape;301;p17"/>
          <p:cNvSpPr/>
          <p:nvPr/>
        </p:nvSpPr>
        <p:spPr>
          <a:xfrm>
            <a:off x="4552173" y="186710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2" name="Google Shape;302;p17"/>
          <p:cNvSpPr/>
          <p:nvPr/>
        </p:nvSpPr>
        <p:spPr>
          <a:xfrm>
            <a:off x="4489307" y="26889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4407803" y="35181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5" name="Google Shape;305;p17"/>
          <p:cNvSpPr/>
          <p:nvPr/>
        </p:nvSpPr>
        <p:spPr>
          <a:xfrm>
            <a:off x="4345059" y="4346244"/>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6" name="Google Shape;306;p17"/>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7" name="Google Shape;307;p17"/>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8" name="Google Shape;308;p17"/>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9" name="Google Shape;309;p17"/>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0" name="Google Shape;310;p17"/>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1" name="Google Shape;311;p17"/>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18"/>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17" name="Google Shape;317;p18"/>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sp>
        <p:nvSpPr>
          <p:cNvPr id="318" name="Google Shape;318;p18"/>
          <p:cNvSpPr txBox="1"/>
          <p:nvPr/>
        </p:nvSpPr>
        <p:spPr>
          <a:xfrm>
            <a:off x="2517750" y="964075"/>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19"/>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24" name="Google Shape;324;p19"/>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Vanilla ice cream in cone vector image | Free SVG" id="325" name="Google Shape;325;p19"/>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20"/>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31" name="Google Shape;331;p20"/>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Foffee collection | Free SVG" id="332" name="Google Shape;332;p20"/>
          <p:cNvPicPr preferRelativeResize="0"/>
          <p:nvPr/>
        </p:nvPicPr>
        <p:blipFill rotWithShape="1">
          <a:blip r:embed="rId5">
            <a:alphaModFix/>
          </a:blip>
          <a:srcRect b="0" l="0" r="0" t="0"/>
          <a:stretch/>
        </p:blipFill>
        <p:spPr>
          <a:xfrm>
            <a:off x="3821900" y="2259100"/>
            <a:ext cx="1301876" cy="130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descr="A cartoon of a white and purple animal&#10;&#10;Description automatically generated" id="338" name="Google Shape;338;p21"/>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339" name="Google Shape;339;p21" title="Public Domain Clip Art Image | Sandbox | ID: 13932766213513 ..."/>
          <p:cNvPicPr preferRelativeResize="0"/>
          <p:nvPr/>
        </p:nvPicPr>
        <p:blipFill rotWithShape="1">
          <a:blip r:embed="rId5">
            <a:alphaModFix/>
          </a:blip>
          <a:srcRect b="0" l="0" r="0" t="0"/>
          <a:stretch/>
        </p:blipFill>
        <p:spPr>
          <a:xfrm rot="-447145">
            <a:off x="3828550" y="2817775"/>
            <a:ext cx="3875828" cy="1262275"/>
          </a:xfrm>
          <a:prstGeom prst="rect">
            <a:avLst/>
          </a:prstGeom>
          <a:noFill/>
          <a:ln>
            <a:noFill/>
          </a:ln>
        </p:spPr>
      </p:pic>
      <p:sp>
        <p:nvSpPr>
          <p:cNvPr id="340" name="Google Shape;340;p21"/>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1" name="Google Shape;341;p21" title="Cute fox | Free SVG"/>
          <p:cNvPicPr preferRelativeResize="0"/>
          <p:nvPr/>
        </p:nvPicPr>
        <p:blipFill rotWithShape="1">
          <a:blip r:embed="rId6">
            <a:alphaModFix/>
          </a:blip>
          <a:srcRect b="0" l="0" r="0" t="0"/>
          <a:stretch/>
        </p:blipFill>
        <p:spPr>
          <a:xfrm>
            <a:off x="3562888" y="1633562"/>
            <a:ext cx="948775" cy="948775"/>
          </a:xfrm>
          <a:prstGeom prst="rect">
            <a:avLst/>
          </a:prstGeom>
          <a:noFill/>
          <a:ln>
            <a:noFill/>
          </a:ln>
        </p:spPr>
      </p:pic>
      <p:pic>
        <p:nvPicPr>
          <p:cNvPr descr="A cartoon of a white and purple animal&#10;&#10;Description automatically generated" id="342" name="Google Shape;342;p21"/>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sp>
        <p:nvSpPr>
          <p:cNvPr id="343" name="Google Shape;343;p21"/>
          <p:cNvSpPr/>
          <p:nvPr/>
        </p:nvSpPr>
        <p:spPr>
          <a:xfrm flipH="1">
            <a:off x="2081700" y="1715604"/>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4" name="Google Shape;344;p21"/>
          <p:cNvPicPr preferRelativeResize="0"/>
          <p:nvPr/>
        </p:nvPicPr>
        <p:blipFill rotWithShape="1">
          <a:blip r:embed="rId8">
            <a:alphaModFix/>
          </a:blip>
          <a:srcRect b="0" l="0" r="0" t="0"/>
          <a:stretch/>
        </p:blipFill>
        <p:spPr>
          <a:xfrm>
            <a:off x="2407938" y="182369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1700"/>
                                        <p:tgtEl>
                                          <p:spTgt spid="3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500"/>
                                        <p:tgtEl>
                                          <p:spTgt spid="3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A cartoon of a white and purple animal&#10;&#10;Description automatically generated" id="349" name="Google Shape;349;p22"/>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50" name="Google Shape;350;p22"/>
          <p:cNvPicPr preferRelativeResize="0"/>
          <p:nvPr/>
        </p:nvPicPr>
        <p:blipFill rotWithShape="1">
          <a:blip r:embed="rId3">
            <a:alphaModFix/>
          </a:blip>
          <a:srcRect b="0" l="0" r="0" t="0"/>
          <a:stretch/>
        </p:blipFill>
        <p:spPr>
          <a:xfrm>
            <a:off x="4763425" y="2139150"/>
            <a:ext cx="2180825" cy="2663526"/>
          </a:xfrm>
          <a:prstGeom prst="rect">
            <a:avLst/>
          </a:prstGeom>
          <a:noFill/>
          <a:ln>
            <a:noFill/>
          </a:ln>
        </p:spPr>
      </p:pic>
      <p:sp>
        <p:nvSpPr>
          <p:cNvPr id="351" name="Google Shape;351;p22"/>
          <p:cNvSpPr/>
          <p:nvPr/>
        </p:nvSpPr>
        <p:spPr>
          <a:xfrm flipH="1">
            <a:off x="1458150" y="2308700"/>
            <a:ext cx="1276776"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2"/>
          <p:cNvSpPr/>
          <p:nvPr/>
        </p:nvSpPr>
        <p:spPr>
          <a:xfrm>
            <a:off x="2927200" y="230870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3" name="Google Shape;353;p22"/>
          <p:cNvPicPr preferRelativeResize="0"/>
          <p:nvPr/>
        </p:nvPicPr>
        <p:blipFill rotWithShape="1">
          <a:blip r:embed="rId4">
            <a:alphaModFix/>
          </a:blip>
          <a:srcRect b="0" l="0" r="0" t="0"/>
          <a:stretch/>
        </p:blipFill>
        <p:spPr>
          <a:xfrm>
            <a:off x="1784375" y="2471299"/>
            <a:ext cx="652831" cy="568500"/>
          </a:xfrm>
          <a:prstGeom prst="rect">
            <a:avLst/>
          </a:prstGeom>
          <a:noFill/>
          <a:ln>
            <a:noFill/>
          </a:ln>
        </p:spPr>
      </p:pic>
      <p:pic>
        <p:nvPicPr>
          <p:cNvPr id="354" name="Google Shape;354;p22" title="Cute fox | Free SVG"/>
          <p:cNvPicPr preferRelativeResize="0"/>
          <p:nvPr/>
        </p:nvPicPr>
        <p:blipFill rotWithShape="1">
          <a:blip r:embed="rId5">
            <a:alphaModFix/>
          </a:blip>
          <a:srcRect b="0" l="0" r="0" t="0"/>
          <a:stretch/>
        </p:blipFill>
        <p:spPr>
          <a:xfrm>
            <a:off x="3029350" y="2260912"/>
            <a:ext cx="948776" cy="948775"/>
          </a:xfrm>
          <a:prstGeom prst="rect">
            <a:avLst/>
          </a:prstGeom>
          <a:noFill/>
          <a:ln>
            <a:noFill/>
          </a:ln>
        </p:spPr>
      </p:pic>
      <p:pic>
        <p:nvPicPr>
          <p:cNvPr descr="Small Trees | Free SVG" id="355" name="Google Shape;355;p22"/>
          <p:cNvPicPr preferRelativeResize="0"/>
          <p:nvPr/>
        </p:nvPicPr>
        <p:blipFill rotWithShape="1">
          <a:blip r:embed="rId6">
            <a:alphaModFix/>
          </a:blip>
          <a:srcRect b="0" l="0" r="0" t="0"/>
          <a:stretch/>
        </p:blipFill>
        <p:spPr>
          <a:xfrm>
            <a:off x="78150" y="304800"/>
            <a:ext cx="2044400" cy="2044400"/>
          </a:xfrm>
          <a:prstGeom prst="rect">
            <a:avLst/>
          </a:prstGeom>
          <a:noFill/>
          <a:ln>
            <a:noFill/>
          </a:ln>
        </p:spPr>
      </p:pic>
      <p:pic>
        <p:nvPicPr>
          <p:cNvPr descr="Small Trees | Free SVG" id="356" name="Google Shape;356;p22"/>
          <p:cNvPicPr preferRelativeResize="0"/>
          <p:nvPr/>
        </p:nvPicPr>
        <p:blipFill rotWithShape="1">
          <a:blip r:embed="rId6">
            <a:alphaModFix/>
          </a:blip>
          <a:srcRect b="0" l="0" r="0" t="0"/>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2100"/>
                                        <p:tgtEl>
                                          <p:spTgt spid="3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Small Trees | Free SVG" id="361" name="Google Shape;361;p23"/>
          <p:cNvPicPr preferRelativeResize="0"/>
          <p:nvPr/>
        </p:nvPicPr>
        <p:blipFill rotWithShape="1">
          <a:blip r:embed="rId3">
            <a:alphaModFix/>
          </a:blip>
          <a:srcRect b="0" l="0" r="0" t="0"/>
          <a:stretch/>
        </p:blipFill>
        <p:spPr>
          <a:xfrm>
            <a:off x="78150" y="304800"/>
            <a:ext cx="2044400" cy="2044400"/>
          </a:xfrm>
          <a:prstGeom prst="rect">
            <a:avLst/>
          </a:prstGeom>
          <a:noFill/>
          <a:ln>
            <a:noFill/>
          </a:ln>
        </p:spPr>
      </p:pic>
      <p:pic>
        <p:nvPicPr>
          <p:cNvPr descr="A cartoon of a white and purple animal&#10;&#10;Description automatically generated" id="362" name="Google Shape;362;p23"/>
          <p:cNvPicPr preferRelativeResize="0"/>
          <p:nvPr/>
        </p:nvPicPr>
        <p:blipFill rotWithShape="1">
          <a:blip r:embed="rId4">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63" name="Google Shape;363;p23"/>
          <p:cNvPicPr preferRelativeResize="0"/>
          <p:nvPr/>
        </p:nvPicPr>
        <p:blipFill rotWithShape="1">
          <a:blip r:embed="rId5">
            <a:alphaModFix/>
          </a:blip>
          <a:srcRect b="0" l="0" r="0" t="0"/>
          <a:stretch/>
        </p:blipFill>
        <p:spPr>
          <a:xfrm>
            <a:off x="4618900" y="2308700"/>
            <a:ext cx="2180825" cy="2663526"/>
          </a:xfrm>
          <a:prstGeom prst="rect">
            <a:avLst/>
          </a:prstGeom>
          <a:noFill/>
          <a:ln>
            <a:noFill/>
          </a:ln>
        </p:spPr>
      </p:pic>
      <p:sp>
        <p:nvSpPr>
          <p:cNvPr id="364" name="Google Shape;364;p23"/>
          <p:cNvSpPr/>
          <p:nvPr/>
        </p:nvSpPr>
        <p:spPr>
          <a:xfrm flipH="1">
            <a:off x="1458276" y="2308700"/>
            <a:ext cx="1378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3"/>
          <p:cNvSpPr/>
          <p:nvPr/>
        </p:nvSpPr>
        <p:spPr>
          <a:xfrm>
            <a:off x="2927200" y="230870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6" name="Google Shape;366;p23"/>
          <p:cNvPicPr preferRelativeResize="0"/>
          <p:nvPr/>
        </p:nvPicPr>
        <p:blipFill rotWithShape="1">
          <a:blip r:embed="rId6">
            <a:alphaModFix/>
          </a:blip>
          <a:srcRect b="0" l="0" r="0" t="0"/>
          <a:stretch/>
        </p:blipFill>
        <p:spPr>
          <a:xfrm>
            <a:off x="1825876" y="2414975"/>
            <a:ext cx="652831" cy="568500"/>
          </a:xfrm>
          <a:prstGeom prst="rect">
            <a:avLst/>
          </a:prstGeom>
          <a:noFill/>
          <a:ln>
            <a:noFill/>
          </a:ln>
        </p:spPr>
      </p:pic>
      <p:pic>
        <p:nvPicPr>
          <p:cNvPr id="367" name="Google Shape;367;p23" title="Cute fox | Free SVG"/>
          <p:cNvPicPr preferRelativeResize="0"/>
          <p:nvPr/>
        </p:nvPicPr>
        <p:blipFill rotWithShape="1">
          <a:blip r:embed="rId7">
            <a:alphaModFix/>
          </a:blip>
          <a:srcRect b="0" l="0" r="0" t="0"/>
          <a:stretch/>
        </p:blipFill>
        <p:spPr>
          <a:xfrm>
            <a:off x="3029350" y="2260912"/>
            <a:ext cx="948775" cy="948776"/>
          </a:xfrm>
          <a:prstGeom prst="rect">
            <a:avLst/>
          </a:prstGeom>
          <a:noFill/>
          <a:ln>
            <a:noFill/>
          </a:ln>
        </p:spPr>
      </p:pic>
      <p:pic>
        <p:nvPicPr>
          <p:cNvPr descr="Small Trees | Free SVG" id="368" name="Google Shape;368;p23"/>
          <p:cNvPicPr preferRelativeResize="0"/>
          <p:nvPr/>
        </p:nvPicPr>
        <p:blipFill rotWithShape="1">
          <a:blip r:embed="rId3">
            <a:alphaModFix/>
          </a:blip>
          <a:srcRect b="0" l="0" r="0" t="0"/>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3"/>
                                        </p:tgtEl>
                                        <p:attrNameLst>
                                          <p:attrName>style.visibility</p:attrName>
                                        </p:attrNameLst>
                                      </p:cBhvr>
                                      <p:to>
                                        <p:strVal val="visible"/>
                                      </p:to>
                                    </p:set>
                                    <p:anim calcmode="lin" valueType="num">
                                      <p:cBhvr additive="base">
                                        <p:cTn dur="2200"/>
                                        <p:tgtEl>
                                          <p:spTgt spid="3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2577600" y="1940250"/>
            <a:ext cx="39888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Happy Condition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cartoon of a white and purple animal&#10;&#10;Description automatically generated" id="378" name="Google Shape;378;p25"/>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379" name="Google Shape;379;p25"/>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85" name="Google Shape;385;p2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6" name="Google Shape;386;p26"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87" name="Google Shape;387;p26"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Elephant | Free Stock Photo | Illustration of an elephant | # 11454" id="388" name="Google Shape;388;p26"/>
          <p:cNvPicPr preferRelativeResize="0"/>
          <p:nvPr/>
        </p:nvPicPr>
        <p:blipFill rotWithShape="1">
          <a:blip r:embed="rId6">
            <a:alphaModFix/>
          </a:blip>
          <a:srcRect b="0" l="0" r="0" t="0"/>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A cartoon of a white and purple animal&#10;&#10;Description automatically generated" id="393" name="Google Shape;393;p27"/>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94" name="Google Shape;394;p27"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95" name="Google Shape;395;p27"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sp>
        <p:nvSpPr>
          <p:cNvPr id="396" name="Google Shape;396;p27"/>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cartoon of a white and purple animal&#10;&#10;Description automatically generated" id="401" name="Google Shape;401;p28"/>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402" name="Google Shape;402;p28"/>
          <p:cNvPicPr preferRelativeResize="0"/>
          <p:nvPr/>
        </p:nvPicPr>
        <p:blipFill rotWithShape="1">
          <a:blip r:embed="rId4">
            <a:alphaModFix/>
          </a:blip>
          <a:srcRect b="0" l="0" r="0" t="0"/>
          <a:stretch/>
        </p:blipFill>
        <p:spPr>
          <a:xfrm>
            <a:off x="4792275" y="2479600"/>
            <a:ext cx="1367325" cy="1669949"/>
          </a:xfrm>
          <a:prstGeom prst="rect">
            <a:avLst/>
          </a:prstGeom>
          <a:noFill/>
          <a:ln>
            <a:noFill/>
          </a:ln>
        </p:spPr>
      </p:pic>
      <p:sp>
        <p:nvSpPr>
          <p:cNvPr id="403" name="Google Shape;403;p28"/>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4" name="Google Shape;404;p28"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405" name="Google Shape;405;p28"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06" name="Google Shape;406;p28"/>
          <p:cNvPicPr preferRelativeResize="0"/>
          <p:nvPr/>
        </p:nvPicPr>
        <p:blipFill rotWithShape="1">
          <a:blip r:embed="rId6">
            <a:alphaModFix/>
          </a:blip>
          <a:srcRect b="0" l="0" r="0" t="0"/>
          <a:stretch/>
        </p:blipFill>
        <p:spPr>
          <a:xfrm>
            <a:off x="3686250" y="193788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16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9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A cartoon of a white and purple animal&#10;&#10;Description automatically generated" id="411" name="Google Shape;411;p29"/>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412" name="Google Shape;412;p29"/>
          <p:cNvPicPr preferRelativeResize="0"/>
          <p:nvPr/>
        </p:nvPicPr>
        <p:blipFill rotWithShape="1">
          <a:blip r:embed="rId4">
            <a:alphaModFix/>
          </a:blip>
          <a:srcRect b="0" l="0" r="0" t="0"/>
          <a:stretch/>
        </p:blipFill>
        <p:spPr>
          <a:xfrm>
            <a:off x="4745300" y="2479600"/>
            <a:ext cx="1367325" cy="1669949"/>
          </a:xfrm>
          <a:prstGeom prst="rect">
            <a:avLst/>
          </a:prstGeom>
          <a:noFill/>
          <a:ln>
            <a:noFill/>
          </a:ln>
        </p:spPr>
      </p:pic>
      <p:sp>
        <p:nvSpPr>
          <p:cNvPr id="413" name="Google Shape;413;p29"/>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4" name="Google Shape;414;p29"/>
          <p:cNvPicPr preferRelativeResize="0"/>
          <p:nvPr/>
        </p:nvPicPr>
        <p:blipFill rotWithShape="1">
          <a:blip r:embed="rId5">
            <a:alphaModFix/>
          </a:blip>
          <a:srcRect b="0" l="0" r="0" t="0"/>
          <a:stretch/>
        </p:blipFill>
        <p:spPr>
          <a:xfrm>
            <a:off x="3833000" y="1927538"/>
            <a:ext cx="706850" cy="730174"/>
          </a:xfrm>
          <a:prstGeom prst="rect">
            <a:avLst/>
          </a:prstGeom>
          <a:noFill/>
          <a:ln>
            <a:noFill/>
          </a:ln>
        </p:spPr>
      </p:pic>
      <p:sp>
        <p:nvSpPr>
          <p:cNvPr id="415" name="Google Shape;415;p29"/>
          <p:cNvSpPr/>
          <p:nvPr/>
        </p:nvSpPr>
        <p:spPr>
          <a:xfrm>
            <a:off x="3993925" y="2281275"/>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6" name="Google Shape;416;p29" title="House icon vector clip art | Free SVG"/>
          <p:cNvPicPr preferRelativeResize="0"/>
          <p:nvPr/>
        </p:nvPicPr>
        <p:blipFill rotWithShape="1">
          <a:blip r:embed="rId6">
            <a:alphaModFix/>
          </a:blip>
          <a:srcRect b="0" l="0" r="0" t="0"/>
          <a:stretch/>
        </p:blipFill>
        <p:spPr>
          <a:xfrm>
            <a:off x="5880175" y="494425"/>
            <a:ext cx="2414224" cy="2414225"/>
          </a:xfrm>
          <a:prstGeom prst="rect">
            <a:avLst/>
          </a:prstGeom>
          <a:noFill/>
          <a:ln>
            <a:noFill/>
          </a:ln>
        </p:spPr>
      </p:pic>
      <p:pic>
        <p:nvPicPr>
          <p:cNvPr id="417" name="Google Shape;417;p29" title="House icon vector clip art | Free SVG"/>
          <p:cNvPicPr preferRelativeResize="0"/>
          <p:nvPr/>
        </p:nvPicPr>
        <p:blipFill rotWithShape="1">
          <a:blip r:embed="rId6">
            <a:alphaModFix/>
          </a:blip>
          <a:srcRect b="0" l="0" r="0" t="0"/>
          <a:stretch/>
        </p:blipFill>
        <p:spPr>
          <a:xfrm>
            <a:off x="619375" y="410250"/>
            <a:ext cx="2414225" cy="2414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A cartoon of a white and purple animal&#10;&#10;Description automatically generated" id="422" name="Google Shape;422;p30"/>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23" name="Google Shape;423;p30"/>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4" name="Google Shape;424;p30"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25" name="Google Shape;425;p30"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26" name="Google Shape;426;p30"/>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sp>
        <p:nvSpPr>
          <p:cNvPr id="427" name="Google Shape;427;p30"/>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28" name="Google Shape;428;p30"/>
          <p:cNvPicPr preferRelativeResize="0"/>
          <p:nvPr/>
        </p:nvPicPr>
        <p:blipFill rotWithShape="1">
          <a:blip r:embed="rId6">
            <a:alphaModFix amt="91000"/>
          </a:blip>
          <a:srcRect b="0" l="0" r="0" t="0"/>
          <a:stretch/>
        </p:blipFill>
        <p:spPr>
          <a:xfrm>
            <a:off x="4938242" y="2346670"/>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8"/>
                                        </p:tgtEl>
                                        <p:attrNameLst>
                                          <p:attrName>style.visibility</p:attrName>
                                        </p:attrNameLst>
                                      </p:cBhvr>
                                      <p:to>
                                        <p:strVal val="visible"/>
                                      </p:to>
                                    </p:set>
                                    <p:anim calcmode="lin" valueType="num">
                                      <p:cBhvr additive="base">
                                        <p:cTn dur="2200"/>
                                        <p:tgtEl>
                                          <p:spTgt spid="4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A cartoon of a white and purple animal&#10;&#10;Description automatically generated" id="433" name="Google Shape;433;p31"/>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34" name="Google Shape;434;p31"/>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5" name="Google Shape;435;p31"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36" name="Google Shape;436;p31"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id="437" name="Google Shape;437;p31"/>
          <p:cNvPicPr preferRelativeResize="0"/>
          <p:nvPr/>
        </p:nvPicPr>
        <p:blipFill rotWithShape="1">
          <a:blip r:embed="rId5">
            <a:alphaModFix/>
          </a:blip>
          <a:srcRect b="0" l="0" r="0" t="0"/>
          <a:stretch/>
        </p:blipFill>
        <p:spPr>
          <a:xfrm>
            <a:off x="3833000" y="1927538"/>
            <a:ext cx="706850" cy="730174"/>
          </a:xfrm>
          <a:prstGeom prst="rect">
            <a:avLst/>
          </a:prstGeom>
          <a:noFill/>
          <a:ln>
            <a:noFill/>
          </a:ln>
        </p:spPr>
      </p:pic>
      <p:pic>
        <p:nvPicPr>
          <p:cNvPr descr="A cartoon character with orange and white face&#10;&#10;Description automatically generated" id="438" name="Google Shape;438;p31"/>
          <p:cNvPicPr preferRelativeResize="0"/>
          <p:nvPr/>
        </p:nvPicPr>
        <p:blipFill rotWithShape="1">
          <a:blip r:embed="rId6">
            <a:alphaModFix amt="91000"/>
          </a:blip>
          <a:srcRect b="0" l="0" r="0" t="0"/>
          <a:stretch/>
        </p:blipFill>
        <p:spPr>
          <a:xfrm>
            <a:off x="5132367" y="2375845"/>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2"/>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descr="Elephant | Free Stock Photo | Illustration of an elephant | # 11454" id="444" name="Google Shape;444;p32"/>
          <p:cNvPicPr preferRelativeResize="0"/>
          <p:nvPr/>
        </p:nvPicPr>
        <p:blipFill rotWithShape="1">
          <a:blip r:embed="rId4">
            <a:alphaModFix/>
          </a:blip>
          <a:srcRect b="0" l="0" r="0" t="0"/>
          <a:stretch/>
        </p:blipFill>
        <p:spPr>
          <a:xfrm>
            <a:off x="3680300" y="2969225"/>
            <a:ext cx="1380351" cy="1067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33"/>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50" name="Google Shape;450;p33"/>
          <p:cNvPicPr preferRelativeResize="0"/>
          <p:nvPr/>
        </p:nvPicPr>
        <p:blipFill rotWithShape="1">
          <a:blip r:embed="rId4">
            <a:alphaModFix/>
          </a:blip>
          <a:srcRect b="0" l="0" r="0" t="0"/>
          <a:stretch/>
        </p:blipFill>
        <p:spPr>
          <a:xfrm>
            <a:off x="3876675" y="2966925"/>
            <a:ext cx="1026900" cy="10607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6" name="Google Shape;456;p34"/>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7" name="Google Shape;457;p3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8" name="Google Shape;458;p34"/>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9" name="Google Shape;459;p3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0" name="Google Shape;460;p3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1" name="Google Shape;461;p3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2" name="Google Shape;462;p34"/>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3" name="Google Shape;463;p34"/>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4" name="Google Shape;464;p34"/>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3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6" name="Google Shape;466;p34"/>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7" name="Google Shape;467;p34"/>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8" name="Google Shape;468;p34"/>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9" name="Google Shape;469;p34"/>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0" name="Google Shape;470;p34"/>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1" name="Google Shape;471;p34"/>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2" name="Google Shape;472;p34"/>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78" name="Google Shape;478;p35"/>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79" name="Google Shape;479;p3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0" name="Google Shape;480;p35"/>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1" name="Google Shape;481;p3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2" name="Google Shape;482;p3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3" name="Google Shape;483;p3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4" name="Google Shape;484;p35"/>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5" name="Google Shape;485;p35"/>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6" name="Google Shape;486;p35"/>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7" name="Google Shape;487;p3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8" name="Google Shape;488;p35"/>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9" name="Google Shape;489;p35"/>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0" name="Google Shape;490;p35"/>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1" name="Google Shape;491;p35"/>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2" name="Google Shape;492;p35"/>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3" name="Google Shape;493;p35"/>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4" name="Google Shape;494;p35"/>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A cartoon character with orange and white face&#10;&#10;Description automatically generated" id="499" name="Google Shape;499;p36"/>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sp>
        <p:nvSpPr>
          <p:cNvPr id="500" name="Google Shape;500;p36"/>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pic>
        <p:nvPicPr>
          <p:cNvPr descr="A cartoon character with orange and white face&#10;&#10;Description automatically generated" id="501" name="Google Shape;501;p36"/>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descr="A cartoon character with orange and white face&#10;&#10;Description automatically generated" id="506" name="Google Shape;506;p37"/>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07" name="Google Shape;507;p37"/>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Vanilla ice cream in cone vector image | Free SVG" id="508" name="Google Shape;508;p37"/>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artoon character with orange and white face&#10;&#10;Description automatically generated" id="513" name="Google Shape;513;p38"/>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14" name="Google Shape;514;p38"/>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Foffee collection | Free SVG" id="515" name="Google Shape;515;p38"/>
          <p:cNvPicPr preferRelativeResize="0"/>
          <p:nvPr/>
        </p:nvPicPr>
        <p:blipFill rotWithShape="1">
          <a:blip r:embed="rId5">
            <a:alphaModFix/>
          </a:blip>
          <a:srcRect b="0" l="0" r="0" t="0"/>
          <a:stretch/>
        </p:blipFill>
        <p:spPr>
          <a:xfrm>
            <a:off x="3664250" y="2349175"/>
            <a:ext cx="1301876" cy="13018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9"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id="521" name="Google Shape;521;p39" title="Public Domain Clip Art Image | Sandbox | ID: 13932766213513 ..."/>
          <p:cNvPicPr preferRelativeResize="0"/>
          <p:nvPr/>
        </p:nvPicPr>
        <p:blipFill rotWithShape="1">
          <a:blip r:embed="rId4">
            <a:alphaModFix/>
          </a:blip>
          <a:srcRect b="0" l="0" r="0" t="0"/>
          <a:stretch/>
        </p:blipFill>
        <p:spPr>
          <a:xfrm rot="-447145">
            <a:off x="3828550" y="2817775"/>
            <a:ext cx="3875828" cy="1262275"/>
          </a:xfrm>
          <a:prstGeom prst="rect">
            <a:avLst/>
          </a:prstGeom>
          <a:noFill/>
          <a:ln>
            <a:noFill/>
          </a:ln>
        </p:spPr>
      </p:pic>
      <p:sp>
        <p:nvSpPr>
          <p:cNvPr id="522" name="Google Shape;522;p39"/>
          <p:cNvSpPr/>
          <p:nvPr/>
        </p:nvSpPr>
        <p:spPr>
          <a:xfrm>
            <a:off x="3436200" y="1684800"/>
            <a:ext cx="124320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3" name="Google Shape;523;p39"/>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524" name="Google Shape;524;p39"/>
          <p:cNvSpPr/>
          <p:nvPr/>
        </p:nvSpPr>
        <p:spPr>
          <a:xfrm flipH="1">
            <a:off x="2081700" y="16848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5" name="Google Shape;525;p39"/>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526" name="Google Shape;526;p39"/>
          <p:cNvPicPr preferRelativeResize="0"/>
          <p:nvPr/>
        </p:nvPicPr>
        <p:blipFill rotWithShape="1">
          <a:blip r:embed="rId7">
            <a:alphaModFix/>
          </a:blip>
          <a:srcRect b="0" l="0" r="0" t="0"/>
          <a:stretch/>
        </p:blipFill>
        <p:spPr>
          <a:xfrm>
            <a:off x="2380925" y="1726063"/>
            <a:ext cx="706850" cy="730174"/>
          </a:xfrm>
          <a:prstGeom prst="rect">
            <a:avLst/>
          </a:prstGeom>
          <a:noFill/>
          <a:ln>
            <a:noFill/>
          </a:ln>
        </p:spPr>
      </p:pic>
      <p:pic>
        <p:nvPicPr>
          <p:cNvPr descr="Elephant | Free Stock Photo | Illustration of an elephant | # 11454" id="527" name="Google Shape;527;p39"/>
          <p:cNvPicPr preferRelativeResize="0"/>
          <p:nvPr/>
        </p:nvPicPr>
        <p:blipFill rotWithShape="1">
          <a:blip r:embed="rId8">
            <a:alphaModFix/>
          </a:blip>
          <a:srcRect b="0" l="0" r="0" t="0"/>
          <a:stretch/>
        </p:blipFill>
        <p:spPr>
          <a:xfrm>
            <a:off x="3535301" y="1746755"/>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18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1700"/>
                                        <p:tgtEl>
                                          <p:spTgt spid="5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cartoon of a white and purple animal&#10;&#10;Description automatically generated" id="532" name="Google Shape;532;p40"/>
          <p:cNvPicPr preferRelativeResize="0"/>
          <p:nvPr/>
        </p:nvPicPr>
        <p:blipFill rotWithShape="1">
          <a:blip r:embed="rId3">
            <a:alphaModFix/>
          </a:blip>
          <a:srcRect b="0" l="10180" r="-10180" t="0"/>
          <a:stretch/>
        </p:blipFill>
        <p:spPr>
          <a:xfrm>
            <a:off x="2432641" y="2222798"/>
            <a:ext cx="1437410" cy="1755556"/>
          </a:xfrm>
          <a:prstGeom prst="rect">
            <a:avLst/>
          </a:prstGeom>
          <a:noFill/>
          <a:ln>
            <a:noFill/>
          </a:ln>
        </p:spPr>
      </p:pic>
      <p:pic>
        <p:nvPicPr>
          <p:cNvPr descr="A cartoon of a white and purple animal&#10;&#10;Description automatically generated" id="533" name="Google Shape;533;p40"/>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534" name="Google Shape;534;p40"/>
          <p:cNvPicPr preferRelativeResize="0"/>
          <p:nvPr/>
        </p:nvPicPr>
        <p:blipFill rotWithShape="1">
          <a:blip r:embed="rId4">
            <a:alphaModFix/>
          </a:blip>
          <a:srcRect b="0" l="0" r="0" t="0"/>
          <a:stretch/>
        </p:blipFill>
        <p:spPr>
          <a:xfrm>
            <a:off x="78150" y="304800"/>
            <a:ext cx="2044400" cy="2044400"/>
          </a:xfrm>
          <a:prstGeom prst="rect">
            <a:avLst/>
          </a:prstGeom>
          <a:noFill/>
          <a:ln>
            <a:noFill/>
          </a:ln>
        </p:spPr>
      </p:pic>
      <p:pic>
        <p:nvPicPr>
          <p:cNvPr descr="Small Trees | Free SVG" id="535" name="Google Shape;535;p40"/>
          <p:cNvPicPr preferRelativeResize="0"/>
          <p:nvPr/>
        </p:nvPicPr>
        <p:blipFill rotWithShape="1">
          <a:blip r:embed="rId4">
            <a:alphaModFix/>
          </a:blip>
          <a:srcRect b="0" l="0" r="0" t="0"/>
          <a:stretch/>
        </p:blipFill>
        <p:spPr>
          <a:xfrm>
            <a:off x="6716925" y="304800"/>
            <a:ext cx="2044399" cy="2044400"/>
          </a:xfrm>
          <a:prstGeom prst="rect">
            <a:avLst/>
          </a:prstGeom>
          <a:noFill/>
          <a:ln>
            <a:noFill/>
          </a:ln>
        </p:spPr>
      </p:pic>
      <p:sp>
        <p:nvSpPr>
          <p:cNvPr id="536" name="Google Shape;536;p40"/>
          <p:cNvSpPr/>
          <p:nvPr/>
        </p:nvSpPr>
        <p:spPr>
          <a:xfrm>
            <a:off x="3096100" y="16509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0"/>
          <p:cNvSpPr/>
          <p:nvPr/>
        </p:nvSpPr>
        <p:spPr>
          <a:xfrm flipH="1">
            <a:off x="1732599" y="1650975"/>
            <a:ext cx="1296849" cy="832949"/>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38" name="Google Shape;538;p40"/>
          <p:cNvPicPr preferRelativeResize="0"/>
          <p:nvPr/>
        </p:nvPicPr>
        <p:blipFill rotWithShape="1">
          <a:blip r:embed="rId5">
            <a:alphaModFix/>
          </a:blip>
          <a:srcRect b="0" l="0" r="0" t="0"/>
          <a:stretch/>
        </p:blipFill>
        <p:spPr>
          <a:xfrm>
            <a:off x="3259075" y="1722838"/>
            <a:ext cx="917249" cy="709482"/>
          </a:xfrm>
          <a:prstGeom prst="rect">
            <a:avLst/>
          </a:prstGeom>
          <a:noFill/>
          <a:ln>
            <a:noFill/>
          </a:ln>
        </p:spPr>
      </p:pic>
      <p:pic>
        <p:nvPicPr>
          <p:cNvPr id="539" name="Google Shape;539;p40"/>
          <p:cNvPicPr preferRelativeResize="0"/>
          <p:nvPr/>
        </p:nvPicPr>
        <p:blipFill rotWithShape="1">
          <a:blip r:embed="rId6">
            <a:alphaModFix/>
          </a:blip>
          <a:srcRect b="0" l="0" r="0" t="0"/>
          <a:stretch/>
        </p:blipFill>
        <p:spPr>
          <a:xfrm>
            <a:off x="2031825" y="1712500"/>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15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A cartoon of a white and purple animal&#10;&#10;Description automatically generated" id="544" name="Google Shape;544;p41"/>
          <p:cNvPicPr preferRelativeResize="0"/>
          <p:nvPr/>
        </p:nvPicPr>
        <p:blipFill rotWithShape="1">
          <a:blip r:embed="rId3">
            <a:alphaModFix/>
          </a:blip>
          <a:srcRect b="0" l="10180" r="-10180" t="0"/>
          <a:stretch/>
        </p:blipFill>
        <p:spPr>
          <a:xfrm>
            <a:off x="2353816" y="2234048"/>
            <a:ext cx="1437410" cy="1755556"/>
          </a:xfrm>
          <a:prstGeom prst="rect">
            <a:avLst/>
          </a:prstGeom>
          <a:noFill/>
          <a:ln>
            <a:noFill/>
          </a:ln>
        </p:spPr>
      </p:pic>
      <p:pic>
        <p:nvPicPr>
          <p:cNvPr descr="A cartoon of a white and purple animal&#10;&#10;Description automatically generated" id="545" name="Google Shape;545;p41"/>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546" name="Google Shape;546;p41"/>
          <p:cNvPicPr preferRelativeResize="0"/>
          <p:nvPr/>
        </p:nvPicPr>
        <p:blipFill rotWithShape="1">
          <a:blip r:embed="rId5">
            <a:alphaModFix/>
          </a:blip>
          <a:srcRect b="0" l="0" r="0" t="0"/>
          <a:stretch/>
        </p:blipFill>
        <p:spPr>
          <a:xfrm>
            <a:off x="100675" y="259775"/>
            <a:ext cx="2044400" cy="2044400"/>
          </a:xfrm>
          <a:prstGeom prst="rect">
            <a:avLst/>
          </a:prstGeom>
          <a:noFill/>
          <a:ln>
            <a:noFill/>
          </a:ln>
        </p:spPr>
      </p:pic>
      <p:pic>
        <p:nvPicPr>
          <p:cNvPr descr="Small Trees | Free SVG" id="547" name="Google Shape;547;p41"/>
          <p:cNvPicPr preferRelativeResize="0"/>
          <p:nvPr/>
        </p:nvPicPr>
        <p:blipFill rotWithShape="1">
          <a:blip r:embed="rId5">
            <a:alphaModFix/>
          </a:blip>
          <a:srcRect b="0" l="0" r="0" t="0"/>
          <a:stretch/>
        </p:blipFill>
        <p:spPr>
          <a:xfrm>
            <a:off x="6998250" y="389650"/>
            <a:ext cx="2044399" cy="2044400"/>
          </a:xfrm>
          <a:prstGeom prst="rect">
            <a:avLst/>
          </a:prstGeom>
          <a:noFill/>
          <a:ln>
            <a:noFill/>
          </a:ln>
        </p:spPr>
      </p:pic>
      <p:sp>
        <p:nvSpPr>
          <p:cNvPr id="548" name="Google Shape;548;p41"/>
          <p:cNvSpPr/>
          <p:nvPr/>
        </p:nvSpPr>
        <p:spPr>
          <a:xfrm>
            <a:off x="2893375" y="16284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1"/>
          <p:cNvSpPr/>
          <p:nvPr/>
        </p:nvSpPr>
        <p:spPr>
          <a:xfrm flipH="1">
            <a:off x="1529900" y="1628450"/>
            <a:ext cx="125555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50" name="Google Shape;550;p41"/>
          <p:cNvPicPr preferRelativeResize="0"/>
          <p:nvPr/>
        </p:nvPicPr>
        <p:blipFill rotWithShape="1">
          <a:blip r:embed="rId6">
            <a:alphaModFix/>
          </a:blip>
          <a:srcRect b="0" l="0" r="0" t="0"/>
          <a:stretch/>
        </p:blipFill>
        <p:spPr>
          <a:xfrm>
            <a:off x="3056350" y="1700301"/>
            <a:ext cx="917249" cy="709482"/>
          </a:xfrm>
          <a:prstGeom prst="rect">
            <a:avLst/>
          </a:prstGeom>
          <a:noFill/>
          <a:ln>
            <a:noFill/>
          </a:ln>
        </p:spPr>
      </p:pic>
      <p:pic>
        <p:nvPicPr>
          <p:cNvPr id="551" name="Google Shape;551;p41"/>
          <p:cNvPicPr preferRelativeResize="0"/>
          <p:nvPr/>
        </p:nvPicPr>
        <p:blipFill rotWithShape="1">
          <a:blip r:embed="rId7">
            <a:alphaModFix/>
          </a:blip>
          <a:srcRect b="0" l="0" r="0" t="0"/>
          <a:stretch/>
        </p:blipFill>
        <p:spPr>
          <a:xfrm>
            <a:off x="1828616" y="1689955"/>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600"/>
                                        <p:tgtEl>
                                          <p:spTgt spid="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5" name="Shape 555"/>
        <p:cNvGrpSpPr/>
        <p:nvPr/>
      </p:nvGrpSpPr>
      <p:grpSpPr>
        <a:xfrm>
          <a:off x="0" y="0"/>
          <a:ext cx="0" cy="0"/>
          <a:chOff x="0" y="0"/>
          <a:chExt cx="0" cy="0"/>
        </a:xfrm>
      </p:grpSpPr>
      <p:sp>
        <p:nvSpPr>
          <p:cNvPr id="556" name="Google Shape;556;p42"/>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7" name="Google Shape;557;p42"/>
          <p:cNvPicPr preferRelativeResize="0"/>
          <p:nvPr/>
        </p:nvPicPr>
        <p:blipFill rotWithShape="1">
          <a:blip r:embed="rId3">
            <a:alphaModFix/>
          </a:blip>
          <a:srcRect b="19" l="0" r="0" t="0"/>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63" name="Google Shape;56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4" name="Google Shape;564;p4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70" name="Google Shape;570;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71" name="Google Shape;571;p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