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5143500" cx="9144000"/>
  <p:notesSz cx="6858000" cy="9144000"/>
  <p:embeddedFontLst>
    <p:embeddedFont>
      <p:font typeface="Helvetica Neue"/>
      <p:regular r:id="rId51"/>
      <p:bold r:id="rId52"/>
      <p:italic r:id="rId53"/>
      <p:boldItalic r:id="rId54"/>
    </p:embeddedFont>
    <p:embeddedFont>
      <p:font typeface="Helvetica Neue Light"/>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9" roundtripDataSignature="AMtx7mhvwqir2sW+0L/PftX0idCUJr4t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HelveticaNeue-regular.fntdata"/><Relationship Id="rId50" Type="http://schemas.openxmlformats.org/officeDocument/2006/relationships/slide" Target="slides/slide44.xml"/><Relationship Id="rId53" Type="http://schemas.openxmlformats.org/officeDocument/2006/relationships/font" Target="fonts/HelveticaNeue-italic.fntdata"/><Relationship Id="rId52" Type="http://schemas.openxmlformats.org/officeDocument/2006/relationships/font" Target="fonts/HelveticaNeue-bold.fntdata"/><Relationship Id="rId11" Type="http://schemas.openxmlformats.org/officeDocument/2006/relationships/slide" Target="slides/slide5.xml"/><Relationship Id="rId55" Type="http://schemas.openxmlformats.org/officeDocument/2006/relationships/font" Target="fonts/HelveticaNeueLight-regular.fntdata"/><Relationship Id="rId10" Type="http://schemas.openxmlformats.org/officeDocument/2006/relationships/slide" Target="slides/slide4.xml"/><Relationship Id="rId54" Type="http://schemas.openxmlformats.org/officeDocument/2006/relationships/font" Target="fonts/HelveticaNeue-boldItalic.fntdata"/><Relationship Id="rId13" Type="http://schemas.openxmlformats.org/officeDocument/2006/relationships/slide" Target="slides/slide7.xml"/><Relationship Id="rId57" Type="http://schemas.openxmlformats.org/officeDocument/2006/relationships/font" Target="fonts/HelveticaNeueLight-italic.fntdata"/><Relationship Id="rId12" Type="http://schemas.openxmlformats.org/officeDocument/2006/relationships/slide" Target="slides/slide6.xml"/><Relationship Id="rId56" Type="http://schemas.openxmlformats.org/officeDocument/2006/relationships/font" Target="fonts/HelveticaNeueLight-bold.fntdata"/><Relationship Id="rId15" Type="http://schemas.openxmlformats.org/officeDocument/2006/relationships/slide" Target="slides/slide9.xml"/><Relationship Id="rId59" Type="http://customschemas.google.com/relationships/presentationmetadata" Target="metadata"/><Relationship Id="rId14" Type="http://schemas.openxmlformats.org/officeDocument/2006/relationships/slide" Target="slides/slide8.xml"/><Relationship Id="rId58" Type="http://schemas.openxmlformats.org/officeDocument/2006/relationships/font" Target="fonts/HelveticaNeueLight-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0" i="0" lang="en" sz="1800" u="none" strike="noStrike">
                <a:solidFill>
                  <a:srgbClr val="000000"/>
                </a:solidFill>
                <a:latin typeface="Arial"/>
                <a:ea typeface="Arial"/>
                <a:cs typeface="Arial"/>
                <a:sym typeface="Arial"/>
              </a:rPr>
              <a:t>First, we’re going to look at some shapes. [child name], I want you to imagine the two shapes in each box to be two people. </a:t>
            </a:r>
            <a:endParaRPr sz="1800"/>
          </a:p>
          <a:p>
            <a:pPr indent="0" lvl="0" marL="0" rtl="0" algn="l">
              <a:lnSpc>
                <a:spcPct val="100000"/>
              </a:lnSpc>
              <a:spcBef>
                <a:spcPts val="0"/>
              </a:spcBef>
              <a:spcAft>
                <a:spcPts val="0"/>
              </a:spcAft>
              <a:buSzPts val="1100"/>
              <a:buNone/>
            </a:pPr>
            <a:r>
              <a:t/>
            </a:r>
            <a:endParaRPr b="0" i="0" sz="1800" u="none" strike="noStrike">
              <a:solidFill>
                <a:srgbClr val="000000"/>
              </a:solidFill>
              <a:latin typeface="Arial"/>
              <a:ea typeface="Arial"/>
              <a:cs typeface="Arial"/>
              <a:sym typeface="Arial"/>
            </a:endParaRPr>
          </a:p>
          <a:p>
            <a:pPr indent="0" lvl="0" marL="0" rtl="0" algn="l">
              <a:lnSpc>
                <a:spcPct val="100000"/>
              </a:lnSpc>
              <a:spcBef>
                <a:spcPts val="0"/>
              </a:spcBef>
              <a:spcAft>
                <a:spcPts val="0"/>
              </a:spcAft>
              <a:buSzPts val="1100"/>
              <a:buNone/>
            </a:pPr>
            <a:r>
              <a:rPr b="0" i="0" lang="en" sz="1800" u="none" strike="noStrike">
                <a:solidFill>
                  <a:srgbClr val="000000"/>
                </a:solidFill>
                <a:latin typeface="Arial"/>
                <a:ea typeface="Arial"/>
                <a:cs typeface="Arial"/>
                <a:sym typeface="Arial"/>
              </a:rPr>
              <a:t>What colors are the boxes?</a:t>
            </a:r>
            <a:endParaRPr b="0" sz="1800"/>
          </a:p>
          <a:p>
            <a:pPr indent="0" lvl="0" marL="0" rtl="0" algn="l">
              <a:lnSpc>
                <a:spcPct val="100000"/>
              </a:lnSpc>
              <a:spcBef>
                <a:spcPts val="0"/>
              </a:spcBef>
              <a:spcAft>
                <a:spcPts val="0"/>
              </a:spcAft>
              <a:buSzPts val="1100"/>
              <a:buNone/>
            </a:pPr>
            <a:br>
              <a:rPr b="0" lang="en" sz="1800"/>
            </a:br>
            <a:r>
              <a:rPr b="1" i="0" lang="en" sz="1800" u="none" strike="noStrike">
                <a:solidFill>
                  <a:srgbClr val="000000"/>
                </a:solidFill>
                <a:latin typeface="Arial"/>
                <a:ea typeface="Arial"/>
                <a:cs typeface="Arial"/>
                <a:sym typeface="Arial"/>
              </a:rPr>
              <a:t>Warmup 1: </a:t>
            </a:r>
            <a:r>
              <a:rPr b="0" i="0" lang="en" sz="1800" u="none" strike="noStrike">
                <a:solidFill>
                  <a:srgbClr val="000000"/>
                </a:solidFill>
                <a:latin typeface="Arial"/>
                <a:ea typeface="Arial"/>
                <a:cs typeface="Arial"/>
                <a:sym typeface="Arial"/>
              </a:rPr>
              <a:t>Which shapes do you think are most like a mom and her baby? </a:t>
            </a:r>
            <a:endParaRPr b="0" sz="1800"/>
          </a:p>
          <a:p>
            <a:pPr indent="0" lvl="0" marL="0" rtl="0" algn="l">
              <a:lnSpc>
                <a:spcPct val="100000"/>
              </a:lnSpc>
              <a:spcBef>
                <a:spcPts val="0"/>
              </a:spcBef>
              <a:spcAft>
                <a:spcPts val="0"/>
              </a:spcAft>
              <a:buSzPts val="1100"/>
              <a:buNone/>
            </a:pPr>
            <a:br>
              <a:rPr b="0" lang="en" sz="1800"/>
            </a:br>
            <a:r>
              <a:rPr b="1" i="0" lang="en" sz="1800" u="none" strike="noStrike">
                <a:solidFill>
                  <a:srgbClr val="000000"/>
                </a:solidFill>
                <a:latin typeface="Arial"/>
                <a:ea typeface="Arial"/>
                <a:cs typeface="Arial"/>
                <a:sym typeface="Arial"/>
              </a:rPr>
              <a:t>Warmup 2: </a:t>
            </a:r>
            <a:r>
              <a:rPr b="0" i="0" lang="en" sz="1800" u="none" strike="noStrike">
                <a:solidFill>
                  <a:srgbClr val="000000"/>
                </a:solidFill>
                <a:latin typeface="Arial"/>
                <a:ea typeface="Arial"/>
                <a:cs typeface="Arial"/>
                <a:sym typeface="Arial"/>
              </a:rPr>
              <a:t>Which shapes do you think are most like two people who don’t know each other? </a:t>
            </a:r>
            <a:endParaRPr b="0" sz="1800"/>
          </a:p>
          <a:p>
            <a:pPr indent="0" lvl="0" marL="0" rtl="0" algn="l">
              <a:lnSpc>
                <a:spcPct val="100000"/>
              </a:lnSpc>
              <a:spcBef>
                <a:spcPts val="0"/>
              </a:spcBef>
              <a:spcAft>
                <a:spcPts val="0"/>
              </a:spcAft>
              <a:buSzPts val="1100"/>
              <a:buNone/>
            </a:pPr>
            <a:br>
              <a:rPr b="0" lang="en" sz="1800"/>
            </a:br>
            <a:r>
              <a:rPr b="1" i="0" lang="en" sz="1800" u="none" strike="noStrike">
                <a:solidFill>
                  <a:srgbClr val="000000"/>
                </a:solidFill>
                <a:latin typeface="Arial"/>
                <a:ea typeface="Arial"/>
                <a:cs typeface="Arial"/>
                <a:sym typeface="Arial"/>
              </a:rPr>
              <a:t>Warmup 3: </a:t>
            </a:r>
            <a:r>
              <a:rPr b="0" i="0" lang="en" sz="1800" u="none" strike="noStrike">
                <a:solidFill>
                  <a:srgbClr val="000000"/>
                </a:solidFill>
                <a:latin typeface="Arial"/>
                <a:ea typeface="Arial"/>
                <a:cs typeface="Arial"/>
                <a:sym typeface="Arial"/>
              </a:rPr>
              <a:t>Which shapes do you think are most like friends?</a:t>
            </a:r>
            <a:endParaRPr sz="1800"/>
          </a:p>
          <a:p>
            <a:pPr indent="0" lvl="0" marL="0" rtl="0" algn="l">
              <a:lnSpc>
                <a:spcPct val="100000"/>
              </a:lnSpc>
              <a:spcBef>
                <a:spcPts val="0"/>
              </a:spcBef>
              <a:spcAft>
                <a:spcPts val="0"/>
              </a:spcAft>
              <a:buSzPts val="1100"/>
              <a:buNone/>
            </a:pPr>
            <a:r>
              <a:t/>
            </a:r>
            <a:endParaRPr b="0" i="0" sz="1800" u="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is Kendall! [click] I am going to tell you a story about him! Kendall feels happy today [click]</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In school today, Kendall learned that elephants move mostly in the morning.</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And Kendall is still feeling happy today, even after learning an </a:t>
            </a:r>
            <a:r>
              <a:rPr lang="en"/>
              <a:t>interesting</a:t>
            </a:r>
            <a:r>
              <a:rPr lang="en"/>
              <a:t> fact about elephants.</a:t>
            </a:r>
            <a:endParaRPr b="1"/>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chemeClr val="dk1"/>
                </a:solidFill>
              </a:rPr>
              <a:t>On the way home, Kendall saw a classmate named Riley. Riley said “Hey Kendall! How was school today?” </a:t>
            </a:r>
            <a:endParaRPr sz="1200">
              <a:solidFill>
                <a:schemeClr val="dk1"/>
              </a:solidFill>
            </a:endParaRPr>
          </a:p>
          <a:p>
            <a:pPr indent="0" lvl="0" marL="0" rtl="0" algn="l">
              <a:lnSpc>
                <a:spcPct val="100000"/>
              </a:lnSpc>
              <a:spcBef>
                <a:spcPts val="0"/>
              </a:spcBef>
              <a:spcAft>
                <a:spcPts val="0"/>
              </a:spcAft>
              <a:buSzPts val="1100"/>
              <a:buNone/>
            </a:pPr>
            <a:r>
              <a:t/>
            </a:r>
            <a:endParaRPr sz="1200"/>
          </a:p>
          <a:p>
            <a:pPr indent="0" lvl="0" marL="0" rtl="0" algn="l">
              <a:lnSpc>
                <a:spcPct val="100000"/>
              </a:lnSpc>
              <a:spcBef>
                <a:spcPts val="0"/>
              </a:spcBef>
              <a:spcAft>
                <a:spcPts val="0"/>
              </a:spcAft>
              <a:buSzPts val="1100"/>
              <a:buNone/>
            </a:pPr>
            <a:r>
              <a:rPr lang="en" sz="1200"/>
              <a:t>Kendall told Riley about he learned that elephants move mostly in the morning. </a:t>
            </a:r>
            <a:r>
              <a:rPr b="1" lang="en" sz="1200"/>
              <a:t>[click 2x]</a:t>
            </a:r>
            <a:endParaRPr b="1"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Kendall did not tell Riley that he was feeling happy today. </a:t>
            </a:r>
            <a:r>
              <a:rPr b="1" lang="en" sz="1200">
                <a:solidFill>
                  <a:schemeClr val="dk1"/>
                </a:solidFill>
              </a:rPr>
              <a:t>[click 3x]</a:t>
            </a:r>
            <a:endParaRPr b="1"/>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chemeClr val="dk1"/>
                </a:solidFill>
              </a:rPr>
              <a:t>Kendall saw another classmate named Cameron. Cameron said “Hey Kendall! How was school today?” </a:t>
            </a:r>
            <a:endParaRPr sz="1200">
              <a:solidFill>
                <a:schemeClr val="dk1"/>
              </a:solidFill>
            </a:endParaRPr>
          </a:p>
          <a:p>
            <a:pPr indent="0" lvl="0" marL="0" rtl="0" algn="l">
              <a:lnSpc>
                <a:spcPct val="100000"/>
              </a:lnSpc>
              <a:spcBef>
                <a:spcPts val="0"/>
              </a:spcBef>
              <a:spcAft>
                <a:spcPts val="0"/>
              </a:spcAft>
              <a:buSzPts val="1100"/>
              <a:buNone/>
            </a:pPr>
            <a:r>
              <a:t/>
            </a:r>
            <a:endParaRPr sz="1200"/>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Kendall did not tell Cameron about how he learned that elephants move mostly in the morning. </a:t>
            </a:r>
            <a:r>
              <a:rPr b="1" lang="en" sz="1200">
                <a:solidFill>
                  <a:schemeClr val="dk1"/>
                </a:solidFill>
              </a:rPr>
              <a:t>[click 2x]</a:t>
            </a:r>
            <a:endParaRPr b="1"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Kendall did tell Cameron that he is feeling happy today. </a:t>
            </a:r>
            <a:r>
              <a:rPr b="1" lang="en" sz="1200">
                <a:solidFill>
                  <a:schemeClr val="dk1"/>
                </a:solidFill>
              </a:rPr>
              <a:t>[click 2x]</a:t>
            </a:r>
            <a:endParaRPr b="1"/>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Which classmate did Kendall tell about elephants?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Which classmate did Kendall tell about feeling happy?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 which box do you think is most like </a:t>
            </a:r>
            <a:r>
              <a:rPr lang="en" sz="1800">
                <a:solidFill>
                  <a:srgbClr val="0070C0"/>
                </a:solidFill>
              </a:rPr>
              <a:t>Kendall</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93C47D"/>
                </a:solidFill>
              </a:rPr>
              <a:t>Riley</a:t>
            </a:r>
            <a:r>
              <a:rPr lang="en" sz="1800">
                <a:solidFill>
                  <a:schemeClr val="dk1"/>
                </a:solidFill>
              </a:rPr>
              <a: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8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 sz="1800">
                <a:solidFill>
                  <a:schemeClr val="accent1"/>
                </a:solidFill>
              </a:rPr>
              <a:t>[wait for and record the child’s response]</a:t>
            </a:r>
            <a:endParaRPr>
              <a:solidFill>
                <a:schemeClr val="accent1"/>
              </a:solidFill>
            </a:endParaRPr>
          </a:p>
          <a:p>
            <a:pPr indent="0" lvl="0" marL="0" rtl="0" algn="l">
              <a:lnSpc>
                <a:spcPct val="100000"/>
              </a:lnSpc>
              <a:spcBef>
                <a:spcPts val="0"/>
              </a:spcBef>
              <a:spcAft>
                <a:spcPts val="0"/>
              </a:spcAft>
              <a:buClr>
                <a:schemeClr val="dk1"/>
              </a:buClr>
              <a:buSzPts val="1100"/>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 which box do you think is most like </a:t>
            </a:r>
            <a:r>
              <a:rPr lang="en" sz="1800">
                <a:solidFill>
                  <a:srgbClr val="0070C0"/>
                </a:solidFill>
              </a:rPr>
              <a:t>Kendall</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FACAA5"/>
                </a:solidFill>
              </a:rPr>
              <a:t>Cameron</a:t>
            </a:r>
            <a:r>
              <a:rPr lang="en" sz="1800">
                <a:solidFill>
                  <a:schemeClr val="dk1"/>
                </a:solidFill>
              </a:rPr>
              <a: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8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 sz="1800">
                <a:solidFill>
                  <a:schemeClr val="accent1"/>
                </a:solidFill>
              </a:rPr>
              <a:t>[wait for and record the child’s response]</a:t>
            </a:r>
            <a:endParaRPr>
              <a:solidFill>
                <a:schemeClr val="accent1"/>
              </a:solidFill>
            </a:endParaRPr>
          </a:p>
          <a:p>
            <a:pPr indent="0" lvl="0" marL="0" rtl="0" algn="l">
              <a:lnSpc>
                <a:spcPct val="100000"/>
              </a:lnSpc>
              <a:spcBef>
                <a:spcPts val="0"/>
              </a:spcBef>
              <a:spcAft>
                <a:spcPts val="0"/>
              </a:spcAft>
              <a:buClr>
                <a:schemeClr val="dk1"/>
              </a:buClr>
              <a:buSzPts val="1100"/>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is a better friend to Kendall?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Kendall would want to share an ice cream cone with?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Kendall would want to share candy with?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Later that day, Kendall  went to the playground and met someone who he wanted to be friends with. Do you think Kendall should tell them about the elephants or that he is feeling happy today?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rPr>
              <a:t>[click 2x]</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After the playground, Kendall saw his mom in the park! Kendall’s mom said “Hey Kendall how was school today?” Do you think Kendall should tell his mom about the elephants or about feeling happy today?</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dk1"/>
                </a:solidFill>
              </a:rPr>
              <a:t>Then Kendall saw his friend’s mom and she said “Hey Kendall! How was school today?” Do you think Kendall should tell her about the elephants or that he’s feeling happy today?</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6" name="Google Shape;37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is Percy! [click] I am going to tell you a story about him!</a:t>
            </a:r>
            <a:endParaRPr/>
          </a:p>
          <a:p>
            <a:pPr indent="0" lvl="0" marL="0" rtl="0" algn="l">
              <a:lnSpc>
                <a:spcPct val="100000"/>
              </a:lnSpc>
              <a:spcBef>
                <a:spcPts val="0"/>
              </a:spcBef>
              <a:spcAft>
                <a:spcPts val="0"/>
              </a:spcAft>
              <a:buSzPts val="1100"/>
              <a:buNone/>
            </a:pPr>
            <a:r>
              <a:rPr lang="en"/>
              <a:t>Percy feels sad today [click] and doesn’t know why</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In school today, Percy learned that foxes move without making any sound.</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1" name="Google Shape;39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But Percy is still feeling sad, even after he learned an interesting fact about foxes.</a:t>
            </a:r>
            <a:endParaRPr b="1"/>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200">
                <a:solidFill>
                  <a:schemeClr val="dk1"/>
                </a:solidFill>
              </a:rPr>
              <a:t>While waiting to get on the bus after school, Percy saw a classmate named Avery. Avery said “Hi Percy! How was school today?”</a:t>
            </a:r>
            <a:endParaRPr sz="1200">
              <a:solidFill>
                <a:schemeClr val="dk1"/>
              </a:solidFill>
            </a:endParaRPr>
          </a:p>
          <a:p>
            <a:pPr indent="0" lvl="0" marL="0" rtl="0" algn="l">
              <a:lnSpc>
                <a:spcPct val="115000"/>
              </a:lnSpc>
              <a:spcBef>
                <a:spcPts val="0"/>
              </a:spcBef>
              <a:spcAft>
                <a:spcPts val="0"/>
              </a:spcAft>
              <a:buSzPts val="1100"/>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Percy told Avery about how he learned foxes move without making sounds. </a:t>
            </a:r>
            <a:r>
              <a:rPr b="1" lang="en" sz="1200">
                <a:solidFill>
                  <a:schemeClr val="dk1"/>
                </a:solidFill>
              </a:rPr>
              <a:t>[click 2x]</a:t>
            </a:r>
            <a:endParaRPr b="1" sz="1200">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 name="Google Shape;40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Percy did not tell Avery that he was feeling sad today. </a:t>
            </a:r>
            <a:r>
              <a:rPr b="1" lang="en" sz="1200">
                <a:solidFill>
                  <a:schemeClr val="dk1"/>
                </a:solidFill>
              </a:rPr>
              <a:t>[click 3x]</a:t>
            </a:r>
            <a:endParaRPr b="1"/>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0" name="Google Shape;42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200">
                <a:solidFill>
                  <a:schemeClr val="dk1"/>
                </a:solidFill>
              </a:rPr>
              <a:t>Percy saw another classmate named Orin. Orin said “Hi Percy! How was school today?”</a:t>
            </a:r>
            <a:endParaRPr sz="1200">
              <a:solidFill>
                <a:schemeClr val="dk1"/>
              </a:solidFill>
            </a:endParaRPr>
          </a:p>
          <a:p>
            <a:pPr indent="0" lvl="0" marL="0" rtl="0" algn="l">
              <a:lnSpc>
                <a:spcPct val="115000"/>
              </a:lnSpc>
              <a:spcBef>
                <a:spcPts val="0"/>
              </a:spcBef>
              <a:spcAft>
                <a:spcPts val="0"/>
              </a:spcAft>
              <a:buSzPts val="1100"/>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Percy did not tell Orin about how he learned foxes move without making sounds. </a:t>
            </a:r>
            <a:r>
              <a:rPr b="1" lang="en" sz="1200">
                <a:solidFill>
                  <a:schemeClr val="dk1"/>
                </a:solidFill>
              </a:rPr>
              <a:t>[click 3x]</a:t>
            </a:r>
            <a:endParaRPr b="1" sz="1200">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1" name="Google Shape;431;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But Percy did tell Orin that he was feeling sad today. </a:t>
            </a:r>
            <a:r>
              <a:rPr b="1" lang="en" sz="1200">
                <a:solidFill>
                  <a:schemeClr val="dk1"/>
                </a:solidFill>
              </a:rPr>
              <a:t>[click 2x]</a:t>
            </a:r>
            <a:endParaRPr b="1" sz="1200">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1" name="Google Shape;441;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Which classmate did Percy tell about foxes?</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7" name="Google Shape;447;p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sz="1800"/>
              <a:t>Which classmate did Percy tell about feeling sad today?</a:t>
            </a:r>
            <a:endParaRPr sz="1800"/>
          </a:p>
          <a:p>
            <a:pPr indent="0" lvl="0" marL="0" rtl="0" algn="l">
              <a:lnSpc>
                <a:spcPct val="100000"/>
              </a:lnSpc>
              <a:spcBef>
                <a:spcPts val="0"/>
              </a:spcBef>
              <a:spcAft>
                <a:spcPts val="0"/>
              </a:spcAft>
              <a:buSzPts val="1100"/>
              <a:buNone/>
            </a:pPr>
            <a:r>
              <a:t/>
            </a:r>
            <a:endParaRPr sz="1800"/>
          </a:p>
          <a:p>
            <a:pPr indent="0" lvl="0" marL="0" rtl="0" algn="l">
              <a:lnSpc>
                <a:spcPct val="100000"/>
              </a:lnSpc>
              <a:spcBef>
                <a:spcPts val="0"/>
              </a:spcBef>
              <a:spcAft>
                <a:spcPts val="0"/>
              </a:spcAft>
              <a:buSzPts val="1100"/>
              <a:buNone/>
            </a:pPr>
            <a:r>
              <a:rPr lang="en" sz="1800">
                <a:solidFill>
                  <a:schemeClr val="accent1"/>
                </a:solidFill>
              </a:rPr>
              <a:t>[wait for and record the child’s response]</a:t>
            </a:r>
            <a:endParaRPr sz="1800">
              <a:solidFill>
                <a:schemeClr val="accent1"/>
              </a:solidFill>
            </a:endParaRPr>
          </a:p>
          <a:p>
            <a:pPr indent="0" lvl="0" marL="0" rtl="0" algn="l">
              <a:lnSpc>
                <a:spcPct val="100000"/>
              </a:lnSpc>
              <a:spcBef>
                <a:spcPts val="0"/>
              </a:spcBef>
              <a:spcAft>
                <a:spcPts val="0"/>
              </a:spcAft>
              <a:buSzPts val="1100"/>
              <a:buNone/>
            </a:pPr>
            <a:r>
              <a:t/>
            </a:r>
            <a:endParaRPr sz="1800">
              <a:solidFill>
                <a:schemeClr val="accent1"/>
              </a:solidFill>
            </a:endParaRPr>
          </a:p>
          <a:p>
            <a:pPr indent="0" lvl="0" marL="0" rtl="0" algn="l">
              <a:lnSpc>
                <a:spcPct val="100000"/>
              </a:lnSpc>
              <a:spcBef>
                <a:spcPts val="0"/>
              </a:spcBef>
              <a:spcAft>
                <a:spcPts val="0"/>
              </a:spcAft>
              <a:buSzPts val="1100"/>
              <a:buNone/>
            </a:pPr>
            <a:r>
              <a:rPr lang="en" sz="1800">
                <a:solidFill>
                  <a:schemeClr val="dk1"/>
                </a:solidFill>
              </a:rPr>
              <a:t>Okay thank you.</a:t>
            </a:r>
            <a:endParaRPr sz="1800">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3" name="Google Shape;453;p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 which box do you think is most like </a:t>
            </a:r>
            <a:r>
              <a:rPr lang="en" sz="1800">
                <a:solidFill>
                  <a:srgbClr val="9900FF"/>
                </a:solidFill>
              </a:rPr>
              <a:t>Percy</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A4C2F4"/>
                </a:solidFill>
              </a:rPr>
              <a:t>Avery</a:t>
            </a:r>
            <a:r>
              <a:rPr lang="en" sz="1800">
                <a:solidFill>
                  <a:schemeClr val="dk1"/>
                </a:solidFill>
              </a:rPr>
              <a:t>?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8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 sz="1800">
                <a:solidFill>
                  <a:schemeClr val="accent1"/>
                </a:solidFill>
              </a:rPr>
              <a:t>[wait for and record the child’s response]</a:t>
            </a:r>
            <a:endParaRPr>
              <a:solidFill>
                <a:schemeClr val="accent1"/>
              </a:solidFill>
            </a:endParaRPr>
          </a:p>
          <a:p>
            <a:pPr indent="0" lvl="0" marL="0" rtl="0" algn="l">
              <a:lnSpc>
                <a:spcPct val="100000"/>
              </a:lnSpc>
              <a:spcBef>
                <a:spcPts val="0"/>
              </a:spcBef>
              <a:spcAft>
                <a:spcPts val="0"/>
              </a:spcAft>
              <a:buClr>
                <a:schemeClr val="dk1"/>
              </a:buClr>
              <a:buSzPts val="1100"/>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 sz="1800">
                <a:solidFill>
                  <a:schemeClr val="dk1"/>
                </a:solidFill>
              </a:rPr>
              <a:t> which box do you think is most like </a:t>
            </a:r>
            <a:r>
              <a:rPr lang="en" sz="1800">
                <a:solidFill>
                  <a:srgbClr val="9900FF"/>
                </a:solidFill>
              </a:rPr>
              <a:t>Percy</a:t>
            </a:r>
            <a:r>
              <a:rPr lang="en" sz="1800">
                <a:solidFill>
                  <a:srgbClr val="4A86E8"/>
                </a:solidFill>
              </a:rPr>
              <a:t> </a:t>
            </a:r>
            <a:r>
              <a:rPr lang="en" sz="1800">
                <a:solidFill>
                  <a:schemeClr val="dk1"/>
                </a:solidFill>
              </a:rPr>
              <a:t>and</a:t>
            </a:r>
            <a:r>
              <a:rPr lang="en" sz="1800">
                <a:solidFill>
                  <a:srgbClr val="4A86E8"/>
                </a:solidFill>
              </a:rPr>
              <a:t> </a:t>
            </a:r>
            <a:r>
              <a:rPr lang="en" sz="1800">
                <a:solidFill>
                  <a:srgbClr val="FF9900"/>
                </a:solidFill>
              </a:rPr>
              <a:t>Orin</a:t>
            </a:r>
            <a:r>
              <a:rPr lang="en" sz="1800">
                <a:solidFill>
                  <a:schemeClr val="dk1"/>
                </a:solidFill>
              </a:rPr>
              <a:t>? Why?</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800">
              <a:solidFill>
                <a:schemeClr val="accent1"/>
              </a:solidFill>
            </a:endParaRPr>
          </a:p>
          <a:p>
            <a:pPr indent="0" lvl="0" marL="0" rtl="0" algn="l">
              <a:lnSpc>
                <a:spcPct val="100000"/>
              </a:lnSpc>
              <a:spcBef>
                <a:spcPts val="0"/>
              </a:spcBef>
              <a:spcAft>
                <a:spcPts val="0"/>
              </a:spcAft>
              <a:buClr>
                <a:schemeClr val="dk1"/>
              </a:buClr>
              <a:buSzPts val="1100"/>
              <a:buFont typeface="Arial"/>
              <a:buNone/>
            </a:pPr>
            <a:r>
              <a:rPr lang="en" sz="1800">
                <a:solidFill>
                  <a:schemeClr val="accent1"/>
                </a:solidFill>
              </a:rPr>
              <a:t>[wait for and record the child’s response]</a:t>
            </a:r>
            <a:endParaRPr>
              <a:solidFill>
                <a:schemeClr val="accent1"/>
              </a:solidFill>
            </a:endParaRPr>
          </a:p>
          <a:p>
            <a:pPr indent="0" lvl="0" marL="0" rtl="0" algn="l">
              <a:lnSpc>
                <a:spcPct val="100000"/>
              </a:lnSpc>
              <a:spcBef>
                <a:spcPts val="0"/>
              </a:spcBef>
              <a:spcAft>
                <a:spcPts val="0"/>
              </a:spcAft>
              <a:buClr>
                <a:schemeClr val="dk1"/>
              </a:buClr>
              <a:buSzPts val="1100"/>
              <a:buFont typeface="Arial"/>
              <a:buNone/>
            </a:pPr>
            <a:br>
              <a:rPr lang="en">
                <a:solidFill>
                  <a:schemeClr val="dk1"/>
                </a:solidFill>
              </a:rPr>
            </a:br>
            <a:r>
              <a:rPr lang="en" sz="1800">
                <a:solidFill>
                  <a:schemeClr val="dk1"/>
                </a:solidFill>
              </a:rPr>
              <a:t>Alright, thank you. </a:t>
            </a:r>
            <a:endParaRPr b="1"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7" name="Google Shape;497;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is a better friend to Percy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4" name="Google Shape;504;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Percy would want to share an ice cream cone with?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1" name="Google Shape;511;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Who do you think Percy would want to share candy with?Why?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8" name="Google Shape;518;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Later that day, Percy went to the playground and met someone who he wanted to be friends with. Do you think Percy  should tell them about the foxes or that he is feeling sad today? Why?</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rPr>
              <a:t>[click 2x]</a:t>
            </a:r>
            <a:endParaRPr b="1" sz="12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0" name="Google Shape;530;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After the playground, Percy saw his mom in the park! Percy’s mom said “Hey Percy how was school today?” Do you think Percy should tell his mom about the foxes or about feeling sad today?</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2" name="Google Shape;542;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Then Percy saw his friend’s mom and she said “Hey Percy! How was school today?” Do you think Percy should tell her about the foxes or that he’s feeling sad?</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4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4" name="Google Shape;55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0" name="Google Shape;560;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7" name="Google Shape;567;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4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4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TITLE_AND_BODY_1">
    <p:spTree>
      <p:nvGrpSpPr>
        <p:cNvPr id="13" name="Shape 13"/>
        <p:cNvGrpSpPr/>
        <p:nvPr/>
      </p:nvGrpSpPr>
      <p:grpSpPr>
        <a:xfrm>
          <a:off x="0" y="0"/>
          <a:ext cx="0" cy="0"/>
          <a:chOff x="0" y="0"/>
          <a:chExt cx="0" cy="0"/>
        </a:xfrm>
      </p:grpSpPr>
      <p:sp>
        <p:nvSpPr>
          <p:cNvPr id="14" name="Google Shape;14;p47"/>
          <p:cNvSpPr txBox="1"/>
          <p:nvPr>
            <p:ph idx="12" type="sldNum"/>
          </p:nvPr>
        </p:nvSpPr>
        <p:spPr>
          <a:xfrm>
            <a:off x="4482789" y="4902398"/>
            <a:ext cx="174900" cy="177300"/>
          </a:xfrm>
          <a:prstGeom prst="rect">
            <a:avLst/>
          </a:prstGeom>
          <a:noFill/>
          <a:ln>
            <a:noFill/>
          </a:ln>
        </p:spPr>
        <p:txBody>
          <a:bodyPr anchorCtr="0" anchor="t" bIns="26800" lIns="26800" spcFirstLastPara="1" rIns="26800" wrap="square" tIns="26800">
            <a:spAutoFit/>
          </a:bodyPr>
          <a:lstStyle>
            <a:lvl1pPr indent="0" lvl="0"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800"/>
              <a:buFont typeface="Helvetica Neue Light"/>
              <a:buNone/>
              <a:defRPr b="0" i="0" sz="800" u="none" cap="none" strike="noStrike">
                <a:solidFill>
                  <a:srgbClr val="757575"/>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
              <a:t>‹#›</a:t>
            </a:fld>
            <a:endParaRPr sz="900">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p5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8" name="Google Shape;18;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5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5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22" name="Google Shape;22;p5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3" name="Google Shape;23;p5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4" name="Google Shape;24;p5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5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7" name="Google Shape;27;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sp>
        <p:nvSpPr>
          <p:cNvPr id="29" name="Google Shape;29;p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5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5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5" name="Google Shape;35;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5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8" name="Google Shape;38;p5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9" name="Google Shape;39;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0" name="Shape 40"/>
        <p:cNvGrpSpPr/>
        <p:nvPr/>
      </p:nvGrpSpPr>
      <p:grpSpPr>
        <a:xfrm>
          <a:off x="0" y="0"/>
          <a:ext cx="0" cy="0"/>
          <a:chOff x="0" y="0"/>
          <a:chExt cx="0" cy="0"/>
        </a:xfrm>
      </p:grpSpPr>
      <p:sp>
        <p:nvSpPr>
          <p:cNvPr id="41" name="Google Shape;41;p5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2" name="Google Shape;42;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 name="Shape 43"/>
        <p:cNvGrpSpPr/>
        <p:nvPr/>
      </p:nvGrpSpPr>
      <p:grpSpPr>
        <a:xfrm>
          <a:off x="0" y="0"/>
          <a:ext cx="0" cy="0"/>
          <a:chOff x="0" y="0"/>
          <a:chExt cx="0" cy="0"/>
        </a:xfrm>
      </p:grpSpPr>
      <p:sp>
        <p:nvSpPr>
          <p:cNvPr id="44" name="Google Shape;44;p5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5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6" name="Google Shape;46;p5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7" name="Google Shape;47;p5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5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1" name="Google Shape;51;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6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4" name="Google Shape;54;p6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5" name="Google Shape;55;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type="tx">
  <p:cSld name="TITLE_AND_BODY">
    <p:spTree>
      <p:nvGrpSpPr>
        <p:cNvPr id="64" name="Shape 64"/>
        <p:cNvGrpSpPr/>
        <p:nvPr/>
      </p:nvGrpSpPr>
      <p:grpSpPr>
        <a:xfrm>
          <a:off x="0" y="0"/>
          <a:ext cx="0" cy="0"/>
          <a:chOff x="0" y="0"/>
          <a:chExt cx="0" cy="0"/>
        </a:xfrm>
      </p:grpSpPr>
      <p:sp>
        <p:nvSpPr>
          <p:cNvPr id="65" name="Google Shape;65;p49"/>
          <p:cNvSpPr txBox="1"/>
          <p:nvPr>
            <p:ph type="title"/>
          </p:nvPr>
        </p:nvSpPr>
        <p:spPr>
          <a:xfrm>
            <a:off x="666750" y="862013"/>
            <a:ext cx="7810500" cy="1743000"/>
          </a:xfrm>
          <a:prstGeom prst="rect">
            <a:avLst/>
          </a:prstGeom>
          <a:noFill/>
          <a:ln>
            <a:noFill/>
          </a:ln>
        </p:spPr>
        <p:txBody>
          <a:bodyPr anchorCtr="0" anchor="b" bIns="34275" lIns="68575" spcFirstLastPara="1" rIns="68575" wrap="square" tIns="34275">
            <a:normAutofit/>
          </a:bodyPr>
          <a:lstStyle>
            <a:lvl1pPr lvl="0" algn="l">
              <a:lnSpc>
                <a:spcPct val="100000"/>
              </a:lnSpc>
              <a:spcBef>
                <a:spcPts val="0"/>
              </a:spcBef>
              <a:spcAft>
                <a:spcPts val="0"/>
              </a:spcAft>
              <a:buClr>
                <a:schemeClr val="dk1"/>
              </a:buClr>
              <a:buSzPts val="4200"/>
              <a:buFont typeface="Helvetica Neue"/>
              <a:buNone/>
              <a:defRPr sz="4200">
                <a:latin typeface="Helvetica Neue"/>
                <a:ea typeface="Helvetica Neue"/>
                <a:cs typeface="Helvetica Neue"/>
                <a:sym typeface="Helvetica Neu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49"/>
          <p:cNvSpPr txBox="1"/>
          <p:nvPr>
            <p:ph idx="1" type="body"/>
          </p:nvPr>
        </p:nvSpPr>
        <p:spPr>
          <a:xfrm>
            <a:off x="666750" y="2652713"/>
            <a:ext cx="7810500" cy="595500"/>
          </a:xfrm>
          <a:prstGeom prst="rect">
            <a:avLst/>
          </a:prstGeom>
          <a:noFill/>
          <a:ln>
            <a:noFill/>
          </a:ln>
        </p:spPr>
        <p:txBody>
          <a:bodyPr anchorCtr="0" anchor="t" bIns="34275" lIns="68575" spcFirstLastPara="1" rIns="68575" wrap="square" tIns="34275">
            <a:normAutofit/>
          </a:bodyPr>
          <a:lstStyle>
            <a:lvl1pPr indent="-228600" lvl="0" marL="4572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1pPr>
            <a:lvl2pPr indent="-228600" lvl="1" marL="9144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2pPr>
            <a:lvl3pPr indent="-228600" lvl="2" marL="1371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3pPr>
            <a:lvl4pPr indent="-228600" lvl="3" marL="18288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4pPr>
            <a:lvl5pPr indent="-228600" lvl="4" marL="22860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7" name="Google Shape;67;p49"/>
          <p:cNvSpPr txBox="1"/>
          <p:nvPr>
            <p:ph idx="12" type="sldNum"/>
          </p:nvPr>
        </p:nvSpPr>
        <p:spPr>
          <a:xfrm>
            <a:off x="4484637" y="4905375"/>
            <a:ext cx="169800" cy="172800"/>
          </a:xfrm>
          <a:prstGeom prst="rect">
            <a:avLst/>
          </a:prstGeom>
          <a:noFill/>
          <a:ln>
            <a:noFill/>
          </a:ln>
        </p:spPr>
        <p:txBody>
          <a:bodyPr anchorCtr="0" anchor="t"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000000"/>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8" name="Shape 68"/>
        <p:cNvGrpSpPr/>
        <p:nvPr/>
      </p:nvGrpSpPr>
      <p:grpSpPr>
        <a:xfrm>
          <a:off x="0" y="0"/>
          <a:ext cx="0" cy="0"/>
          <a:chOff x="0" y="0"/>
          <a:chExt cx="0" cy="0"/>
        </a:xfrm>
      </p:grpSpPr>
      <p:sp>
        <p:nvSpPr>
          <p:cNvPr id="69" name="Google Shape;69;p51"/>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51"/>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71" name="Google Shape;71;p5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p5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3" name="Google Shape;73;p5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4" name="Shape 74"/>
        <p:cNvGrpSpPr/>
        <p:nvPr/>
      </p:nvGrpSpPr>
      <p:grpSpPr>
        <a:xfrm>
          <a:off x="0" y="0"/>
          <a:ext cx="0" cy="0"/>
          <a:chOff x="0" y="0"/>
          <a:chExt cx="0" cy="0"/>
        </a:xfrm>
      </p:grpSpPr>
      <p:sp>
        <p:nvSpPr>
          <p:cNvPr id="75" name="Google Shape;75;p6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62"/>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6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8" name="Google Shape;78;p6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9" name="Google Shape;79;p6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0" name="Shape 80"/>
        <p:cNvGrpSpPr/>
        <p:nvPr/>
      </p:nvGrpSpPr>
      <p:grpSpPr>
        <a:xfrm>
          <a:off x="0" y="0"/>
          <a:ext cx="0" cy="0"/>
          <a:chOff x="0" y="0"/>
          <a:chExt cx="0" cy="0"/>
        </a:xfrm>
      </p:grpSpPr>
      <p:sp>
        <p:nvSpPr>
          <p:cNvPr id="81" name="Google Shape;81;p63"/>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2" name="Google Shape;82;p63"/>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83" name="Google Shape;83;p6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 name="Google Shape;84;p6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5" name="Google Shape;85;p6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6" name="Shape 86"/>
        <p:cNvGrpSpPr/>
        <p:nvPr/>
      </p:nvGrpSpPr>
      <p:grpSpPr>
        <a:xfrm>
          <a:off x="0" y="0"/>
          <a:ext cx="0" cy="0"/>
          <a:chOff x="0" y="0"/>
          <a:chExt cx="0" cy="0"/>
        </a:xfrm>
      </p:grpSpPr>
      <p:sp>
        <p:nvSpPr>
          <p:cNvPr id="87" name="Google Shape;87;p6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8" name="Google Shape;88;p64"/>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9" name="Google Shape;89;p64"/>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 name="Google Shape;90;p6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1" name="Google Shape;91;p6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2" name="Google Shape;92;p6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3" name="Shape 93"/>
        <p:cNvGrpSpPr/>
        <p:nvPr/>
      </p:nvGrpSpPr>
      <p:grpSpPr>
        <a:xfrm>
          <a:off x="0" y="0"/>
          <a:ext cx="0" cy="0"/>
          <a:chOff x="0" y="0"/>
          <a:chExt cx="0" cy="0"/>
        </a:xfrm>
      </p:grpSpPr>
      <p:sp>
        <p:nvSpPr>
          <p:cNvPr id="94" name="Google Shape;94;p65"/>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5" name="Google Shape;95;p65"/>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6" name="Google Shape;96;p65"/>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7" name="Google Shape;97;p65"/>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8" name="Google Shape;98;p65"/>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9" name="Google Shape;99;p6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0" name="Google Shape;100;p6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 name="Google Shape;101;p6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p6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4" name="Google Shape;104;p6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5" name="Google Shape;105;p6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6" name="Google Shape;106;p6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7" name="Shape 107"/>
        <p:cNvGrpSpPr/>
        <p:nvPr/>
      </p:nvGrpSpPr>
      <p:grpSpPr>
        <a:xfrm>
          <a:off x="0" y="0"/>
          <a:ext cx="0" cy="0"/>
          <a:chOff x="0" y="0"/>
          <a:chExt cx="0" cy="0"/>
        </a:xfrm>
      </p:grpSpPr>
      <p:sp>
        <p:nvSpPr>
          <p:cNvPr id="108" name="Google Shape;108;p6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9" name="Google Shape;109;p6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0" name="Google Shape;110;p6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1" name="Shape 111"/>
        <p:cNvGrpSpPr/>
        <p:nvPr/>
      </p:nvGrpSpPr>
      <p:grpSpPr>
        <a:xfrm>
          <a:off x="0" y="0"/>
          <a:ext cx="0" cy="0"/>
          <a:chOff x="0" y="0"/>
          <a:chExt cx="0" cy="0"/>
        </a:xfrm>
      </p:grpSpPr>
      <p:sp>
        <p:nvSpPr>
          <p:cNvPr id="112" name="Google Shape;112;p68"/>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3" name="Google Shape;113;p68"/>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14" name="Google Shape;114;p68"/>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5" name="Google Shape;115;p6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6" name="Google Shape;116;p6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7" name="Google Shape;117;p6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8" name="Shape 118"/>
        <p:cNvGrpSpPr/>
        <p:nvPr/>
      </p:nvGrpSpPr>
      <p:grpSpPr>
        <a:xfrm>
          <a:off x="0" y="0"/>
          <a:ext cx="0" cy="0"/>
          <a:chOff x="0" y="0"/>
          <a:chExt cx="0" cy="0"/>
        </a:xfrm>
      </p:grpSpPr>
      <p:sp>
        <p:nvSpPr>
          <p:cNvPr id="119" name="Google Shape;119;p69"/>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0" name="Google Shape;120;p69"/>
          <p:cNvSpPr/>
          <p:nvPr>
            <p:ph idx="2" type="pic"/>
          </p:nvPr>
        </p:nvSpPr>
        <p:spPr>
          <a:xfrm>
            <a:off x="3887391" y="740569"/>
            <a:ext cx="4629300" cy="3655200"/>
          </a:xfrm>
          <a:prstGeom prst="rect">
            <a:avLst/>
          </a:prstGeom>
          <a:noFill/>
          <a:ln>
            <a:noFill/>
          </a:ln>
        </p:spPr>
      </p:sp>
      <p:sp>
        <p:nvSpPr>
          <p:cNvPr id="121" name="Google Shape;121;p69"/>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22" name="Google Shape;122;p6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3" name="Google Shape;123;p6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4" name="Google Shape;124;p6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5" name="Shape 125"/>
        <p:cNvGrpSpPr/>
        <p:nvPr/>
      </p:nvGrpSpPr>
      <p:grpSpPr>
        <a:xfrm>
          <a:off x="0" y="0"/>
          <a:ext cx="0" cy="0"/>
          <a:chOff x="0" y="0"/>
          <a:chExt cx="0" cy="0"/>
        </a:xfrm>
      </p:grpSpPr>
      <p:sp>
        <p:nvSpPr>
          <p:cNvPr id="126" name="Google Shape;126;p7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7" name="Google Shape;127;p70"/>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8" name="Google Shape;128;p7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9" name="Google Shape;129;p7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0" name="Google Shape;130;p7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1" name="Shape 131"/>
        <p:cNvGrpSpPr/>
        <p:nvPr/>
      </p:nvGrpSpPr>
      <p:grpSpPr>
        <a:xfrm>
          <a:off x="0" y="0"/>
          <a:ext cx="0" cy="0"/>
          <a:chOff x="0" y="0"/>
          <a:chExt cx="0" cy="0"/>
        </a:xfrm>
      </p:grpSpPr>
      <p:sp>
        <p:nvSpPr>
          <p:cNvPr id="132" name="Google Shape;132;p71"/>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3" name="Google Shape;133;p71"/>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4" name="Google Shape;134;p7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5" name="Google Shape;135;p7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6" name="Google Shape;136;p7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theme" Target="../theme/theme3.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 name="Shape 58"/>
        <p:cNvGrpSpPr/>
        <p:nvPr/>
      </p:nvGrpSpPr>
      <p:grpSpPr>
        <a:xfrm>
          <a:off x="0" y="0"/>
          <a:ext cx="0" cy="0"/>
          <a:chOff x="0" y="0"/>
          <a:chExt cx="0" cy="0"/>
        </a:xfrm>
      </p:grpSpPr>
      <p:sp>
        <p:nvSpPr>
          <p:cNvPr id="59" name="Google Shape;59;p4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60" name="Google Shape;60;p4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61" name="Google Shape;61;p4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62" name="Google Shape;62;p4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63" name="Google Shape;63;p4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29.jpg"/><Relationship Id="rId6"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2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0.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0.png"/><Relationship Id="rId4" Type="http://schemas.openxmlformats.org/officeDocument/2006/relationships/image" Target="../media/image12.png"/><Relationship Id="rId5"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0.png"/><Relationship Id="rId4" Type="http://schemas.openxmlformats.org/officeDocument/2006/relationships/image" Target="../media/image12.png"/><Relationship Id="rId5"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25.png"/><Relationship Id="rId4" Type="http://schemas.openxmlformats.org/officeDocument/2006/relationships/image" Target="../media/image18.png"/><Relationship Id="rId5" Type="http://schemas.openxmlformats.org/officeDocument/2006/relationships/image" Target="../media/image21.png"/><Relationship Id="rId6" Type="http://schemas.openxmlformats.org/officeDocument/2006/relationships/image" Target="../media/image4.png"/><Relationship Id="rId7" Type="http://schemas.openxmlformats.org/officeDocument/2006/relationships/image" Target="../media/image11.png"/><Relationship Id="rId8"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19.png"/><Relationship Id="rId5" Type="http://schemas.openxmlformats.org/officeDocument/2006/relationships/image" Target="../media/image7.png"/><Relationship Id="rId6"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31.png"/><Relationship Id="rId5" Type="http://schemas.openxmlformats.org/officeDocument/2006/relationships/image" Target="../media/image19.png"/><Relationship Id="rId6" Type="http://schemas.openxmlformats.org/officeDocument/2006/relationships/image" Target="../media/image7.png"/><Relationship Id="rId7"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 Id="rId3" Type="http://schemas.openxmlformats.org/officeDocument/2006/relationships/image" Target="../media/image38.pn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38.png"/><Relationship Id="rId4" Type="http://schemas.openxmlformats.org/officeDocument/2006/relationships/image" Target="../media/image26.png"/><Relationship Id="rId5" Type="http://schemas.openxmlformats.org/officeDocument/2006/relationships/image" Target="../media/image8.png"/><Relationship Id="rId6" Type="http://schemas.openxmlformats.org/officeDocument/2006/relationships/image" Target="../media/image29.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38.png"/><Relationship Id="rId4" Type="http://schemas.openxmlformats.org/officeDocument/2006/relationships/image" Target="../media/image8.png"/><Relationship Id="rId5" Type="http://schemas.openxmlformats.org/officeDocument/2006/relationships/image" Target="../media/image29.jpg"/><Relationship Id="rId6"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 Id="rId3" Type="http://schemas.openxmlformats.org/officeDocument/2006/relationships/image" Target="../media/image38.png"/><Relationship Id="rId4" Type="http://schemas.openxmlformats.org/officeDocument/2006/relationships/image" Target="../media/image34.png"/><Relationship Id="rId5" Type="http://schemas.openxmlformats.org/officeDocument/2006/relationships/image" Target="../media/image37.png"/><Relationship Id="rId6" Type="http://schemas.openxmlformats.org/officeDocument/2006/relationships/image" Target="../media/image36.png"/><Relationship Id="rId7"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 Id="rId3" Type="http://schemas.openxmlformats.org/officeDocument/2006/relationships/image" Target="../media/image38.png"/><Relationship Id="rId4" Type="http://schemas.openxmlformats.org/officeDocument/2006/relationships/image" Target="../media/image34.png"/><Relationship Id="rId5" Type="http://schemas.openxmlformats.org/officeDocument/2006/relationships/image" Target="../media/image37.png"/><Relationship Id="rId6" Type="http://schemas.openxmlformats.org/officeDocument/2006/relationships/image" Target="../media/image36.png"/><Relationship Id="rId7" Type="http://schemas.openxmlformats.org/officeDocument/2006/relationships/image" Target="../media/image3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 Id="rId3" Type="http://schemas.openxmlformats.org/officeDocument/2006/relationships/image" Target="../media/image38.png"/><Relationship Id="rId4" Type="http://schemas.openxmlformats.org/officeDocument/2006/relationships/image" Target="../media/image37.png"/><Relationship Id="rId5" Type="http://schemas.openxmlformats.org/officeDocument/2006/relationships/image" Target="../media/image36.png"/><Relationship Id="rId6" Type="http://schemas.openxmlformats.org/officeDocument/2006/relationships/image" Target="../media/image26.png"/><Relationship Id="rId7" Type="http://schemas.openxmlformats.org/officeDocument/2006/relationships/image" Target="../media/image5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 Id="rId3" Type="http://schemas.openxmlformats.org/officeDocument/2006/relationships/image" Target="../media/image38.png"/><Relationship Id="rId4" Type="http://schemas.openxmlformats.org/officeDocument/2006/relationships/image" Target="../media/image37.png"/><Relationship Id="rId5" Type="http://schemas.openxmlformats.org/officeDocument/2006/relationships/image" Target="../media/image36.png"/><Relationship Id="rId6" Type="http://schemas.openxmlformats.org/officeDocument/2006/relationships/image" Target="../media/image39.png"/><Relationship Id="rId7" Type="http://schemas.openxmlformats.org/officeDocument/2006/relationships/image" Target="../media/image5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 Id="rId3" Type="http://schemas.openxmlformats.org/officeDocument/2006/relationships/image" Target="../media/image16.png"/><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16.png"/><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34.png"/><Relationship Id="rId4" Type="http://schemas.openxmlformats.org/officeDocument/2006/relationships/image" Target="../media/image5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34.png"/><Relationship Id="rId4" Type="http://schemas.openxmlformats.org/officeDocument/2006/relationships/image" Target="../media/image51.png"/><Relationship Id="rId5"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34.png"/><Relationship Id="rId4" Type="http://schemas.openxmlformats.org/officeDocument/2006/relationships/image" Target="../media/image51.png"/><Relationship Id="rId5"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 Id="rId3" Type="http://schemas.openxmlformats.org/officeDocument/2006/relationships/image" Target="../media/image25.png"/><Relationship Id="rId4" Type="http://schemas.openxmlformats.org/officeDocument/2006/relationships/image" Target="../media/image38.png"/><Relationship Id="rId5" Type="http://schemas.openxmlformats.org/officeDocument/2006/relationships/image" Target="../media/image18.png"/><Relationship Id="rId6" Type="http://schemas.openxmlformats.org/officeDocument/2006/relationships/image" Target="../media/image26.png"/><Relationship Id="rId7" Type="http://schemas.openxmlformats.org/officeDocument/2006/relationships/image" Target="../media/image50.png"/><Relationship Id="rId8"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26.png"/><Relationship Id="rId6" Type="http://schemas.openxmlformats.org/officeDocument/2006/relationships/image" Target="../media/image1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 Id="rId3" Type="http://schemas.openxmlformats.org/officeDocument/2006/relationships/image" Target="../media/image38.png"/><Relationship Id="rId4" Type="http://schemas.openxmlformats.org/officeDocument/2006/relationships/image" Target="../media/image48.png"/><Relationship Id="rId5" Type="http://schemas.openxmlformats.org/officeDocument/2006/relationships/image" Target="../media/image39.png"/><Relationship Id="rId6" Type="http://schemas.openxmlformats.org/officeDocument/2006/relationships/image" Target="../media/image26.png"/><Relationship Id="rId7" Type="http://schemas.openxmlformats.org/officeDocument/2006/relationships/image" Target="../media/image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4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5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42" name="Google Shape;142;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143" name="Google Shape;143;p1"/>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49" name="Google Shape;149;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150" name="Google Shape;150;p2"/>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
          <p:cNvSpPr txBox="1"/>
          <p:nvPr/>
        </p:nvSpPr>
        <p:spPr>
          <a:xfrm>
            <a:off x="3574709" y="1282069"/>
            <a:ext cx="1994700" cy="377400"/>
          </a:xfrm>
          <a:prstGeom prst="rect">
            <a:avLst/>
          </a:prstGeom>
          <a:noFill/>
          <a:ln>
            <a:noFill/>
          </a:ln>
        </p:spPr>
        <p:txBody>
          <a:bodyPr anchorCtr="0" anchor="ctr" bIns="26800" lIns="26800" spcFirstLastPara="1" rIns="26800" wrap="square" tIns="26800">
            <a:spAutoFit/>
          </a:bodyPr>
          <a:lstStyle/>
          <a:p>
            <a:pPr indent="0" lvl="0" marL="0" marR="0" rtl="0" algn="ctr">
              <a:lnSpc>
                <a:spcPct val="100000"/>
              </a:lnSpc>
              <a:spcBef>
                <a:spcPts val="0"/>
              </a:spcBef>
              <a:spcAft>
                <a:spcPts val="0"/>
              </a:spcAft>
              <a:buClr>
                <a:srgbClr val="000000"/>
              </a:buClr>
              <a:buSzPts val="2100"/>
              <a:buFont typeface="Helvetica Neue"/>
              <a:buNone/>
            </a:pPr>
            <a:r>
              <a:rPr b="1" i="0" lang="en" sz="2100" u="none" cap="none" strike="noStrike">
                <a:solidFill>
                  <a:srgbClr val="000000"/>
                </a:solidFill>
                <a:latin typeface="Helvetica Neue"/>
                <a:ea typeface="Helvetica Neue"/>
                <a:cs typeface="Helvetica Neue"/>
                <a:sym typeface="Helvetica Neue"/>
              </a:rPr>
              <a:t>Verbal Consent</a:t>
            </a:r>
            <a:endParaRPr b="0" i="0" sz="500" u="none" cap="none" strike="noStrike">
              <a:solidFill>
                <a:srgbClr val="000000"/>
              </a:solidFill>
              <a:latin typeface="Arial"/>
              <a:ea typeface="Arial"/>
              <a:cs typeface="Arial"/>
              <a:sym typeface="Arial"/>
            </a:endParaRPr>
          </a:p>
        </p:txBody>
      </p:sp>
      <p:sp>
        <p:nvSpPr>
          <p:cNvPr id="156" name="Google Shape;156;p3"/>
          <p:cNvSpPr txBox="1"/>
          <p:nvPr/>
        </p:nvSpPr>
        <p:spPr>
          <a:xfrm>
            <a:off x="1657349" y="1782953"/>
            <a:ext cx="5829300" cy="1593300"/>
          </a:xfrm>
          <a:prstGeom prst="rect">
            <a:avLst/>
          </a:prstGeom>
          <a:noFill/>
          <a:ln>
            <a:noFill/>
          </a:ln>
        </p:spPr>
        <p:txBody>
          <a:bodyPr anchorCtr="0" anchor="ctr" bIns="26800" lIns="26800" spcFirstLastPara="1" rIns="26800" wrap="square" tIns="26800">
            <a:spAutoFit/>
          </a:bodyPr>
          <a:lstStyle/>
          <a:p>
            <a:pPr indent="0" lvl="0" marL="0" marR="0" rtl="0" algn="ctr">
              <a:lnSpc>
                <a:spcPct val="100000"/>
              </a:lnSpc>
              <a:spcBef>
                <a:spcPts val="0"/>
              </a:spcBef>
              <a:spcAft>
                <a:spcPts val="0"/>
              </a:spcAft>
              <a:buClr>
                <a:srgbClr val="000000"/>
              </a:buClr>
              <a:buSzPts val="2500"/>
              <a:buFont typeface="Helvetica Neue"/>
              <a:buNone/>
            </a:pPr>
            <a:r>
              <a:rPr b="0" i="0" lang="en" sz="2500" u="none" cap="none" strike="noStrike">
                <a:solidFill>
                  <a:srgbClr val="000000"/>
                </a:solidFill>
                <a:latin typeface="Helvetica Neue"/>
                <a:ea typeface="Helvetica Neue"/>
                <a:cs typeface="Helvetica Neue"/>
                <a:sym typeface="Helvetica Neue"/>
              </a:rPr>
              <a:t>"I have read and understand the consent document. I am this child's parent or legal guardian and we both agree to participate in this study." </a:t>
            </a:r>
            <a:endParaRPr b="0" i="0" sz="25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62" name="Google Shape;162;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163" name="Google Shape;163;p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5"/>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69" name="Google Shape;169;p5"/>
          <p:cNvSpPr/>
          <p:nvPr/>
        </p:nvSpPr>
        <p:spPr>
          <a:xfrm>
            <a:off x="4652975" y="1038917"/>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0" name="Google Shape;170;p5"/>
          <p:cNvSpPr/>
          <p:nvPr/>
        </p:nvSpPr>
        <p:spPr>
          <a:xfrm>
            <a:off x="3946457" y="1038917"/>
            <a:ext cx="541800" cy="541800"/>
          </a:xfrm>
          <a:prstGeom prst="ellipse">
            <a:avLst/>
          </a:prstGeom>
          <a:solidFill>
            <a:schemeClr val="dk1">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1" name="Google Shape;171;p5"/>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72" name="Google Shape;172;p5"/>
          <p:cNvSpPr/>
          <p:nvPr/>
        </p:nvSpPr>
        <p:spPr>
          <a:xfrm>
            <a:off x="4751702" y="225817"/>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3" name="Google Shape;173;p5"/>
          <p:cNvSpPr/>
          <p:nvPr/>
        </p:nvSpPr>
        <p:spPr>
          <a:xfrm>
            <a:off x="3855193" y="225817"/>
            <a:ext cx="541800" cy="541800"/>
          </a:xfrm>
          <a:prstGeom prst="ellipse">
            <a:avLst/>
          </a:prstGeom>
          <a:solidFill>
            <a:schemeClr val="dk1">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4" name="Google Shape;174;p5"/>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75" name="Google Shape;175;p5"/>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76" name="Google Shape;176;p5"/>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77" name="Google Shape;177;p5"/>
          <p:cNvSpPr/>
          <p:nvPr/>
        </p:nvSpPr>
        <p:spPr>
          <a:xfrm>
            <a:off x="4552173" y="1867106"/>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8" name="Google Shape;178;p5"/>
          <p:cNvSpPr/>
          <p:nvPr/>
        </p:nvSpPr>
        <p:spPr>
          <a:xfrm>
            <a:off x="4036155" y="1867106"/>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79" name="Google Shape;179;p5"/>
          <p:cNvSpPr/>
          <p:nvPr/>
        </p:nvSpPr>
        <p:spPr>
          <a:xfrm>
            <a:off x="4489307" y="2688926"/>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0" name="Google Shape;180;p5"/>
          <p:cNvSpPr/>
          <p:nvPr/>
        </p:nvSpPr>
        <p:spPr>
          <a:xfrm>
            <a:off x="4116164" y="2688926"/>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1" name="Google Shape;181;p5"/>
          <p:cNvSpPr/>
          <p:nvPr/>
        </p:nvSpPr>
        <p:spPr>
          <a:xfrm>
            <a:off x="4407803" y="3518126"/>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2" name="Google Shape;182;p5"/>
          <p:cNvSpPr/>
          <p:nvPr/>
        </p:nvSpPr>
        <p:spPr>
          <a:xfrm>
            <a:off x="4215635" y="3518126"/>
            <a:ext cx="541800" cy="541800"/>
          </a:xfrm>
          <a:prstGeom prst="ellipse">
            <a:avLst/>
          </a:prstGeom>
          <a:solidFill>
            <a:srgbClr val="000000">
              <a:alpha val="49411"/>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3" name="Google Shape;183;p5"/>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184" name="Google Shape;184;p5"/>
          <p:cNvSpPr/>
          <p:nvPr/>
        </p:nvSpPr>
        <p:spPr>
          <a:xfrm>
            <a:off x="4345059" y="4346244"/>
            <a:ext cx="541800" cy="541800"/>
          </a:xfrm>
          <a:prstGeom prst="ellipse">
            <a:avLst/>
          </a:prstGeom>
          <a:solidFill>
            <a:schemeClr val="dk1">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185" name="Google Shape;185;p5"/>
          <p:cNvSpPr/>
          <p:nvPr/>
        </p:nvSpPr>
        <p:spPr>
          <a:xfrm>
            <a:off x="4263669" y="4346244"/>
            <a:ext cx="541800" cy="541800"/>
          </a:xfrm>
          <a:prstGeom prst="ellipse">
            <a:avLst/>
          </a:prstGeom>
          <a:solidFill>
            <a:schemeClr val="dk1">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9" name="Shape 189"/>
        <p:cNvGrpSpPr/>
        <p:nvPr/>
      </p:nvGrpSpPr>
      <p:grpSpPr>
        <a:xfrm>
          <a:off x="0" y="0"/>
          <a:ext cx="0" cy="0"/>
          <a:chOff x="0" y="0"/>
          <a:chExt cx="0" cy="0"/>
        </a:xfrm>
      </p:grpSpPr>
      <p:sp>
        <p:nvSpPr>
          <p:cNvPr id="190" name="Google Shape;190;p6"/>
          <p:cNvSpPr txBox="1"/>
          <p:nvPr>
            <p:ph type="title"/>
          </p:nvPr>
        </p:nvSpPr>
        <p:spPr>
          <a:xfrm>
            <a:off x="2577600" y="1940250"/>
            <a:ext cx="3988800" cy="631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Happy Condition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descr="A cartoon of a white and purple animal&#10;&#10;Description automatically generated" id="195" name="Google Shape;195;p7"/>
          <p:cNvPicPr preferRelativeResize="0"/>
          <p:nvPr/>
        </p:nvPicPr>
        <p:blipFill rotWithShape="1">
          <a:blip r:embed="rId3">
            <a:alphaModFix/>
          </a:blip>
          <a:srcRect b="0" l="0" r="0" t="0"/>
          <a:stretch/>
        </p:blipFill>
        <p:spPr>
          <a:xfrm>
            <a:off x="3638000" y="1820500"/>
            <a:ext cx="1775900" cy="2168974"/>
          </a:xfrm>
          <a:prstGeom prst="rect">
            <a:avLst/>
          </a:prstGeom>
          <a:noFill/>
          <a:ln>
            <a:noFill/>
          </a:ln>
        </p:spPr>
      </p:pic>
      <p:sp>
        <p:nvSpPr>
          <p:cNvPr id="196" name="Google Shape;196;p7"/>
          <p:cNvSpPr/>
          <p:nvPr/>
        </p:nvSpPr>
        <p:spPr>
          <a:xfrm rot="-5400000">
            <a:off x="4422600" y="2601825"/>
            <a:ext cx="206700" cy="606300"/>
          </a:xfrm>
          <a:prstGeom prst="mo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1000" fill="hold"/>
                                        <p:tgtEl>
                                          <p:spTgt spid="195"/>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8"/>
          <p:cNvSpPr/>
          <p:nvPr/>
        </p:nvSpPr>
        <p:spPr>
          <a:xfrm>
            <a:off x="4771150" y="1491525"/>
            <a:ext cx="1567800" cy="11610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202" name="Google Shape;202;p8"/>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203" name="Google Shape;203;p8" title="School desk | Free SVG"/>
          <p:cNvPicPr preferRelativeResize="0"/>
          <p:nvPr/>
        </p:nvPicPr>
        <p:blipFill rotWithShape="1">
          <a:blip r:embed="rId4">
            <a:alphaModFix/>
          </a:blip>
          <a:srcRect b="0" l="0" r="0" t="0"/>
          <a:stretch/>
        </p:blipFill>
        <p:spPr>
          <a:xfrm>
            <a:off x="3638400" y="3381875"/>
            <a:ext cx="1801076" cy="1801076"/>
          </a:xfrm>
          <a:prstGeom prst="rect">
            <a:avLst/>
          </a:prstGeom>
          <a:noFill/>
          <a:ln>
            <a:noFill/>
          </a:ln>
        </p:spPr>
      </p:pic>
      <p:pic>
        <p:nvPicPr>
          <p:cNvPr id="204" name="Google Shape;204;p8" title="Royalty-Free photo: Rectangular green board on brown background ..."/>
          <p:cNvPicPr preferRelativeResize="0"/>
          <p:nvPr/>
        </p:nvPicPr>
        <p:blipFill rotWithShape="1">
          <a:blip r:embed="rId5">
            <a:alphaModFix/>
          </a:blip>
          <a:srcRect b="0" l="0" r="0" t="0"/>
          <a:stretch/>
        </p:blipFill>
        <p:spPr>
          <a:xfrm>
            <a:off x="164525" y="141100"/>
            <a:ext cx="3347725" cy="1969250"/>
          </a:xfrm>
          <a:prstGeom prst="rect">
            <a:avLst/>
          </a:prstGeom>
          <a:noFill/>
          <a:ln>
            <a:noFill/>
          </a:ln>
        </p:spPr>
      </p:pic>
      <p:pic>
        <p:nvPicPr>
          <p:cNvPr descr="Elephant | Free Stock Photo | Illustration of an elephant | # 11454" id="205" name="Google Shape;205;p8"/>
          <p:cNvPicPr preferRelativeResize="0"/>
          <p:nvPr/>
        </p:nvPicPr>
        <p:blipFill rotWithShape="1">
          <a:blip r:embed="rId6">
            <a:alphaModFix/>
          </a:blip>
          <a:srcRect b="0" l="0" r="0" t="0"/>
          <a:stretch/>
        </p:blipFill>
        <p:spPr>
          <a:xfrm>
            <a:off x="5096425" y="1717276"/>
            <a:ext cx="917249" cy="7094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descr="A cartoon of a white and purple animal&#10;&#10;Description automatically generated" id="210" name="Google Shape;210;p9"/>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211" name="Google Shape;211;p9" title="School desk | Free SVG"/>
          <p:cNvPicPr preferRelativeResize="0"/>
          <p:nvPr/>
        </p:nvPicPr>
        <p:blipFill rotWithShape="1">
          <a:blip r:embed="rId4">
            <a:alphaModFix/>
          </a:blip>
          <a:srcRect b="0" l="0" r="0" t="0"/>
          <a:stretch/>
        </p:blipFill>
        <p:spPr>
          <a:xfrm>
            <a:off x="3638400" y="3381875"/>
            <a:ext cx="1801076" cy="1801076"/>
          </a:xfrm>
          <a:prstGeom prst="rect">
            <a:avLst/>
          </a:prstGeom>
          <a:noFill/>
          <a:ln>
            <a:noFill/>
          </a:ln>
        </p:spPr>
      </p:pic>
      <p:pic>
        <p:nvPicPr>
          <p:cNvPr id="212" name="Google Shape;212;p9" title="Royalty-Free photo: Rectangular green board on brown background ..."/>
          <p:cNvPicPr preferRelativeResize="0"/>
          <p:nvPr/>
        </p:nvPicPr>
        <p:blipFill rotWithShape="1">
          <a:blip r:embed="rId5">
            <a:alphaModFix/>
          </a:blip>
          <a:srcRect b="0" l="0" r="0" t="0"/>
          <a:stretch/>
        </p:blipFill>
        <p:spPr>
          <a:xfrm>
            <a:off x="164525" y="141100"/>
            <a:ext cx="3347725" cy="1969250"/>
          </a:xfrm>
          <a:prstGeom prst="rect">
            <a:avLst/>
          </a:prstGeom>
          <a:noFill/>
          <a:ln>
            <a:noFill/>
          </a:ln>
        </p:spPr>
      </p:pic>
      <p:sp>
        <p:nvSpPr>
          <p:cNvPr id="213" name="Google Shape;213;p9"/>
          <p:cNvSpPr/>
          <p:nvPr/>
        </p:nvSpPr>
        <p:spPr>
          <a:xfrm rot="-5400000">
            <a:off x="4398500" y="2864263"/>
            <a:ext cx="206700" cy="606300"/>
          </a:xfrm>
          <a:prstGeom prst="moon">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descr="A cartoon of a white and purple animal&#10;&#10;Description automatically generated" id="218" name="Google Shape;218;p10"/>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pic>
        <p:nvPicPr>
          <p:cNvPr descr="A cartoon character with orange and white face&#10;&#10;Description automatically generated" id="219" name="Google Shape;219;p10"/>
          <p:cNvPicPr preferRelativeResize="0"/>
          <p:nvPr/>
        </p:nvPicPr>
        <p:blipFill rotWithShape="1">
          <a:blip r:embed="rId4">
            <a:alphaModFix/>
          </a:blip>
          <a:srcRect b="0" l="0" r="0" t="0"/>
          <a:stretch/>
        </p:blipFill>
        <p:spPr>
          <a:xfrm>
            <a:off x="4737200" y="2394002"/>
            <a:ext cx="1437400" cy="1755550"/>
          </a:xfrm>
          <a:prstGeom prst="rect">
            <a:avLst/>
          </a:prstGeom>
          <a:noFill/>
          <a:ln>
            <a:noFill/>
          </a:ln>
        </p:spPr>
      </p:pic>
      <p:sp>
        <p:nvSpPr>
          <p:cNvPr id="220" name="Google Shape;220;p10"/>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1" name="Google Shape;221;p10" title="House icon vector clip art | Free SVG"/>
          <p:cNvPicPr preferRelativeResize="0"/>
          <p:nvPr/>
        </p:nvPicPr>
        <p:blipFill rotWithShape="1">
          <a:blip r:embed="rId5">
            <a:alphaModFix/>
          </a:blip>
          <a:srcRect b="0" l="0" r="0" t="0"/>
          <a:stretch/>
        </p:blipFill>
        <p:spPr>
          <a:xfrm>
            <a:off x="5880175" y="494425"/>
            <a:ext cx="2414224" cy="2414225"/>
          </a:xfrm>
          <a:prstGeom prst="rect">
            <a:avLst/>
          </a:prstGeom>
          <a:noFill/>
          <a:ln>
            <a:noFill/>
          </a:ln>
        </p:spPr>
      </p:pic>
      <p:pic>
        <p:nvPicPr>
          <p:cNvPr id="222" name="Google Shape;222;p10" title="House icon vector clip art | Free SVG"/>
          <p:cNvPicPr preferRelativeResize="0"/>
          <p:nvPr/>
        </p:nvPicPr>
        <p:blipFill rotWithShape="1">
          <a:blip r:embed="rId5">
            <a:alphaModFix/>
          </a:blip>
          <a:srcRect b="0" l="0" r="0" t="0"/>
          <a:stretch/>
        </p:blipFill>
        <p:spPr>
          <a:xfrm>
            <a:off x="619375" y="410250"/>
            <a:ext cx="2414225" cy="2414225"/>
          </a:xfrm>
          <a:prstGeom prst="rect">
            <a:avLst/>
          </a:prstGeom>
          <a:noFill/>
          <a:ln>
            <a:noFill/>
          </a:ln>
        </p:spPr>
      </p:pic>
      <p:pic>
        <p:nvPicPr>
          <p:cNvPr descr="Elephant | Free Stock Photo | Illustration of an elephant | # 11454" id="223" name="Google Shape;223;p10"/>
          <p:cNvPicPr preferRelativeResize="0"/>
          <p:nvPr/>
        </p:nvPicPr>
        <p:blipFill rotWithShape="1">
          <a:blip r:embed="rId6">
            <a:alphaModFix/>
          </a:blip>
          <a:srcRect b="0" l="0" r="0" t="0"/>
          <a:stretch/>
        </p:blipFill>
        <p:spPr>
          <a:xfrm>
            <a:off x="3686250" y="1937888"/>
            <a:ext cx="917249" cy="7094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18"/>
                                        </p:tgtEl>
                                        <p:attrNameLst>
                                          <p:attrName>style.visibility</p:attrName>
                                        </p:attrNameLst>
                                      </p:cBhvr>
                                      <p:to>
                                        <p:strVal val="visible"/>
                                      </p:to>
                                    </p:set>
                                    <p:anim calcmode="lin" valueType="num">
                                      <p:cBhvr additive="base">
                                        <p:cTn dur="1600"/>
                                        <p:tgtEl>
                                          <p:spTgt spid="21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19"/>
                                        </p:tgtEl>
                                        <p:attrNameLst>
                                          <p:attrName>style.visibility</p:attrName>
                                        </p:attrNameLst>
                                      </p:cBhvr>
                                      <p:to>
                                        <p:strVal val="visible"/>
                                      </p:to>
                                    </p:set>
                                    <p:anim calcmode="lin" valueType="num">
                                      <p:cBhvr additive="base">
                                        <p:cTn dur="1900"/>
                                        <p:tgtEl>
                                          <p:spTgt spid="21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descr="A cartoon of a white and purple animal&#10;&#10;Description automatically generated" id="228" name="Google Shape;228;p11"/>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pic>
        <p:nvPicPr>
          <p:cNvPr descr="A cartoon character with orange and white face&#10;&#10;Description automatically generated" id="229" name="Google Shape;229;p11"/>
          <p:cNvPicPr preferRelativeResize="0"/>
          <p:nvPr/>
        </p:nvPicPr>
        <p:blipFill rotWithShape="1">
          <a:blip r:embed="rId4">
            <a:alphaModFix/>
          </a:blip>
          <a:srcRect b="0" l="0" r="0" t="0"/>
          <a:stretch/>
        </p:blipFill>
        <p:spPr>
          <a:xfrm>
            <a:off x="4734275" y="2394026"/>
            <a:ext cx="1437400" cy="1755522"/>
          </a:xfrm>
          <a:prstGeom prst="rect">
            <a:avLst/>
          </a:prstGeom>
          <a:noFill/>
          <a:ln>
            <a:noFill/>
          </a:ln>
        </p:spPr>
      </p:pic>
      <p:sp>
        <p:nvSpPr>
          <p:cNvPr id="230" name="Google Shape;230;p11"/>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1" name="Google Shape;231;p11"/>
          <p:cNvPicPr preferRelativeResize="0"/>
          <p:nvPr/>
        </p:nvPicPr>
        <p:blipFill rotWithShape="1">
          <a:blip r:embed="rId5">
            <a:alphaModFix/>
          </a:blip>
          <a:srcRect b="0" l="0" r="0" t="0"/>
          <a:stretch/>
        </p:blipFill>
        <p:spPr>
          <a:xfrm>
            <a:off x="3833000" y="1927538"/>
            <a:ext cx="706850" cy="730174"/>
          </a:xfrm>
          <a:prstGeom prst="rect">
            <a:avLst/>
          </a:prstGeom>
          <a:noFill/>
          <a:ln>
            <a:noFill/>
          </a:ln>
        </p:spPr>
      </p:pic>
      <p:sp>
        <p:nvSpPr>
          <p:cNvPr id="232" name="Google Shape;232;p11"/>
          <p:cNvSpPr/>
          <p:nvPr/>
        </p:nvSpPr>
        <p:spPr>
          <a:xfrm>
            <a:off x="3993925" y="2281275"/>
            <a:ext cx="379200" cy="3765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3" name="Google Shape;233;p11" title="House icon vector clip art | Free SVG"/>
          <p:cNvPicPr preferRelativeResize="0"/>
          <p:nvPr/>
        </p:nvPicPr>
        <p:blipFill rotWithShape="1">
          <a:blip r:embed="rId6">
            <a:alphaModFix/>
          </a:blip>
          <a:srcRect b="0" l="0" r="0" t="0"/>
          <a:stretch/>
        </p:blipFill>
        <p:spPr>
          <a:xfrm>
            <a:off x="5880175" y="494425"/>
            <a:ext cx="2414224" cy="2414225"/>
          </a:xfrm>
          <a:prstGeom prst="rect">
            <a:avLst/>
          </a:prstGeom>
          <a:noFill/>
          <a:ln>
            <a:noFill/>
          </a:ln>
        </p:spPr>
      </p:pic>
      <p:pic>
        <p:nvPicPr>
          <p:cNvPr id="234" name="Google Shape;234;p11" title="House icon vector clip art | Free SVG"/>
          <p:cNvPicPr preferRelativeResize="0"/>
          <p:nvPr/>
        </p:nvPicPr>
        <p:blipFill rotWithShape="1">
          <a:blip r:embed="rId6">
            <a:alphaModFix/>
          </a:blip>
          <a:srcRect b="0" l="0" r="0" t="0"/>
          <a:stretch/>
        </p:blipFill>
        <p:spPr>
          <a:xfrm>
            <a:off x="619375" y="410250"/>
            <a:ext cx="2414225" cy="2414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descr="A cartoon of a white and purple animal&#10;&#10;Description automatically generated" id="239" name="Google Shape;239;p12"/>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sp>
        <p:nvSpPr>
          <p:cNvPr id="240" name="Google Shape;240;p12"/>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1" name="Google Shape;241;p12" title="House icon vector clip art | Free SVG"/>
          <p:cNvPicPr preferRelativeResize="0"/>
          <p:nvPr/>
        </p:nvPicPr>
        <p:blipFill rotWithShape="1">
          <a:blip r:embed="rId4">
            <a:alphaModFix/>
          </a:blip>
          <a:srcRect b="0" l="0" r="0" t="0"/>
          <a:stretch/>
        </p:blipFill>
        <p:spPr>
          <a:xfrm>
            <a:off x="5880175" y="494425"/>
            <a:ext cx="2414224" cy="2414225"/>
          </a:xfrm>
          <a:prstGeom prst="rect">
            <a:avLst/>
          </a:prstGeom>
          <a:noFill/>
          <a:ln>
            <a:noFill/>
          </a:ln>
        </p:spPr>
      </p:pic>
      <p:pic>
        <p:nvPicPr>
          <p:cNvPr id="242" name="Google Shape;242;p12" title="House icon vector clip art | Free SVG"/>
          <p:cNvPicPr preferRelativeResize="0"/>
          <p:nvPr/>
        </p:nvPicPr>
        <p:blipFill rotWithShape="1">
          <a:blip r:embed="rId4">
            <a:alphaModFix/>
          </a:blip>
          <a:srcRect b="0" l="0" r="0" t="0"/>
          <a:stretch/>
        </p:blipFill>
        <p:spPr>
          <a:xfrm>
            <a:off x="619375" y="410250"/>
            <a:ext cx="2414225" cy="2414225"/>
          </a:xfrm>
          <a:prstGeom prst="rect">
            <a:avLst/>
          </a:prstGeom>
          <a:noFill/>
          <a:ln>
            <a:noFill/>
          </a:ln>
        </p:spPr>
      </p:pic>
      <p:pic>
        <p:nvPicPr>
          <p:cNvPr descr="Elephant | Free Stock Photo | Illustration of an elephant | # 11454" id="243" name="Google Shape;243;p12"/>
          <p:cNvPicPr preferRelativeResize="0"/>
          <p:nvPr/>
        </p:nvPicPr>
        <p:blipFill rotWithShape="1">
          <a:blip r:embed="rId5">
            <a:alphaModFix/>
          </a:blip>
          <a:srcRect b="0" l="0" r="0" t="0"/>
          <a:stretch/>
        </p:blipFill>
        <p:spPr>
          <a:xfrm>
            <a:off x="3686250" y="1937888"/>
            <a:ext cx="917249" cy="709482"/>
          </a:xfrm>
          <a:prstGeom prst="rect">
            <a:avLst/>
          </a:prstGeom>
          <a:noFill/>
          <a:ln>
            <a:noFill/>
          </a:ln>
        </p:spPr>
      </p:pic>
      <p:sp>
        <p:nvSpPr>
          <p:cNvPr id="244" name="Google Shape;244;p12"/>
          <p:cNvSpPr/>
          <p:nvPr/>
        </p:nvSpPr>
        <p:spPr>
          <a:xfrm>
            <a:off x="3861375" y="2060275"/>
            <a:ext cx="567000" cy="5685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character with orange and white face&#10;&#10;Description automatically generated" id="245" name="Google Shape;245;p12"/>
          <p:cNvPicPr preferRelativeResize="0"/>
          <p:nvPr/>
        </p:nvPicPr>
        <p:blipFill rotWithShape="1">
          <a:blip r:embed="rId6">
            <a:alphaModFix amt="91000"/>
          </a:blip>
          <a:srcRect b="0" l="0" r="0" t="0"/>
          <a:stretch/>
        </p:blipFill>
        <p:spPr>
          <a:xfrm>
            <a:off x="4684917" y="2346670"/>
            <a:ext cx="1437410" cy="1755556"/>
          </a:xfrm>
          <a:prstGeom prst="rect">
            <a:avLst/>
          </a:prstGeom>
          <a:noFill/>
          <a:ln>
            <a:noFill/>
          </a:ln>
          <a:effectLst>
            <a:outerShdw blurRad="57150" rotWithShape="0" algn="bl" dir="6840000" dist="19050">
              <a:srgbClr val="000000">
                <a:alpha val="5098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45"/>
                                        </p:tgtEl>
                                        <p:attrNameLst>
                                          <p:attrName>style.visibility</p:attrName>
                                        </p:attrNameLst>
                                      </p:cBhvr>
                                      <p:to>
                                        <p:strVal val="visible"/>
                                      </p:to>
                                    </p:set>
                                    <p:anim calcmode="lin" valueType="num">
                                      <p:cBhvr additive="base">
                                        <p:cTn dur="2200"/>
                                        <p:tgtEl>
                                          <p:spTgt spid="24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descr="A cartoon of a white and purple animal&#10;&#10;Description automatically generated" id="250" name="Google Shape;250;p13"/>
          <p:cNvPicPr preferRelativeResize="0"/>
          <p:nvPr/>
        </p:nvPicPr>
        <p:blipFill rotWithShape="1">
          <a:blip r:embed="rId3">
            <a:alphaModFix/>
          </a:blip>
          <a:srcRect b="0" l="0" r="0" t="0"/>
          <a:stretch/>
        </p:blipFill>
        <p:spPr>
          <a:xfrm>
            <a:off x="2556516" y="2346673"/>
            <a:ext cx="1437410" cy="1755556"/>
          </a:xfrm>
          <a:prstGeom prst="rect">
            <a:avLst/>
          </a:prstGeom>
          <a:noFill/>
          <a:ln>
            <a:noFill/>
          </a:ln>
        </p:spPr>
      </p:pic>
      <p:sp>
        <p:nvSpPr>
          <p:cNvPr id="251" name="Google Shape;251;p13"/>
          <p:cNvSpPr/>
          <p:nvPr/>
        </p:nvSpPr>
        <p:spPr>
          <a:xfrm>
            <a:off x="3497475" y="1866025"/>
            <a:ext cx="1294800" cy="853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52" name="Google Shape;252;p13" title="House icon vector clip art | Free SVG"/>
          <p:cNvPicPr preferRelativeResize="0"/>
          <p:nvPr/>
        </p:nvPicPr>
        <p:blipFill rotWithShape="1">
          <a:blip r:embed="rId4">
            <a:alphaModFix/>
          </a:blip>
          <a:srcRect b="0" l="0" r="0" t="0"/>
          <a:stretch/>
        </p:blipFill>
        <p:spPr>
          <a:xfrm>
            <a:off x="5880175" y="494425"/>
            <a:ext cx="2414224" cy="2414225"/>
          </a:xfrm>
          <a:prstGeom prst="rect">
            <a:avLst/>
          </a:prstGeom>
          <a:noFill/>
          <a:ln>
            <a:noFill/>
          </a:ln>
        </p:spPr>
      </p:pic>
      <p:pic>
        <p:nvPicPr>
          <p:cNvPr id="253" name="Google Shape;253;p13" title="House icon vector clip art | Free SVG"/>
          <p:cNvPicPr preferRelativeResize="0"/>
          <p:nvPr/>
        </p:nvPicPr>
        <p:blipFill rotWithShape="1">
          <a:blip r:embed="rId4">
            <a:alphaModFix/>
          </a:blip>
          <a:srcRect b="0" l="0" r="0" t="0"/>
          <a:stretch/>
        </p:blipFill>
        <p:spPr>
          <a:xfrm>
            <a:off x="619375" y="410250"/>
            <a:ext cx="2414225" cy="2414225"/>
          </a:xfrm>
          <a:prstGeom prst="rect">
            <a:avLst/>
          </a:prstGeom>
          <a:noFill/>
          <a:ln>
            <a:noFill/>
          </a:ln>
        </p:spPr>
      </p:pic>
      <p:pic>
        <p:nvPicPr>
          <p:cNvPr id="254" name="Google Shape;254;p13"/>
          <p:cNvPicPr preferRelativeResize="0"/>
          <p:nvPr/>
        </p:nvPicPr>
        <p:blipFill rotWithShape="1">
          <a:blip r:embed="rId5">
            <a:alphaModFix/>
          </a:blip>
          <a:srcRect b="0" l="0" r="0" t="0"/>
          <a:stretch/>
        </p:blipFill>
        <p:spPr>
          <a:xfrm>
            <a:off x="3795962" y="1927538"/>
            <a:ext cx="706850" cy="730174"/>
          </a:xfrm>
          <a:prstGeom prst="rect">
            <a:avLst/>
          </a:prstGeom>
          <a:noFill/>
          <a:ln>
            <a:noFill/>
          </a:ln>
        </p:spPr>
      </p:pic>
      <p:pic>
        <p:nvPicPr>
          <p:cNvPr descr="A cartoon character with orange and white face&#10;&#10;Description automatically generated" id="255" name="Google Shape;255;p13"/>
          <p:cNvPicPr preferRelativeResize="0"/>
          <p:nvPr/>
        </p:nvPicPr>
        <p:blipFill rotWithShape="1">
          <a:blip r:embed="rId6">
            <a:alphaModFix amt="91000"/>
          </a:blip>
          <a:srcRect b="0" l="0" r="0" t="0"/>
          <a:stretch/>
        </p:blipFill>
        <p:spPr>
          <a:xfrm>
            <a:off x="4682117" y="2401745"/>
            <a:ext cx="1437410" cy="1755556"/>
          </a:xfrm>
          <a:prstGeom prst="rect">
            <a:avLst/>
          </a:prstGeom>
          <a:noFill/>
          <a:ln>
            <a:noFill/>
          </a:ln>
          <a:effectLst>
            <a:outerShdw blurRad="57150" rotWithShape="0" algn="bl" dir="6840000" dist="19050">
              <a:srgbClr val="000000">
                <a:alpha val="5098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14"/>
          <p:cNvPicPr preferRelativeResize="0"/>
          <p:nvPr/>
        </p:nvPicPr>
        <p:blipFill rotWithShape="1">
          <a:blip r:embed="rId3">
            <a:alphaModFix/>
          </a:blip>
          <a:srcRect b="0" l="0" r="0" t="0"/>
          <a:stretch/>
        </p:blipFill>
        <p:spPr>
          <a:xfrm>
            <a:off x="3334644" y="384525"/>
            <a:ext cx="2323880" cy="2323880"/>
          </a:xfrm>
          <a:prstGeom prst="rect">
            <a:avLst/>
          </a:prstGeom>
          <a:noFill/>
          <a:ln>
            <a:noFill/>
          </a:ln>
        </p:spPr>
      </p:pic>
      <p:pic>
        <p:nvPicPr>
          <p:cNvPr descr="Elephant | Free Stock Photo | Illustration of an elephant | # 11454" id="261" name="Google Shape;261;p14"/>
          <p:cNvPicPr preferRelativeResize="0"/>
          <p:nvPr/>
        </p:nvPicPr>
        <p:blipFill rotWithShape="1">
          <a:blip r:embed="rId4">
            <a:alphaModFix/>
          </a:blip>
          <a:srcRect b="0" l="0" r="0" t="0"/>
          <a:stretch/>
        </p:blipFill>
        <p:spPr>
          <a:xfrm>
            <a:off x="3680300" y="2969225"/>
            <a:ext cx="1380351" cy="10677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id="266" name="Google Shape;266;p15"/>
          <p:cNvPicPr preferRelativeResize="0"/>
          <p:nvPr/>
        </p:nvPicPr>
        <p:blipFill rotWithShape="1">
          <a:blip r:embed="rId3">
            <a:alphaModFix/>
          </a:blip>
          <a:srcRect b="0" l="0" r="0" t="0"/>
          <a:stretch/>
        </p:blipFill>
        <p:spPr>
          <a:xfrm>
            <a:off x="3334644" y="384525"/>
            <a:ext cx="2323880" cy="2323880"/>
          </a:xfrm>
          <a:prstGeom prst="rect">
            <a:avLst/>
          </a:prstGeom>
          <a:noFill/>
          <a:ln>
            <a:noFill/>
          </a:ln>
        </p:spPr>
      </p:pic>
      <p:pic>
        <p:nvPicPr>
          <p:cNvPr id="267" name="Google Shape;267;p15"/>
          <p:cNvPicPr preferRelativeResize="0"/>
          <p:nvPr/>
        </p:nvPicPr>
        <p:blipFill rotWithShape="1">
          <a:blip r:embed="rId4">
            <a:alphaModFix/>
          </a:blip>
          <a:srcRect b="0" l="0" r="0" t="0"/>
          <a:stretch/>
        </p:blipFill>
        <p:spPr>
          <a:xfrm>
            <a:off x="3876675" y="2966925"/>
            <a:ext cx="1026900" cy="10607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6"/>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3" name="Google Shape;273;p16"/>
          <p:cNvSpPr/>
          <p:nvPr/>
        </p:nvSpPr>
        <p:spPr>
          <a:xfrm>
            <a:off x="4652975" y="1048605"/>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74" name="Google Shape;274;p16"/>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5" name="Google Shape;275;p16"/>
          <p:cNvSpPr/>
          <p:nvPr/>
        </p:nvSpPr>
        <p:spPr>
          <a:xfrm>
            <a:off x="4751702" y="225817"/>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76" name="Google Shape;276;p16"/>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7" name="Google Shape;277;p16"/>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8" name="Google Shape;278;p16"/>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79" name="Google Shape;279;p16"/>
          <p:cNvSpPr/>
          <p:nvPr/>
        </p:nvSpPr>
        <p:spPr>
          <a:xfrm>
            <a:off x="4552173" y="1867106"/>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80" name="Google Shape;280;p16"/>
          <p:cNvSpPr/>
          <p:nvPr/>
        </p:nvSpPr>
        <p:spPr>
          <a:xfrm>
            <a:off x="4489307" y="2688926"/>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81" name="Google Shape;281;p16"/>
          <p:cNvSpPr/>
          <p:nvPr/>
        </p:nvSpPr>
        <p:spPr>
          <a:xfrm>
            <a:off x="4407803" y="3518126"/>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82" name="Google Shape;282;p16"/>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83" name="Google Shape;283;p16"/>
          <p:cNvSpPr/>
          <p:nvPr/>
        </p:nvSpPr>
        <p:spPr>
          <a:xfrm>
            <a:off x="4345059" y="4346244"/>
            <a:ext cx="541800" cy="541800"/>
          </a:xfrm>
          <a:prstGeom prst="ellipse">
            <a:avLst/>
          </a:prstGeom>
          <a:solidFill>
            <a:srgbClr val="B6D7A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84" name="Google Shape;284;p16"/>
          <p:cNvSpPr/>
          <p:nvPr/>
        </p:nvSpPr>
        <p:spPr>
          <a:xfrm>
            <a:off x="3866000" y="219450"/>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5" name="Google Shape;285;p16"/>
          <p:cNvSpPr/>
          <p:nvPr/>
        </p:nvSpPr>
        <p:spPr>
          <a:xfrm>
            <a:off x="3947500" y="1048600"/>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6" name="Google Shape;286;p16"/>
          <p:cNvSpPr/>
          <p:nvPr/>
        </p:nvSpPr>
        <p:spPr>
          <a:xfrm>
            <a:off x="4036150" y="1871738"/>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7" name="Google Shape;287;p16"/>
          <p:cNvSpPr/>
          <p:nvPr/>
        </p:nvSpPr>
        <p:spPr>
          <a:xfrm>
            <a:off x="4111175" y="2695663"/>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8" name="Google Shape;288;p16"/>
          <p:cNvSpPr/>
          <p:nvPr/>
        </p:nvSpPr>
        <p:spPr>
          <a:xfrm>
            <a:off x="4209900" y="3524675"/>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289" name="Google Shape;289;p16"/>
          <p:cNvSpPr/>
          <p:nvPr/>
        </p:nvSpPr>
        <p:spPr>
          <a:xfrm>
            <a:off x="4253125" y="4344313"/>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7"/>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95" name="Google Shape;295;p17"/>
          <p:cNvSpPr/>
          <p:nvPr/>
        </p:nvSpPr>
        <p:spPr>
          <a:xfrm>
            <a:off x="4652975" y="1048605"/>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96" name="Google Shape;296;p17"/>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97" name="Google Shape;297;p17"/>
          <p:cNvSpPr/>
          <p:nvPr/>
        </p:nvSpPr>
        <p:spPr>
          <a:xfrm>
            <a:off x="4751702" y="225817"/>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298" name="Google Shape;298;p17"/>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299" name="Google Shape;299;p17"/>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300" name="Google Shape;300;p17"/>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301" name="Google Shape;301;p17"/>
          <p:cNvSpPr/>
          <p:nvPr/>
        </p:nvSpPr>
        <p:spPr>
          <a:xfrm>
            <a:off x="4552173" y="1867106"/>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02" name="Google Shape;302;p17"/>
          <p:cNvSpPr/>
          <p:nvPr/>
        </p:nvSpPr>
        <p:spPr>
          <a:xfrm>
            <a:off x="4489307" y="2688926"/>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03" name="Google Shape;303;p17"/>
          <p:cNvSpPr/>
          <p:nvPr/>
        </p:nvSpPr>
        <p:spPr>
          <a:xfrm>
            <a:off x="4407803" y="3518126"/>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04" name="Google Shape;304;p17"/>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305" name="Google Shape;305;p17"/>
          <p:cNvSpPr/>
          <p:nvPr/>
        </p:nvSpPr>
        <p:spPr>
          <a:xfrm>
            <a:off x="4345059" y="4346244"/>
            <a:ext cx="541800" cy="541800"/>
          </a:xfrm>
          <a:prstGeom prst="ellipse">
            <a:avLst/>
          </a:prstGeom>
          <a:solidFill>
            <a:srgbClr val="FACAA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306" name="Google Shape;306;p17"/>
          <p:cNvSpPr/>
          <p:nvPr/>
        </p:nvSpPr>
        <p:spPr>
          <a:xfrm>
            <a:off x="3866000" y="219450"/>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07" name="Google Shape;307;p17"/>
          <p:cNvSpPr/>
          <p:nvPr/>
        </p:nvSpPr>
        <p:spPr>
          <a:xfrm>
            <a:off x="3947500" y="1048600"/>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08" name="Google Shape;308;p17"/>
          <p:cNvSpPr/>
          <p:nvPr/>
        </p:nvSpPr>
        <p:spPr>
          <a:xfrm>
            <a:off x="4036150" y="1871738"/>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09" name="Google Shape;309;p17"/>
          <p:cNvSpPr/>
          <p:nvPr/>
        </p:nvSpPr>
        <p:spPr>
          <a:xfrm>
            <a:off x="4111175" y="2695663"/>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10" name="Google Shape;310;p17"/>
          <p:cNvSpPr/>
          <p:nvPr/>
        </p:nvSpPr>
        <p:spPr>
          <a:xfrm>
            <a:off x="4209900" y="3524675"/>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311" name="Google Shape;311;p17"/>
          <p:cNvSpPr/>
          <p:nvPr/>
        </p:nvSpPr>
        <p:spPr>
          <a:xfrm>
            <a:off x="4253125" y="4344313"/>
            <a:ext cx="541800" cy="541800"/>
          </a:xfrm>
          <a:prstGeom prst="ellipse">
            <a:avLst/>
          </a:prstGeom>
          <a:solidFill>
            <a:srgbClr val="057C8A">
              <a:alpha val="71372"/>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pic>
        <p:nvPicPr>
          <p:cNvPr descr="A cartoon character with orange and white face&#10;&#10;Description automatically generated" id="316" name="Google Shape;316;p18"/>
          <p:cNvPicPr preferRelativeResize="0"/>
          <p:nvPr/>
        </p:nvPicPr>
        <p:blipFill rotWithShape="1">
          <a:blip r:embed="rId3">
            <a:alphaModFix amt="91000"/>
          </a:blip>
          <a:srcRect b="0" l="0" r="0" t="0"/>
          <a:stretch/>
        </p:blipFill>
        <p:spPr>
          <a:xfrm>
            <a:off x="5034733" y="2080925"/>
            <a:ext cx="1408018" cy="1719650"/>
          </a:xfrm>
          <a:prstGeom prst="rect">
            <a:avLst/>
          </a:prstGeom>
          <a:noFill/>
          <a:ln>
            <a:noFill/>
          </a:ln>
          <a:effectLst>
            <a:outerShdw blurRad="57150" rotWithShape="0" algn="bl" dir="6840000" dist="19050">
              <a:srgbClr val="000000">
                <a:alpha val="50980"/>
              </a:srgbClr>
            </a:outerShdw>
          </a:effectLst>
        </p:spPr>
      </p:pic>
      <p:sp>
        <p:nvSpPr>
          <p:cNvPr id="317" name="Google Shape;317;p18"/>
          <p:cNvSpPr txBox="1"/>
          <p:nvPr/>
        </p:nvSpPr>
        <p:spPr>
          <a:xfrm>
            <a:off x="2334250" y="927250"/>
            <a:ext cx="4108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Who do you think is a better friend?</a:t>
            </a:r>
            <a:endParaRPr b="0" i="0" sz="1800" u="none" cap="none" strike="noStrike">
              <a:solidFill>
                <a:schemeClr val="dk2"/>
              </a:solidFill>
              <a:latin typeface="Arial"/>
              <a:ea typeface="Arial"/>
              <a:cs typeface="Arial"/>
              <a:sym typeface="Arial"/>
            </a:endParaRPr>
          </a:p>
        </p:txBody>
      </p:sp>
      <p:pic>
        <p:nvPicPr>
          <p:cNvPr descr="A cartoon character with orange and white face&#10;&#10;Description automatically generated" id="318" name="Google Shape;318;p18"/>
          <p:cNvPicPr preferRelativeResize="0"/>
          <p:nvPr/>
        </p:nvPicPr>
        <p:blipFill rotWithShape="1">
          <a:blip r:embed="rId4">
            <a:alphaModFix/>
          </a:blip>
          <a:srcRect b="0" l="0" r="0" t="0"/>
          <a:stretch/>
        </p:blipFill>
        <p:spPr>
          <a:xfrm>
            <a:off x="2038000" y="2080917"/>
            <a:ext cx="1408025" cy="171966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descr="A cartoon character with orange and white face&#10;&#10;Description automatically generated" id="323" name="Google Shape;323;p19"/>
          <p:cNvPicPr preferRelativeResize="0"/>
          <p:nvPr/>
        </p:nvPicPr>
        <p:blipFill rotWithShape="1">
          <a:blip r:embed="rId3">
            <a:alphaModFix amt="91000"/>
          </a:blip>
          <a:srcRect b="0" l="0" r="0" t="0"/>
          <a:stretch/>
        </p:blipFill>
        <p:spPr>
          <a:xfrm>
            <a:off x="5255708" y="2080925"/>
            <a:ext cx="1408018" cy="1719650"/>
          </a:xfrm>
          <a:prstGeom prst="rect">
            <a:avLst/>
          </a:prstGeom>
          <a:noFill/>
          <a:ln>
            <a:noFill/>
          </a:ln>
          <a:effectLst>
            <a:outerShdw blurRad="57150" rotWithShape="0" algn="bl" dir="6840000" dist="19050">
              <a:srgbClr val="000000">
                <a:alpha val="50980"/>
              </a:srgbClr>
            </a:outerShdw>
          </a:effectLst>
        </p:spPr>
      </p:pic>
      <p:pic>
        <p:nvPicPr>
          <p:cNvPr descr="A cartoon character with orange and white face&#10;&#10;Description automatically generated" id="324" name="Google Shape;324;p19"/>
          <p:cNvPicPr preferRelativeResize="0"/>
          <p:nvPr/>
        </p:nvPicPr>
        <p:blipFill rotWithShape="1">
          <a:blip r:embed="rId4">
            <a:alphaModFix/>
          </a:blip>
          <a:srcRect b="0" l="0" r="0" t="0"/>
          <a:stretch/>
        </p:blipFill>
        <p:spPr>
          <a:xfrm>
            <a:off x="2038000" y="2080917"/>
            <a:ext cx="1408025" cy="1719660"/>
          </a:xfrm>
          <a:prstGeom prst="rect">
            <a:avLst/>
          </a:prstGeom>
          <a:noFill/>
          <a:ln>
            <a:noFill/>
          </a:ln>
        </p:spPr>
      </p:pic>
      <p:pic>
        <p:nvPicPr>
          <p:cNvPr descr="Vanilla ice cream in cone vector image | Free SVG" id="325" name="Google Shape;325;p19"/>
          <p:cNvPicPr preferRelativeResize="0"/>
          <p:nvPr/>
        </p:nvPicPr>
        <p:blipFill rotWithShape="1">
          <a:blip r:embed="rId5">
            <a:alphaModFix/>
          </a:blip>
          <a:srcRect b="0" l="0" r="0" t="0"/>
          <a:stretch/>
        </p:blipFill>
        <p:spPr>
          <a:xfrm>
            <a:off x="3546188" y="2736850"/>
            <a:ext cx="1609350" cy="16093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pic>
        <p:nvPicPr>
          <p:cNvPr descr="A cartoon character with orange and white face&#10;&#10;Description automatically generated" id="330" name="Google Shape;330;p20"/>
          <p:cNvPicPr preferRelativeResize="0"/>
          <p:nvPr/>
        </p:nvPicPr>
        <p:blipFill rotWithShape="1">
          <a:blip r:embed="rId3">
            <a:alphaModFix amt="91000"/>
          </a:blip>
          <a:srcRect b="0" l="0" r="0" t="0"/>
          <a:stretch/>
        </p:blipFill>
        <p:spPr>
          <a:xfrm>
            <a:off x="5244008" y="2080925"/>
            <a:ext cx="1408018" cy="1719650"/>
          </a:xfrm>
          <a:prstGeom prst="rect">
            <a:avLst/>
          </a:prstGeom>
          <a:noFill/>
          <a:ln>
            <a:noFill/>
          </a:ln>
          <a:effectLst>
            <a:outerShdw blurRad="57150" rotWithShape="0" algn="bl" dir="6840000" dist="19050">
              <a:srgbClr val="000000">
                <a:alpha val="50980"/>
              </a:srgbClr>
            </a:outerShdw>
          </a:effectLst>
        </p:spPr>
      </p:pic>
      <p:pic>
        <p:nvPicPr>
          <p:cNvPr descr="A cartoon character with orange and white face&#10;&#10;Description automatically generated" id="331" name="Google Shape;331;p20"/>
          <p:cNvPicPr preferRelativeResize="0"/>
          <p:nvPr/>
        </p:nvPicPr>
        <p:blipFill rotWithShape="1">
          <a:blip r:embed="rId4">
            <a:alphaModFix/>
          </a:blip>
          <a:srcRect b="0" l="0" r="0" t="0"/>
          <a:stretch/>
        </p:blipFill>
        <p:spPr>
          <a:xfrm>
            <a:off x="2580100" y="2080917"/>
            <a:ext cx="1408025" cy="1719660"/>
          </a:xfrm>
          <a:prstGeom prst="rect">
            <a:avLst/>
          </a:prstGeom>
          <a:noFill/>
          <a:ln>
            <a:noFill/>
          </a:ln>
        </p:spPr>
      </p:pic>
      <p:pic>
        <p:nvPicPr>
          <p:cNvPr descr="Foffee collection | Free SVG" id="332" name="Google Shape;332;p20"/>
          <p:cNvPicPr preferRelativeResize="0"/>
          <p:nvPr/>
        </p:nvPicPr>
        <p:blipFill rotWithShape="1">
          <a:blip r:embed="rId5">
            <a:alphaModFix/>
          </a:blip>
          <a:srcRect b="0" l="0" r="0" t="0"/>
          <a:stretch/>
        </p:blipFill>
        <p:spPr>
          <a:xfrm>
            <a:off x="3921063" y="2349175"/>
            <a:ext cx="1301876" cy="130187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id="337" name="Google Shape;337;p21" title="Playground Slide2 | Free SVG"/>
          <p:cNvPicPr preferRelativeResize="0"/>
          <p:nvPr/>
        </p:nvPicPr>
        <p:blipFill rotWithShape="1">
          <a:blip r:embed="rId3">
            <a:alphaModFix/>
          </a:blip>
          <a:srcRect b="0" l="0" r="0" t="0"/>
          <a:stretch/>
        </p:blipFill>
        <p:spPr>
          <a:xfrm flipH="1">
            <a:off x="138100" y="379150"/>
            <a:ext cx="2597700" cy="2597700"/>
          </a:xfrm>
          <a:prstGeom prst="rect">
            <a:avLst/>
          </a:prstGeom>
          <a:noFill/>
          <a:ln>
            <a:noFill/>
          </a:ln>
        </p:spPr>
      </p:pic>
      <p:pic>
        <p:nvPicPr>
          <p:cNvPr id="338" name="Google Shape;338;p21" title="Public Domain Clip Art Image | Sandbox | ID: 13932766213513 ..."/>
          <p:cNvPicPr preferRelativeResize="0"/>
          <p:nvPr/>
        </p:nvPicPr>
        <p:blipFill rotWithShape="1">
          <a:blip r:embed="rId4">
            <a:alphaModFix/>
          </a:blip>
          <a:srcRect b="0" l="0" r="0" t="0"/>
          <a:stretch/>
        </p:blipFill>
        <p:spPr>
          <a:xfrm rot="-447145">
            <a:off x="3828550" y="2817775"/>
            <a:ext cx="3875828" cy="1262275"/>
          </a:xfrm>
          <a:prstGeom prst="rect">
            <a:avLst/>
          </a:prstGeom>
          <a:noFill/>
          <a:ln>
            <a:noFill/>
          </a:ln>
        </p:spPr>
      </p:pic>
      <p:sp>
        <p:nvSpPr>
          <p:cNvPr id="339" name="Google Shape;339;p21"/>
          <p:cNvSpPr/>
          <p:nvPr/>
        </p:nvSpPr>
        <p:spPr>
          <a:xfrm>
            <a:off x="3436200" y="1718550"/>
            <a:ext cx="1243200" cy="77895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340" name="Google Shape;340;p21"/>
          <p:cNvPicPr preferRelativeResize="0"/>
          <p:nvPr/>
        </p:nvPicPr>
        <p:blipFill rotWithShape="1">
          <a:blip r:embed="rId5">
            <a:alphaModFix/>
          </a:blip>
          <a:srcRect b="0" l="0" r="0" t="0"/>
          <a:stretch/>
        </p:blipFill>
        <p:spPr>
          <a:xfrm>
            <a:off x="7511700" y="2253550"/>
            <a:ext cx="1487350" cy="1816549"/>
          </a:xfrm>
          <a:prstGeom prst="rect">
            <a:avLst/>
          </a:prstGeom>
          <a:noFill/>
          <a:ln>
            <a:noFill/>
          </a:ln>
        </p:spPr>
      </p:pic>
      <p:sp>
        <p:nvSpPr>
          <p:cNvPr id="341" name="Google Shape;341;p21"/>
          <p:cNvSpPr/>
          <p:nvPr/>
        </p:nvSpPr>
        <p:spPr>
          <a:xfrm flipH="1">
            <a:off x="2081700" y="1718550"/>
            <a:ext cx="1243200" cy="77895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342" name="Google Shape;342;p21"/>
          <p:cNvPicPr preferRelativeResize="0"/>
          <p:nvPr/>
        </p:nvPicPr>
        <p:blipFill rotWithShape="1">
          <a:blip r:embed="rId6">
            <a:alphaModFix/>
          </a:blip>
          <a:srcRect b="0" l="0" r="0" t="0"/>
          <a:stretch/>
        </p:blipFill>
        <p:spPr>
          <a:xfrm>
            <a:off x="2556516" y="2346673"/>
            <a:ext cx="1437410" cy="1755556"/>
          </a:xfrm>
          <a:prstGeom prst="rect">
            <a:avLst/>
          </a:prstGeom>
          <a:noFill/>
          <a:ln>
            <a:noFill/>
          </a:ln>
        </p:spPr>
      </p:pic>
      <p:pic>
        <p:nvPicPr>
          <p:cNvPr id="343" name="Google Shape;343;p21"/>
          <p:cNvPicPr preferRelativeResize="0"/>
          <p:nvPr/>
        </p:nvPicPr>
        <p:blipFill rotWithShape="1">
          <a:blip r:embed="rId7">
            <a:alphaModFix/>
          </a:blip>
          <a:srcRect b="0" l="0" r="0" t="0"/>
          <a:stretch/>
        </p:blipFill>
        <p:spPr>
          <a:xfrm>
            <a:off x="2369827" y="1767326"/>
            <a:ext cx="706850" cy="730174"/>
          </a:xfrm>
          <a:prstGeom prst="rect">
            <a:avLst/>
          </a:prstGeom>
          <a:noFill/>
          <a:ln>
            <a:noFill/>
          </a:ln>
        </p:spPr>
      </p:pic>
      <p:pic>
        <p:nvPicPr>
          <p:cNvPr descr="Elephant | Free Stock Photo | Illustration of an elephant | # 11454" id="344" name="Google Shape;344;p21"/>
          <p:cNvPicPr preferRelativeResize="0"/>
          <p:nvPr/>
        </p:nvPicPr>
        <p:blipFill rotWithShape="1">
          <a:blip r:embed="rId8">
            <a:alphaModFix/>
          </a:blip>
          <a:srcRect b="0" l="0" r="0" t="0"/>
          <a:stretch/>
        </p:blipFill>
        <p:spPr>
          <a:xfrm>
            <a:off x="3535301" y="1788018"/>
            <a:ext cx="917249" cy="70948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342"/>
                                        </p:tgtEl>
                                        <p:attrNameLst>
                                          <p:attrName>style.visibility</p:attrName>
                                        </p:attrNameLst>
                                      </p:cBhvr>
                                      <p:to>
                                        <p:strVal val="visible"/>
                                      </p:to>
                                    </p:set>
                                    <p:anim calcmode="lin" valueType="num">
                                      <p:cBhvr additive="base">
                                        <p:cTn dur="1800"/>
                                        <p:tgtEl>
                                          <p:spTgt spid="34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40"/>
                                        </p:tgtEl>
                                        <p:attrNameLst>
                                          <p:attrName>style.visibility</p:attrName>
                                        </p:attrNameLst>
                                      </p:cBhvr>
                                      <p:to>
                                        <p:strVal val="visible"/>
                                      </p:to>
                                    </p:set>
                                    <p:anim calcmode="lin" valueType="num">
                                      <p:cBhvr additive="base">
                                        <p:cTn dur="1700"/>
                                        <p:tgtEl>
                                          <p:spTgt spid="34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pic>
        <p:nvPicPr>
          <p:cNvPr descr="A cartoon of a white and purple animal&#10;&#10;Description automatically generated" id="349" name="Google Shape;349;p22"/>
          <p:cNvPicPr preferRelativeResize="0"/>
          <p:nvPr/>
        </p:nvPicPr>
        <p:blipFill rotWithShape="1">
          <a:blip r:embed="rId3">
            <a:alphaModFix/>
          </a:blip>
          <a:srcRect b="0" l="10180" r="-10180" t="0"/>
          <a:stretch/>
        </p:blipFill>
        <p:spPr>
          <a:xfrm>
            <a:off x="2432641" y="2222798"/>
            <a:ext cx="1437410" cy="1755556"/>
          </a:xfrm>
          <a:prstGeom prst="rect">
            <a:avLst/>
          </a:prstGeom>
          <a:noFill/>
          <a:ln>
            <a:noFill/>
          </a:ln>
        </p:spPr>
      </p:pic>
      <p:pic>
        <p:nvPicPr>
          <p:cNvPr descr="A cartoon of a white and purple animal&#10;&#10;Description automatically generated" id="350" name="Google Shape;350;p22"/>
          <p:cNvPicPr preferRelativeResize="0"/>
          <p:nvPr/>
        </p:nvPicPr>
        <p:blipFill rotWithShape="1">
          <a:blip r:embed="rId3">
            <a:alphaModFix/>
          </a:blip>
          <a:srcRect b="2250" l="0" r="0" t="-2250"/>
          <a:stretch/>
        </p:blipFill>
        <p:spPr>
          <a:xfrm>
            <a:off x="4776950" y="1531500"/>
            <a:ext cx="2049525" cy="2503151"/>
          </a:xfrm>
          <a:prstGeom prst="rect">
            <a:avLst/>
          </a:prstGeom>
          <a:noFill/>
          <a:ln>
            <a:noFill/>
          </a:ln>
        </p:spPr>
      </p:pic>
      <p:pic>
        <p:nvPicPr>
          <p:cNvPr descr="Small Trees | Free SVG" id="351" name="Google Shape;351;p22"/>
          <p:cNvPicPr preferRelativeResize="0"/>
          <p:nvPr/>
        </p:nvPicPr>
        <p:blipFill rotWithShape="1">
          <a:blip r:embed="rId4">
            <a:alphaModFix/>
          </a:blip>
          <a:srcRect b="0" l="0" r="0" t="0"/>
          <a:stretch/>
        </p:blipFill>
        <p:spPr>
          <a:xfrm>
            <a:off x="78150" y="304800"/>
            <a:ext cx="2044400" cy="2044400"/>
          </a:xfrm>
          <a:prstGeom prst="rect">
            <a:avLst/>
          </a:prstGeom>
          <a:noFill/>
          <a:ln>
            <a:noFill/>
          </a:ln>
        </p:spPr>
      </p:pic>
      <p:pic>
        <p:nvPicPr>
          <p:cNvPr descr="Small Trees | Free SVG" id="352" name="Google Shape;352;p22"/>
          <p:cNvPicPr preferRelativeResize="0"/>
          <p:nvPr/>
        </p:nvPicPr>
        <p:blipFill rotWithShape="1">
          <a:blip r:embed="rId4">
            <a:alphaModFix/>
          </a:blip>
          <a:srcRect b="0" l="0" r="0" t="0"/>
          <a:stretch/>
        </p:blipFill>
        <p:spPr>
          <a:xfrm>
            <a:off x="6716925" y="304800"/>
            <a:ext cx="2044399" cy="2044400"/>
          </a:xfrm>
          <a:prstGeom prst="rect">
            <a:avLst/>
          </a:prstGeom>
          <a:noFill/>
          <a:ln>
            <a:noFill/>
          </a:ln>
        </p:spPr>
      </p:pic>
      <p:sp>
        <p:nvSpPr>
          <p:cNvPr id="353" name="Google Shape;353;p22"/>
          <p:cNvSpPr/>
          <p:nvPr/>
        </p:nvSpPr>
        <p:spPr>
          <a:xfrm>
            <a:off x="3096100" y="1671225"/>
            <a:ext cx="1174767" cy="83295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4" name="Google Shape;354;p22"/>
          <p:cNvSpPr/>
          <p:nvPr/>
        </p:nvSpPr>
        <p:spPr>
          <a:xfrm flipH="1">
            <a:off x="1732600" y="1671225"/>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Elephant | Free Stock Photo | Illustration of an elephant | # 11454" id="355" name="Google Shape;355;p22"/>
          <p:cNvPicPr preferRelativeResize="0"/>
          <p:nvPr/>
        </p:nvPicPr>
        <p:blipFill rotWithShape="1">
          <a:blip r:embed="rId5">
            <a:alphaModFix/>
          </a:blip>
          <a:srcRect b="0" l="0" r="0" t="0"/>
          <a:stretch/>
        </p:blipFill>
        <p:spPr>
          <a:xfrm>
            <a:off x="3259075" y="1722838"/>
            <a:ext cx="917249" cy="709482"/>
          </a:xfrm>
          <a:prstGeom prst="rect">
            <a:avLst/>
          </a:prstGeom>
          <a:noFill/>
          <a:ln>
            <a:noFill/>
          </a:ln>
        </p:spPr>
      </p:pic>
      <p:pic>
        <p:nvPicPr>
          <p:cNvPr id="356" name="Google Shape;356;p22"/>
          <p:cNvPicPr preferRelativeResize="0"/>
          <p:nvPr/>
        </p:nvPicPr>
        <p:blipFill rotWithShape="1">
          <a:blip r:embed="rId6">
            <a:alphaModFix/>
          </a:blip>
          <a:srcRect b="0" l="0" r="0" t="0"/>
          <a:stretch/>
        </p:blipFill>
        <p:spPr>
          <a:xfrm>
            <a:off x="2031825" y="1712500"/>
            <a:ext cx="706850" cy="7301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50"/>
                                        </p:tgtEl>
                                        <p:attrNameLst>
                                          <p:attrName>style.visibility</p:attrName>
                                        </p:attrNameLst>
                                      </p:cBhvr>
                                      <p:to>
                                        <p:strVal val="visible"/>
                                      </p:to>
                                    </p:set>
                                    <p:anim calcmode="lin" valueType="num">
                                      <p:cBhvr additive="base">
                                        <p:cTn dur="1500"/>
                                        <p:tgtEl>
                                          <p:spTgt spid="35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pic>
        <p:nvPicPr>
          <p:cNvPr descr="A cartoon of a white and purple animal&#10;&#10;Description automatically generated" id="361" name="Google Shape;361;p23"/>
          <p:cNvPicPr preferRelativeResize="0"/>
          <p:nvPr/>
        </p:nvPicPr>
        <p:blipFill rotWithShape="1">
          <a:blip r:embed="rId3">
            <a:alphaModFix/>
          </a:blip>
          <a:srcRect b="0" l="10180" r="-10180" t="0"/>
          <a:stretch/>
        </p:blipFill>
        <p:spPr>
          <a:xfrm>
            <a:off x="2353816" y="2234048"/>
            <a:ext cx="1437410" cy="1755556"/>
          </a:xfrm>
          <a:prstGeom prst="rect">
            <a:avLst/>
          </a:prstGeom>
          <a:noFill/>
          <a:ln>
            <a:noFill/>
          </a:ln>
        </p:spPr>
      </p:pic>
      <p:pic>
        <p:nvPicPr>
          <p:cNvPr descr="A cartoon of a white and purple animal&#10;&#10;Description automatically generated" id="362" name="Google Shape;362;p23"/>
          <p:cNvPicPr preferRelativeResize="0"/>
          <p:nvPr/>
        </p:nvPicPr>
        <p:blipFill rotWithShape="1">
          <a:blip r:embed="rId4">
            <a:alphaModFix/>
          </a:blip>
          <a:srcRect b="2250" l="0" r="0" t="-2250"/>
          <a:stretch/>
        </p:blipFill>
        <p:spPr>
          <a:xfrm>
            <a:off x="4776950" y="1531500"/>
            <a:ext cx="2049525" cy="2503151"/>
          </a:xfrm>
          <a:prstGeom prst="rect">
            <a:avLst/>
          </a:prstGeom>
          <a:noFill/>
          <a:ln>
            <a:noFill/>
          </a:ln>
        </p:spPr>
      </p:pic>
      <p:pic>
        <p:nvPicPr>
          <p:cNvPr descr="Small Trees | Free SVG" id="363" name="Google Shape;363;p23"/>
          <p:cNvPicPr preferRelativeResize="0"/>
          <p:nvPr/>
        </p:nvPicPr>
        <p:blipFill rotWithShape="1">
          <a:blip r:embed="rId5">
            <a:alphaModFix/>
          </a:blip>
          <a:srcRect b="0" l="0" r="0" t="0"/>
          <a:stretch/>
        </p:blipFill>
        <p:spPr>
          <a:xfrm>
            <a:off x="100675" y="259775"/>
            <a:ext cx="2044400" cy="2044400"/>
          </a:xfrm>
          <a:prstGeom prst="rect">
            <a:avLst/>
          </a:prstGeom>
          <a:noFill/>
          <a:ln>
            <a:noFill/>
          </a:ln>
        </p:spPr>
      </p:pic>
      <p:pic>
        <p:nvPicPr>
          <p:cNvPr descr="Small Trees | Free SVG" id="364" name="Google Shape;364;p23"/>
          <p:cNvPicPr preferRelativeResize="0"/>
          <p:nvPr/>
        </p:nvPicPr>
        <p:blipFill rotWithShape="1">
          <a:blip r:embed="rId5">
            <a:alphaModFix/>
          </a:blip>
          <a:srcRect b="0" l="0" r="0" t="0"/>
          <a:stretch/>
        </p:blipFill>
        <p:spPr>
          <a:xfrm>
            <a:off x="6998250" y="389650"/>
            <a:ext cx="2044399" cy="2044400"/>
          </a:xfrm>
          <a:prstGeom prst="rect">
            <a:avLst/>
          </a:prstGeom>
          <a:noFill/>
          <a:ln>
            <a:noFill/>
          </a:ln>
        </p:spPr>
      </p:pic>
      <p:sp>
        <p:nvSpPr>
          <p:cNvPr id="365" name="Google Shape;365;p23"/>
          <p:cNvSpPr/>
          <p:nvPr/>
        </p:nvSpPr>
        <p:spPr>
          <a:xfrm>
            <a:off x="2893375" y="1648700"/>
            <a:ext cx="1193450" cy="83295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p23"/>
          <p:cNvSpPr/>
          <p:nvPr/>
        </p:nvSpPr>
        <p:spPr>
          <a:xfrm flipH="1">
            <a:off x="1529900" y="1648700"/>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Elephant | Free Stock Photo | Illustration of an elephant | # 11454" id="367" name="Google Shape;367;p23"/>
          <p:cNvPicPr preferRelativeResize="0"/>
          <p:nvPr/>
        </p:nvPicPr>
        <p:blipFill rotWithShape="1">
          <a:blip r:embed="rId6">
            <a:alphaModFix/>
          </a:blip>
          <a:srcRect b="0" l="0" r="0" t="0"/>
          <a:stretch/>
        </p:blipFill>
        <p:spPr>
          <a:xfrm>
            <a:off x="2968991" y="1689963"/>
            <a:ext cx="917249" cy="709482"/>
          </a:xfrm>
          <a:prstGeom prst="rect">
            <a:avLst/>
          </a:prstGeom>
          <a:noFill/>
          <a:ln>
            <a:noFill/>
          </a:ln>
        </p:spPr>
      </p:pic>
      <p:pic>
        <p:nvPicPr>
          <p:cNvPr id="368" name="Google Shape;368;p23"/>
          <p:cNvPicPr preferRelativeResize="0"/>
          <p:nvPr/>
        </p:nvPicPr>
        <p:blipFill rotWithShape="1">
          <a:blip r:embed="rId7">
            <a:alphaModFix/>
          </a:blip>
          <a:srcRect b="0" l="0" r="0" t="0"/>
          <a:stretch/>
        </p:blipFill>
        <p:spPr>
          <a:xfrm>
            <a:off x="1829125" y="1689963"/>
            <a:ext cx="706850" cy="73017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362"/>
                                        </p:tgtEl>
                                        <p:attrNameLst>
                                          <p:attrName>style.visibility</p:attrName>
                                        </p:attrNameLst>
                                      </p:cBhvr>
                                      <p:to>
                                        <p:strVal val="visible"/>
                                      </p:to>
                                    </p:set>
                                    <p:anim calcmode="lin" valueType="num">
                                      <p:cBhvr additive="base">
                                        <p:cTn dur="1600"/>
                                        <p:tgtEl>
                                          <p:spTgt spid="36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2" name="Shape 372"/>
        <p:cNvGrpSpPr/>
        <p:nvPr/>
      </p:nvGrpSpPr>
      <p:grpSpPr>
        <a:xfrm>
          <a:off x="0" y="0"/>
          <a:ext cx="0" cy="0"/>
          <a:chOff x="0" y="0"/>
          <a:chExt cx="0" cy="0"/>
        </a:xfrm>
      </p:grpSpPr>
      <p:sp>
        <p:nvSpPr>
          <p:cNvPr id="373" name="Google Shape;373;p24"/>
          <p:cNvSpPr txBox="1"/>
          <p:nvPr>
            <p:ph type="title"/>
          </p:nvPr>
        </p:nvSpPr>
        <p:spPr>
          <a:xfrm>
            <a:off x="2888250" y="1999525"/>
            <a:ext cx="3367500" cy="6315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Sad Condition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descr="A cartoon of a white and purple animal&#10;&#10;Description automatically generated" id="378" name="Google Shape;378;p25"/>
          <p:cNvPicPr preferRelativeResize="0"/>
          <p:nvPr/>
        </p:nvPicPr>
        <p:blipFill rotWithShape="1">
          <a:blip r:embed="rId3">
            <a:alphaModFix/>
          </a:blip>
          <a:srcRect b="0" l="0" r="0" t="0"/>
          <a:stretch/>
        </p:blipFill>
        <p:spPr>
          <a:xfrm>
            <a:off x="3638000" y="1820500"/>
            <a:ext cx="1775900" cy="2168974"/>
          </a:xfrm>
          <a:prstGeom prst="rect">
            <a:avLst/>
          </a:prstGeom>
          <a:noFill/>
          <a:ln>
            <a:noFill/>
          </a:ln>
        </p:spPr>
      </p:pic>
      <p:pic>
        <p:nvPicPr>
          <p:cNvPr descr="Water with solid fill" id="379" name="Google Shape;379;p25"/>
          <p:cNvPicPr preferRelativeResize="0"/>
          <p:nvPr/>
        </p:nvPicPr>
        <p:blipFill rotWithShape="1">
          <a:blip r:embed="rId4">
            <a:alphaModFix/>
          </a:blip>
          <a:srcRect b="0" l="0" r="0" t="0"/>
          <a:stretch/>
        </p:blipFill>
        <p:spPr>
          <a:xfrm>
            <a:off x="4572000" y="2758950"/>
            <a:ext cx="292050" cy="292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mph" presetID="8" presetSubtype="0">
                                  <p:stCondLst>
                                    <p:cond delay="0"/>
                                  </p:stCondLst>
                                  <p:childTnLst>
                                    <p:animRot by="-21600000">
                                      <p:cBhvr>
                                        <p:cTn dur="1000" fill="hold"/>
                                        <p:tgtEl>
                                          <p:spTgt spid="378"/>
                                        </p:tgtEl>
                                        <p:attrNameLst>
                                          <p:attrName>r</p:attrName>
                                        </p:attrNameLst>
                                      </p:cBhvr>
                                    </p:animRo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6"/>
          <p:cNvSpPr/>
          <p:nvPr/>
        </p:nvSpPr>
        <p:spPr>
          <a:xfrm>
            <a:off x="4771150" y="1491525"/>
            <a:ext cx="1567800" cy="11610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artoon of a white and purple animal&#10;&#10;Description automatically generated" id="385" name="Google Shape;385;p26"/>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386" name="Google Shape;386;p26" title="Cute fox | Free SVG"/>
          <p:cNvPicPr preferRelativeResize="0"/>
          <p:nvPr/>
        </p:nvPicPr>
        <p:blipFill rotWithShape="1">
          <a:blip r:embed="rId4">
            <a:alphaModFix/>
          </a:blip>
          <a:srcRect b="0" l="0" r="0" t="0"/>
          <a:stretch/>
        </p:blipFill>
        <p:spPr>
          <a:xfrm>
            <a:off x="5002250" y="1597637"/>
            <a:ext cx="948775" cy="948775"/>
          </a:xfrm>
          <a:prstGeom prst="rect">
            <a:avLst/>
          </a:prstGeom>
          <a:noFill/>
          <a:ln>
            <a:noFill/>
          </a:ln>
        </p:spPr>
      </p:pic>
      <p:pic>
        <p:nvPicPr>
          <p:cNvPr id="387" name="Google Shape;387;p26" title="School desk | Free SVG"/>
          <p:cNvPicPr preferRelativeResize="0"/>
          <p:nvPr/>
        </p:nvPicPr>
        <p:blipFill rotWithShape="1">
          <a:blip r:embed="rId5">
            <a:alphaModFix/>
          </a:blip>
          <a:srcRect b="0" l="0" r="0" t="0"/>
          <a:stretch/>
        </p:blipFill>
        <p:spPr>
          <a:xfrm>
            <a:off x="3638400" y="3381875"/>
            <a:ext cx="1801076" cy="1801076"/>
          </a:xfrm>
          <a:prstGeom prst="rect">
            <a:avLst/>
          </a:prstGeom>
          <a:noFill/>
          <a:ln>
            <a:noFill/>
          </a:ln>
        </p:spPr>
      </p:pic>
      <p:pic>
        <p:nvPicPr>
          <p:cNvPr id="388" name="Google Shape;388;p26" title="Royalty-Free photo: Rectangular green board on brown background ..."/>
          <p:cNvPicPr preferRelativeResize="0"/>
          <p:nvPr/>
        </p:nvPicPr>
        <p:blipFill rotWithShape="1">
          <a:blip r:embed="rId6">
            <a:alphaModFix/>
          </a:blip>
          <a:srcRect b="0" l="0" r="0" t="0"/>
          <a:stretch/>
        </p:blipFill>
        <p:spPr>
          <a:xfrm>
            <a:off x="164525" y="141100"/>
            <a:ext cx="3347725" cy="1969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pic>
        <p:nvPicPr>
          <p:cNvPr descr="A cartoon of a white and purple animal&#10;&#10;Description automatically generated" id="393" name="Google Shape;393;p27"/>
          <p:cNvPicPr preferRelativeResize="0"/>
          <p:nvPr/>
        </p:nvPicPr>
        <p:blipFill rotWithShape="1">
          <a:blip r:embed="rId3">
            <a:alphaModFix/>
          </a:blip>
          <a:srcRect b="0" l="0" r="0" t="0"/>
          <a:stretch/>
        </p:blipFill>
        <p:spPr>
          <a:xfrm>
            <a:off x="3512250" y="1958775"/>
            <a:ext cx="1979225" cy="2417275"/>
          </a:xfrm>
          <a:prstGeom prst="rect">
            <a:avLst/>
          </a:prstGeom>
          <a:noFill/>
          <a:ln>
            <a:noFill/>
          </a:ln>
        </p:spPr>
      </p:pic>
      <p:pic>
        <p:nvPicPr>
          <p:cNvPr id="394" name="Google Shape;394;p27" title="School desk | Free SVG"/>
          <p:cNvPicPr preferRelativeResize="0"/>
          <p:nvPr/>
        </p:nvPicPr>
        <p:blipFill rotWithShape="1">
          <a:blip r:embed="rId4">
            <a:alphaModFix/>
          </a:blip>
          <a:srcRect b="0" l="0" r="0" t="0"/>
          <a:stretch/>
        </p:blipFill>
        <p:spPr>
          <a:xfrm>
            <a:off x="3638400" y="3381875"/>
            <a:ext cx="1801076" cy="1801076"/>
          </a:xfrm>
          <a:prstGeom prst="rect">
            <a:avLst/>
          </a:prstGeom>
          <a:noFill/>
          <a:ln>
            <a:noFill/>
          </a:ln>
        </p:spPr>
      </p:pic>
      <p:pic>
        <p:nvPicPr>
          <p:cNvPr id="395" name="Google Shape;395;p27" title="Royalty-Free photo: Rectangular green board on brown background ..."/>
          <p:cNvPicPr preferRelativeResize="0"/>
          <p:nvPr/>
        </p:nvPicPr>
        <p:blipFill rotWithShape="1">
          <a:blip r:embed="rId5">
            <a:alphaModFix/>
          </a:blip>
          <a:srcRect b="0" l="0" r="0" t="0"/>
          <a:stretch/>
        </p:blipFill>
        <p:spPr>
          <a:xfrm>
            <a:off x="164525" y="141100"/>
            <a:ext cx="3347725" cy="1969250"/>
          </a:xfrm>
          <a:prstGeom prst="rect">
            <a:avLst/>
          </a:prstGeom>
          <a:noFill/>
          <a:ln>
            <a:noFill/>
          </a:ln>
        </p:spPr>
      </p:pic>
      <p:pic>
        <p:nvPicPr>
          <p:cNvPr descr="Water with solid fill" id="396" name="Google Shape;396;p27"/>
          <p:cNvPicPr preferRelativeResize="0"/>
          <p:nvPr/>
        </p:nvPicPr>
        <p:blipFill rotWithShape="1">
          <a:blip r:embed="rId6">
            <a:alphaModFix/>
          </a:blip>
          <a:srcRect b="0" l="0" r="0" t="0"/>
          <a:stretch/>
        </p:blipFill>
        <p:spPr>
          <a:xfrm>
            <a:off x="4572000" y="3021388"/>
            <a:ext cx="292050" cy="292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pic>
        <p:nvPicPr>
          <p:cNvPr descr="A cartoon of a white and purple animal&#10;&#10;Description automatically generated" id="401" name="Google Shape;401;p28"/>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descr="A cartoon character with orange and white face&#10;&#10;Description automatically generated" id="402" name="Google Shape;402;p28"/>
          <p:cNvPicPr preferRelativeResize="0"/>
          <p:nvPr/>
        </p:nvPicPr>
        <p:blipFill rotWithShape="1">
          <a:blip r:embed="rId4">
            <a:alphaModFix/>
          </a:blip>
          <a:srcRect b="0" l="0" r="0" t="0"/>
          <a:stretch/>
        </p:blipFill>
        <p:spPr>
          <a:xfrm>
            <a:off x="2152300" y="2968321"/>
            <a:ext cx="1437400" cy="1755528"/>
          </a:xfrm>
          <a:prstGeom prst="rect">
            <a:avLst/>
          </a:prstGeom>
          <a:noFill/>
          <a:ln>
            <a:noFill/>
          </a:ln>
        </p:spPr>
      </p:pic>
      <p:pic>
        <p:nvPicPr>
          <p:cNvPr id="403" name="Google Shape;403;p28" title="School bus with stop sign | Free SVG"/>
          <p:cNvPicPr preferRelativeResize="0"/>
          <p:nvPr/>
        </p:nvPicPr>
        <p:blipFill rotWithShape="1">
          <a:blip r:embed="rId5">
            <a:alphaModFix/>
          </a:blip>
          <a:srcRect b="0" l="0" r="0" t="0"/>
          <a:stretch/>
        </p:blipFill>
        <p:spPr>
          <a:xfrm>
            <a:off x="3456925" y="233300"/>
            <a:ext cx="5377200" cy="5377200"/>
          </a:xfrm>
          <a:prstGeom prst="rect">
            <a:avLst/>
          </a:prstGeom>
          <a:noFill/>
          <a:ln>
            <a:noFill/>
          </a:ln>
        </p:spPr>
      </p:pic>
      <p:pic>
        <p:nvPicPr>
          <p:cNvPr id="404" name="Google Shape;404;p28" title="School Building | Free SVG"/>
          <p:cNvPicPr preferRelativeResize="0"/>
          <p:nvPr/>
        </p:nvPicPr>
        <p:blipFill rotWithShape="1">
          <a:blip r:embed="rId6">
            <a:alphaModFix/>
          </a:blip>
          <a:srcRect b="0" l="0" r="0" t="0"/>
          <a:stretch/>
        </p:blipFill>
        <p:spPr>
          <a:xfrm>
            <a:off x="290525" y="-380375"/>
            <a:ext cx="3455800" cy="3455800"/>
          </a:xfrm>
          <a:prstGeom prst="rect">
            <a:avLst/>
          </a:prstGeom>
          <a:noFill/>
          <a:ln>
            <a:noFill/>
          </a:ln>
        </p:spPr>
      </p:pic>
      <p:sp>
        <p:nvSpPr>
          <p:cNvPr id="405" name="Google Shape;405;p28"/>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06" name="Google Shape;406;p28" title="Cute fox | Free SVG"/>
          <p:cNvPicPr preferRelativeResize="0"/>
          <p:nvPr/>
        </p:nvPicPr>
        <p:blipFill rotWithShape="1">
          <a:blip r:embed="rId7">
            <a:alphaModFix/>
          </a:blip>
          <a:srcRect b="0" l="0" r="0" t="0"/>
          <a:stretch/>
        </p:blipFill>
        <p:spPr>
          <a:xfrm>
            <a:off x="1544038" y="2532412"/>
            <a:ext cx="948776" cy="948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01"/>
                                        </p:tgtEl>
                                        <p:attrNameLst>
                                          <p:attrName>style.visibility</p:attrName>
                                        </p:attrNameLst>
                                      </p:cBhvr>
                                      <p:to>
                                        <p:strVal val="visible"/>
                                      </p:to>
                                    </p:set>
                                    <p:anim calcmode="lin" valueType="num">
                                      <p:cBhvr additive="base">
                                        <p:cTn dur="2300"/>
                                        <p:tgtEl>
                                          <p:spTgt spid="40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02"/>
                                        </p:tgtEl>
                                        <p:attrNameLst>
                                          <p:attrName>style.visibility</p:attrName>
                                        </p:attrNameLst>
                                      </p:cBhvr>
                                      <p:to>
                                        <p:strVal val="visible"/>
                                      </p:to>
                                    </p:set>
                                    <p:anim calcmode="lin" valueType="num">
                                      <p:cBhvr additive="base">
                                        <p:cTn dur="1800"/>
                                        <p:tgtEl>
                                          <p:spTgt spid="40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pic>
        <p:nvPicPr>
          <p:cNvPr descr="A cartoon of a white and purple animal&#10;&#10;Description automatically generated" id="411" name="Google Shape;411;p29"/>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descr="A cartoon character with orange and white face&#10;&#10;Description automatically generated" id="412" name="Google Shape;412;p29"/>
          <p:cNvPicPr preferRelativeResize="0"/>
          <p:nvPr/>
        </p:nvPicPr>
        <p:blipFill rotWithShape="1">
          <a:blip r:embed="rId4">
            <a:alphaModFix/>
          </a:blip>
          <a:srcRect b="0" l="0" r="0" t="0"/>
          <a:stretch/>
        </p:blipFill>
        <p:spPr>
          <a:xfrm>
            <a:off x="2152300" y="2957538"/>
            <a:ext cx="1455043" cy="1777075"/>
          </a:xfrm>
          <a:prstGeom prst="rect">
            <a:avLst/>
          </a:prstGeom>
          <a:noFill/>
          <a:ln>
            <a:noFill/>
          </a:ln>
        </p:spPr>
      </p:pic>
      <p:pic>
        <p:nvPicPr>
          <p:cNvPr id="413" name="Google Shape;413;p29" title="School bus with stop sign | Free SVG"/>
          <p:cNvPicPr preferRelativeResize="0"/>
          <p:nvPr/>
        </p:nvPicPr>
        <p:blipFill rotWithShape="1">
          <a:blip r:embed="rId5">
            <a:alphaModFix/>
          </a:blip>
          <a:srcRect b="0" l="0" r="0" t="0"/>
          <a:stretch/>
        </p:blipFill>
        <p:spPr>
          <a:xfrm>
            <a:off x="3456925" y="233300"/>
            <a:ext cx="5377200" cy="5377200"/>
          </a:xfrm>
          <a:prstGeom prst="rect">
            <a:avLst/>
          </a:prstGeom>
          <a:noFill/>
          <a:ln>
            <a:noFill/>
          </a:ln>
        </p:spPr>
      </p:pic>
      <p:pic>
        <p:nvPicPr>
          <p:cNvPr id="414" name="Google Shape;414;p29" title="School Building | Free SVG"/>
          <p:cNvPicPr preferRelativeResize="0"/>
          <p:nvPr/>
        </p:nvPicPr>
        <p:blipFill rotWithShape="1">
          <a:blip r:embed="rId6">
            <a:alphaModFix/>
          </a:blip>
          <a:srcRect b="0" l="0" r="0" t="0"/>
          <a:stretch/>
        </p:blipFill>
        <p:spPr>
          <a:xfrm>
            <a:off x="290525" y="-380375"/>
            <a:ext cx="3455800" cy="3455800"/>
          </a:xfrm>
          <a:prstGeom prst="rect">
            <a:avLst/>
          </a:prstGeom>
          <a:noFill/>
          <a:ln>
            <a:noFill/>
          </a:ln>
        </p:spPr>
      </p:pic>
      <p:sp>
        <p:nvSpPr>
          <p:cNvPr id="415" name="Google Shape;415;p29"/>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16" name="Google Shape;416;p29"/>
          <p:cNvPicPr preferRelativeResize="0"/>
          <p:nvPr/>
        </p:nvPicPr>
        <p:blipFill rotWithShape="1">
          <a:blip r:embed="rId7">
            <a:alphaModFix/>
          </a:blip>
          <a:srcRect b="0" l="0" r="0" t="0"/>
          <a:stretch/>
        </p:blipFill>
        <p:spPr>
          <a:xfrm>
            <a:off x="1738088" y="2771249"/>
            <a:ext cx="652831" cy="568500"/>
          </a:xfrm>
          <a:prstGeom prst="rect">
            <a:avLst/>
          </a:prstGeom>
          <a:noFill/>
          <a:ln>
            <a:noFill/>
          </a:ln>
        </p:spPr>
      </p:pic>
      <p:sp>
        <p:nvSpPr>
          <p:cNvPr id="417" name="Google Shape;417;p29"/>
          <p:cNvSpPr/>
          <p:nvPr/>
        </p:nvSpPr>
        <p:spPr>
          <a:xfrm>
            <a:off x="1964911" y="3011100"/>
            <a:ext cx="199200" cy="1788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descr="A cartoon of a white and purple animal&#10;&#10;Description automatically generated" id="422" name="Google Shape;422;p30"/>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id="423" name="Google Shape;423;p30" title="School bus with stop sign | Free SVG"/>
          <p:cNvPicPr preferRelativeResize="0"/>
          <p:nvPr/>
        </p:nvPicPr>
        <p:blipFill rotWithShape="1">
          <a:blip r:embed="rId4">
            <a:alphaModFix/>
          </a:blip>
          <a:srcRect b="0" l="0" r="0" t="0"/>
          <a:stretch/>
        </p:blipFill>
        <p:spPr>
          <a:xfrm>
            <a:off x="3456925" y="233300"/>
            <a:ext cx="5377200" cy="5377200"/>
          </a:xfrm>
          <a:prstGeom prst="rect">
            <a:avLst/>
          </a:prstGeom>
          <a:noFill/>
          <a:ln>
            <a:noFill/>
          </a:ln>
        </p:spPr>
      </p:pic>
      <p:pic>
        <p:nvPicPr>
          <p:cNvPr id="424" name="Google Shape;424;p30" title="School Building | Free SVG"/>
          <p:cNvPicPr preferRelativeResize="0"/>
          <p:nvPr/>
        </p:nvPicPr>
        <p:blipFill rotWithShape="1">
          <a:blip r:embed="rId5">
            <a:alphaModFix/>
          </a:blip>
          <a:srcRect b="0" l="0" r="0" t="0"/>
          <a:stretch/>
        </p:blipFill>
        <p:spPr>
          <a:xfrm>
            <a:off x="290525" y="-380375"/>
            <a:ext cx="3455800" cy="3455800"/>
          </a:xfrm>
          <a:prstGeom prst="rect">
            <a:avLst/>
          </a:prstGeom>
          <a:noFill/>
          <a:ln>
            <a:noFill/>
          </a:ln>
        </p:spPr>
      </p:pic>
      <p:sp>
        <p:nvSpPr>
          <p:cNvPr id="425" name="Google Shape;425;p30"/>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26" name="Google Shape;426;p30" title="Cute fox | Free SVG"/>
          <p:cNvPicPr preferRelativeResize="0"/>
          <p:nvPr/>
        </p:nvPicPr>
        <p:blipFill rotWithShape="1">
          <a:blip r:embed="rId6">
            <a:alphaModFix/>
          </a:blip>
          <a:srcRect b="0" l="0" r="0" t="0"/>
          <a:stretch/>
        </p:blipFill>
        <p:spPr>
          <a:xfrm>
            <a:off x="1544025" y="2532412"/>
            <a:ext cx="948776" cy="948775"/>
          </a:xfrm>
          <a:prstGeom prst="rect">
            <a:avLst/>
          </a:prstGeom>
          <a:noFill/>
          <a:ln>
            <a:noFill/>
          </a:ln>
        </p:spPr>
      </p:pic>
      <p:pic>
        <p:nvPicPr>
          <p:cNvPr descr="A cartoon character with orange and white face&#10;&#10;Description automatically generated" id="427" name="Google Shape;427;p30"/>
          <p:cNvPicPr preferRelativeResize="0"/>
          <p:nvPr/>
        </p:nvPicPr>
        <p:blipFill rotWithShape="1">
          <a:blip r:embed="rId7">
            <a:alphaModFix/>
          </a:blip>
          <a:srcRect b="0" l="0" r="0" t="0"/>
          <a:stretch/>
        </p:blipFill>
        <p:spPr>
          <a:xfrm>
            <a:off x="2152300" y="3075425"/>
            <a:ext cx="1367325" cy="1669949"/>
          </a:xfrm>
          <a:prstGeom prst="rect">
            <a:avLst/>
          </a:prstGeom>
          <a:noFill/>
          <a:ln>
            <a:noFill/>
          </a:ln>
        </p:spPr>
      </p:pic>
      <p:sp>
        <p:nvSpPr>
          <p:cNvPr id="428" name="Google Shape;428;p30"/>
          <p:cNvSpPr/>
          <p:nvPr/>
        </p:nvSpPr>
        <p:spPr>
          <a:xfrm>
            <a:off x="1780988" y="2771250"/>
            <a:ext cx="567000" cy="568500"/>
          </a:xfrm>
          <a:prstGeom prst="noSmoking">
            <a:avLst>
              <a:gd fmla="val 18750" name="adj"/>
            </a:avLst>
          </a:prstGeom>
          <a:solidFill>
            <a:srgbClr val="CC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27"/>
                                        </p:tgtEl>
                                        <p:attrNameLst>
                                          <p:attrName>style.visibility</p:attrName>
                                        </p:attrNameLst>
                                      </p:cBhvr>
                                      <p:to>
                                        <p:strVal val="visible"/>
                                      </p:to>
                                    </p:set>
                                    <p:anim calcmode="lin" valueType="num">
                                      <p:cBhvr additive="base">
                                        <p:cTn dur="1800"/>
                                        <p:tgtEl>
                                          <p:spTgt spid="42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pic>
        <p:nvPicPr>
          <p:cNvPr descr="A cartoon of a white and purple animal&#10;&#10;Description automatically generated" id="433" name="Google Shape;433;p31"/>
          <p:cNvPicPr preferRelativeResize="0"/>
          <p:nvPr/>
        </p:nvPicPr>
        <p:blipFill rotWithShape="1">
          <a:blip r:embed="rId3">
            <a:alphaModFix/>
          </a:blip>
          <a:srcRect b="0" l="0" r="0" t="0"/>
          <a:stretch/>
        </p:blipFill>
        <p:spPr>
          <a:xfrm>
            <a:off x="714891" y="2968298"/>
            <a:ext cx="1437410" cy="1755556"/>
          </a:xfrm>
          <a:prstGeom prst="rect">
            <a:avLst/>
          </a:prstGeom>
          <a:noFill/>
          <a:ln>
            <a:noFill/>
          </a:ln>
        </p:spPr>
      </p:pic>
      <p:pic>
        <p:nvPicPr>
          <p:cNvPr id="434" name="Google Shape;434;p31" title="School bus with stop sign | Free SVG"/>
          <p:cNvPicPr preferRelativeResize="0"/>
          <p:nvPr/>
        </p:nvPicPr>
        <p:blipFill rotWithShape="1">
          <a:blip r:embed="rId4">
            <a:alphaModFix/>
          </a:blip>
          <a:srcRect b="0" l="0" r="0" t="0"/>
          <a:stretch/>
        </p:blipFill>
        <p:spPr>
          <a:xfrm>
            <a:off x="3456925" y="233300"/>
            <a:ext cx="5377200" cy="5377200"/>
          </a:xfrm>
          <a:prstGeom prst="rect">
            <a:avLst/>
          </a:prstGeom>
          <a:noFill/>
          <a:ln>
            <a:noFill/>
          </a:ln>
        </p:spPr>
      </p:pic>
      <p:pic>
        <p:nvPicPr>
          <p:cNvPr id="435" name="Google Shape;435;p31" title="School Building | Free SVG"/>
          <p:cNvPicPr preferRelativeResize="0"/>
          <p:nvPr/>
        </p:nvPicPr>
        <p:blipFill rotWithShape="1">
          <a:blip r:embed="rId5">
            <a:alphaModFix/>
          </a:blip>
          <a:srcRect b="0" l="0" r="0" t="0"/>
          <a:stretch/>
        </p:blipFill>
        <p:spPr>
          <a:xfrm>
            <a:off x="290525" y="-380375"/>
            <a:ext cx="3455800" cy="3455800"/>
          </a:xfrm>
          <a:prstGeom prst="rect">
            <a:avLst/>
          </a:prstGeom>
          <a:noFill/>
          <a:ln>
            <a:noFill/>
          </a:ln>
        </p:spPr>
      </p:pic>
      <p:sp>
        <p:nvSpPr>
          <p:cNvPr id="436" name="Google Shape;436;p31"/>
          <p:cNvSpPr/>
          <p:nvPr/>
        </p:nvSpPr>
        <p:spPr>
          <a:xfrm>
            <a:off x="1497950" y="2703300"/>
            <a:ext cx="1133100" cy="7044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37" name="Google Shape;437;p31"/>
          <p:cNvPicPr preferRelativeResize="0"/>
          <p:nvPr/>
        </p:nvPicPr>
        <p:blipFill rotWithShape="1">
          <a:blip r:embed="rId6">
            <a:alphaModFix/>
          </a:blip>
          <a:srcRect b="0" l="0" r="0" t="0"/>
          <a:stretch/>
        </p:blipFill>
        <p:spPr>
          <a:xfrm>
            <a:off x="1738088" y="2771249"/>
            <a:ext cx="652831" cy="568500"/>
          </a:xfrm>
          <a:prstGeom prst="rect">
            <a:avLst/>
          </a:prstGeom>
          <a:noFill/>
          <a:ln>
            <a:noFill/>
          </a:ln>
        </p:spPr>
      </p:pic>
      <p:pic>
        <p:nvPicPr>
          <p:cNvPr descr="A cartoon character with orange and white face&#10;&#10;Description automatically generated" id="438" name="Google Shape;438;p31"/>
          <p:cNvPicPr preferRelativeResize="0"/>
          <p:nvPr/>
        </p:nvPicPr>
        <p:blipFill rotWithShape="1">
          <a:blip r:embed="rId7">
            <a:alphaModFix/>
          </a:blip>
          <a:srcRect b="0" l="0" r="0" t="0"/>
          <a:stretch/>
        </p:blipFill>
        <p:spPr>
          <a:xfrm>
            <a:off x="2152300" y="3075425"/>
            <a:ext cx="1367325" cy="16699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pic>
        <p:nvPicPr>
          <p:cNvPr id="443" name="Google Shape;443;p32"/>
          <p:cNvPicPr preferRelativeResize="0"/>
          <p:nvPr/>
        </p:nvPicPr>
        <p:blipFill rotWithShape="1">
          <a:blip r:embed="rId3">
            <a:alphaModFix/>
          </a:blip>
          <a:srcRect b="0" l="0" r="0" t="0"/>
          <a:stretch/>
        </p:blipFill>
        <p:spPr>
          <a:xfrm>
            <a:off x="3334644" y="384525"/>
            <a:ext cx="2323880" cy="2323880"/>
          </a:xfrm>
          <a:prstGeom prst="rect">
            <a:avLst/>
          </a:prstGeom>
          <a:noFill/>
          <a:ln>
            <a:noFill/>
          </a:ln>
        </p:spPr>
      </p:pic>
      <p:pic>
        <p:nvPicPr>
          <p:cNvPr id="444" name="Google Shape;444;p32" title="Cute fox | Free SVG"/>
          <p:cNvPicPr preferRelativeResize="0"/>
          <p:nvPr/>
        </p:nvPicPr>
        <p:blipFill rotWithShape="1">
          <a:blip r:embed="rId4">
            <a:alphaModFix/>
          </a:blip>
          <a:srcRect b="0" l="0" r="0" t="0"/>
          <a:stretch/>
        </p:blipFill>
        <p:spPr>
          <a:xfrm>
            <a:off x="3583000" y="2983150"/>
            <a:ext cx="1357324" cy="13573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pic>
        <p:nvPicPr>
          <p:cNvPr id="449" name="Google Shape;449;p33"/>
          <p:cNvPicPr preferRelativeResize="0"/>
          <p:nvPr/>
        </p:nvPicPr>
        <p:blipFill rotWithShape="1">
          <a:blip r:embed="rId3">
            <a:alphaModFix/>
          </a:blip>
          <a:srcRect b="0" l="0" r="0" t="0"/>
          <a:stretch/>
        </p:blipFill>
        <p:spPr>
          <a:xfrm>
            <a:off x="3334644" y="384525"/>
            <a:ext cx="2323880" cy="2323880"/>
          </a:xfrm>
          <a:prstGeom prst="rect">
            <a:avLst/>
          </a:prstGeom>
          <a:noFill/>
          <a:ln>
            <a:noFill/>
          </a:ln>
        </p:spPr>
      </p:pic>
      <p:pic>
        <p:nvPicPr>
          <p:cNvPr id="450" name="Google Shape;450;p33"/>
          <p:cNvPicPr preferRelativeResize="0"/>
          <p:nvPr/>
        </p:nvPicPr>
        <p:blipFill rotWithShape="1">
          <a:blip r:embed="rId4">
            <a:alphaModFix/>
          </a:blip>
          <a:srcRect b="0" l="0" r="0" t="0"/>
          <a:stretch/>
        </p:blipFill>
        <p:spPr>
          <a:xfrm>
            <a:off x="3745149" y="2974100"/>
            <a:ext cx="1313650" cy="11439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34"/>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56" name="Google Shape;456;p34"/>
          <p:cNvSpPr/>
          <p:nvPr/>
        </p:nvSpPr>
        <p:spPr>
          <a:xfrm>
            <a:off x="4652975" y="1048605"/>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57" name="Google Shape;457;p34"/>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58" name="Google Shape;458;p34"/>
          <p:cNvSpPr/>
          <p:nvPr/>
        </p:nvSpPr>
        <p:spPr>
          <a:xfrm>
            <a:off x="4751702" y="225817"/>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59" name="Google Shape;459;p34"/>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60" name="Google Shape;460;p34"/>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61" name="Google Shape;461;p34"/>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62" name="Google Shape;462;p34"/>
          <p:cNvSpPr/>
          <p:nvPr/>
        </p:nvSpPr>
        <p:spPr>
          <a:xfrm>
            <a:off x="4552173" y="1867106"/>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63" name="Google Shape;463;p34"/>
          <p:cNvSpPr/>
          <p:nvPr/>
        </p:nvSpPr>
        <p:spPr>
          <a:xfrm>
            <a:off x="4489307" y="2688926"/>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64" name="Google Shape;464;p34"/>
          <p:cNvSpPr/>
          <p:nvPr/>
        </p:nvSpPr>
        <p:spPr>
          <a:xfrm>
            <a:off x="4407803" y="3518126"/>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65" name="Google Shape;465;p34"/>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66" name="Google Shape;466;p34"/>
          <p:cNvSpPr/>
          <p:nvPr/>
        </p:nvSpPr>
        <p:spPr>
          <a:xfrm>
            <a:off x="4345059" y="4346244"/>
            <a:ext cx="541800" cy="541800"/>
          </a:xfrm>
          <a:prstGeom prst="ellipse">
            <a:avLst/>
          </a:prstGeom>
          <a:solidFill>
            <a:srgbClr val="9FC5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67" name="Google Shape;467;p34"/>
          <p:cNvSpPr/>
          <p:nvPr/>
        </p:nvSpPr>
        <p:spPr>
          <a:xfrm>
            <a:off x="3866000" y="219450"/>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68" name="Google Shape;468;p34"/>
          <p:cNvSpPr/>
          <p:nvPr/>
        </p:nvSpPr>
        <p:spPr>
          <a:xfrm>
            <a:off x="3947500" y="1048600"/>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69" name="Google Shape;469;p34"/>
          <p:cNvSpPr/>
          <p:nvPr/>
        </p:nvSpPr>
        <p:spPr>
          <a:xfrm>
            <a:off x="4036150" y="1871738"/>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70" name="Google Shape;470;p34"/>
          <p:cNvSpPr/>
          <p:nvPr/>
        </p:nvSpPr>
        <p:spPr>
          <a:xfrm>
            <a:off x="4111175" y="2695663"/>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71" name="Google Shape;471;p34"/>
          <p:cNvSpPr/>
          <p:nvPr/>
        </p:nvSpPr>
        <p:spPr>
          <a:xfrm>
            <a:off x="4209900" y="3524675"/>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72" name="Google Shape;472;p34"/>
          <p:cNvSpPr/>
          <p:nvPr/>
        </p:nvSpPr>
        <p:spPr>
          <a:xfrm>
            <a:off x="4253125" y="4344313"/>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35"/>
          <p:cNvSpPr/>
          <p:nvPr/>
        </p:nvSpPr>
        <p:spPr>
          <a:xfrm>
            <a:off x="3775568" y="967894"/>
            <a:ext cx="1592700" cy="697200"/>
          </a:xfrm>
          <a:prstGeom prst="rect">
            <a:avLst/>
          </a:prstGeom>
          <a:solidFill>
            <a:srgbClr val="FFFFFF"/>
          </a:solidFill>
          <a:ln cap="flat" cmpd="sng" w="76200">
            <a:solidFill>
              <a:srgbClr val="FF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78" name="Google Shape;478;p35"/>
          <p:cNvSpPr/>
          <p:nvPr/>
        </p:nvSpPr>
        <p:spPr>
          <a:xfrm>
            <a:off x="4652975" y="1048605"/>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79" name="Google Shape;479;p35"/>
          <p:cNvSpPr/>
          <p:nvPr/>
        </p:nvSpPr>
        <p:spPr>
          <a:xfrm>
            <a:off x="3776753" y="148186"/>
            <a:ext cx="1592700" cy="697200"/>
          </a:xfrm>
          <a:prstGeom prst="rect">
            <a:avLst/>
          </a:prstGeom>
          <a:solidFill>
            <a:srgbClr val="FFFFFF"/>
          </a:solidFill>
          <a:ln cap="flat" cmpd="sng" w="76200">
            <a:solidFill>
              <a:srgbClr val="0070C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0" name="Google Shape;480;p35"/>
          <p:cNvSpPr/>
          <p:nvPr/>
        </p:nvSpPr>
        <p:spPr>
          <a:xfrm>
            <a:off x="4751702" y="225817"/>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1" name="Google Shape;481;p35"/>
          <p:cNvSpPr/>
          <p:nvPr/>
        </p:nvSpPr>
        <p:spPr>
          <a:xfrm>
            <a:off x="3775568" y="1793660"/>
            <a:ext cx="1592700" cy="697200"/>
          </a:xfrm>
          <a:prstGeom prst="rect">
            <a:avLst/>
          </a:prstGeom>
          <a:solidFill>
            <a:srgbClr val="FFFFFF"/>
          </a:solidFill>
          <a:ln cap="flat" cmpd="sng" w="76200">
            <a:solidFill>
              <a:srgbClr val="9A724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2" name="Google Shape;482;p35"/>
          <p:cNvSpPr/>
          <p:nvPr/>
        </p:nvSpPr>
        <p:spPr>
          <a:xfrm>
            <a:off x="3775568" y="2620182"/>
            <a:ext cx="1592700" cy="697200"/>
          </a:xfrm>
          <a:prstGeom prst="rect">
            <a:avLst/>
          </a:prstGeom>
          <a:solidFill>
            <a:srgbClr val="FFFFFF"/>
          </a:solidFill>
          <a:ln cap="flat" cmpd="sng" w="76200">
            <a:solidFill>
              <a:srgbClr val="FFC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3" name="Google Shape;483;p35"/>
          <p:cNvSpPr/>
          <p:nvPr/>
        </p:nvSpPr>
        <p:spPr>
          <a:xfrm>
            <a:off x="3775568" y="3442295"/>
            <a:ext cx="1592700" cy="697200"/>
          </a:xfrm>
          <a:prstGeom prst="rect">
            <a:avLst/>
          </a:prstGeom>
          <a:solidFill>
            <a:srgbClr val="FFFFFF"/>
          </a:solidFill>
          <a:ln cap="flat" cmpd="sng" w="76200">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4" name="Google Shape;484;p35"/>
          <p:cNvSpPr/>
          <p:nvPr/>
        </p:nvSpPr>
        <p:spPr>
          <a:xfrm>
            <a:off x="4552173" y="1867106"/>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5" name="Google Shape;485;p35"/>
          <p:cNvSpPr/>
          <p:nvPr/>
        </p:nvSpPr>
        <p:spPr>
          <a:xfrm>
            <a:off x="4489307" y="2688926"/>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6" name="Google Shape;486;p35"/>
          <p:cNvSpPr/>
          <p:nvPr/>
        </p:nvSpPr>
        <p:spPr>
          <a:xfrm>
            <a:off x="4407803" y="3518126"/>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7" name="Google Shape;487;p35"/>
          <p:cNvSpPr/>
          <p:nvPr/>
        </p:nvSpPr>
        <p:spPr>
          <a:xfrm>
            <a:off x="3775568" y="4273812"/>
            <a:ext cx="1592700" cy="697200"/>
          </a:xfrm>
          <a:prstGeom prst="rect">
            <a:avLst/>
          </a:prstGeom>
          <a:solidFill>
            <a:srgbClr val="FFFFFF"/>
          </a:solidFill>
          <a:ln cap="flat" cmpd="sng" w="76200">
            <a:solidFill>
              <a:srgbClr val="FF95C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Calibri"/>
              <a:ea typeface="Calibri"/>
              <a:cs typeface="Calibri"/>
              <a:sym typeface="Calibri"/>
            </a:endParaRPr>
          </a:p>
        </p:txBody>
      </p:sp>
      <p:sp>
        <p:nvSpPr>
          <p:cNvPr id="488" name="Google Shape;488;p35"/>
          <p:cNvSpPr/>
          <p:nvPr/>
        </p:nvSpPr>
        <p:spPr>
          <a:xfrm>
            <a:off x="4345059" y="4346244"/>
            <a:ext cx="541800" cy="541800"/>
          </a:xfrm>
          <a:prstGeom prst="ellipse">
            <a:avLst/>
          </a:prstGeom>
          <a:solidFill>
            <a:schemeClr val="accent2">
              <a:alpha val="50196"/>
            </a:scheme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Calibri"/>
              <a:ea typeface="Calibri"/>
              <a:cs typeface="Calibri"/>
              <a:sym typeface="Calibri"/>
            </a:endParaRPr>
          </a:p>
        </p:txBody>
      </p:sp>
      <p:sp>
        <p:nvSpPr>
          <p:cNvPr id="489" name="Google Shape;489;p35"/>
          <p:cNvSpPr/>
          <p:nvPr/>
        </p:nvSpPr>
        <p:spPr>
          <a:xfrm>
            <a:off x="3866000" y="219450"/>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0" name="Google Shape;490;p35"/>
          <p:cNvSpPr/>
          <p:nvPr/>
        </p:nvSpPr>
        <p:spPr>
          <a:xfrm>
            <a:off x="3947500" y="1048600"/>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1" name="Google Shape;491;p35"/>
          <p:cNvSpPr/>
          <p:nvPr/>
        </p:nvSpPr>
        <p:spPr>
          <a:xfrm>
            <a:off x="4036150" y="1871738"/>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2" name="Google Shape;492;p35"/>
          <p:cNvSpPr/>
          <p:nvPr/>
        </p:nvSpPr>
        <p:spPr>
          <a:xfrm>
            <a:off x="4111175" y="2695663"/>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3" name="Google Shape;493;p35"/>
          <p:cNvSpPr/>
          <p:nvPr/>
        </p:nvSpPr>
        <p:spPr>
          <a:xfrm>
            <a:off x="4209900" y="3524675"/>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
        <p:nvSpPr>
          <p:cNvPr id="494" name="Google Shape;494;p35"/>
          <p:cNvSpPr/>
          <p:nvPr/>
        </p:nvSpPr>
        <p:spPr>
          <a:xfrm>
            <a:off x="4253125" y="4344313"/>
            <a:ext cx="541800" cy="541800"/>
          </a:xfrm>
          <a:prstGeom prst="ellipse">
            <a:avLst/>
          </a:prstGeom>
          <a:solidFill>
            <a:srgbClr val="7030A0">
              <a:alpha val="50196"/>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pic>
        <p:nvPicPr>
          <p:cNvPr descr="A cartoon character with orange and white face&#10;&#10;Description automatically generated" id="499" name="Google Shape;499;p36"/>
          <p:cNvPicPr preferRelativeResize="0"/>
          <p:nvPr/>
        </p:nvPicPr>
        <p:blipFill rotWithShape="1">
          <a:blip r:embed="rId3">
            <a:alphaModFix/>
          </a:blip>
          <a:srcRect b="0" l="0" r="0" t="0"/>
          <a:stretch/>
        </p:blipFill>
        <p:spPr>
          <a:xfrm>
            <a:off x="2096975" y="1838150"/>
            <a:ext cx="1533500" cy="1872901"/>
          </a:xfrm>
          <a:prstGeom prst="rect">
            <a:avLst/>
          </a:prstGeom>
          <a:noFill/>
          <a:ln>
            <a:noFill/>
          </a:ln>
        </p:spPr>
      </p:pic>
      <p:pic>
        <p:nvPicPr>
          <p:cNvPr descr="A cartoon character with orange and white face&#10;&#10;Description automatically generated" id="500" name="Google Shape;500;p36"/>
          <p:cNvPicPr preferRelativeResize="0"/>
          <p:nvPr/>
        </p:nvPicPr>
        <p:blipFill rotWithShape="1">
          <a:blip r:embed="rId4">
            <a:alphaModFix/>
          </a:blip>
          <a:srcRect b="0" l="0" r="0" t="0"/>
          <a:stretch/>
        </p:blipFill>
        <p:spPr>
          <a:xfrm>
            <a:off x="5057025" y="1873812"/>
            <a:ext cx="1533500" cy="1872889"/>
          </a:xfrm>
          <a:prstGeom prst="rect">
            <a:avLst/>
          </a:prstGeom>
          <a:noFill/>
          <a:ln>
            <a:noFill/>
          </a:ln>
        </p:spPr>
      </p:pic>
      <p:sp>
        <p:nvSpPr>
          <p:cNvPr id="501" name="Google Shape;501;p36"/>
          <p:cNvSpPr txBox="1"/>
          <p:nvPr/>
        </p:nvSpPr>
        <p:spPr>
          <a:xfrm>
            <a:off x="2268175" y="927250"/>
            <a:ext cx="41085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Who do you think is a better friend?</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pic>
        <p:nvPicPr>
          <p:cNvPr descr="A cartoon character with orange and white face&#10;&#10;Description automatically generated" id="506" name="Google Shape;506;p37"/>
          <p:cNvPicPr preferRelativeResize="0"/>
          <p:nvPr/>
        </p:nvPicPr>
        <p:blipFill rotWithShape="1">
          <a:blip r:embed="rId3">
            <a:alphaModFix/>
          </a:blip>
          <a:srcRect b="0" l="0" r="0" t="0"/>
          <a:stretch/>
        </p:blipFill>
        <p:spPr>
          <a:xfrm>
            <a:off x="2096975" y="1838150"/>
            <a:ext cx="1533500" cy="1872901"/>
          </a:xfrm>
          <a:prstGeom prst="rect">
            <a:avLst/>
          </a:prstGeom>
          <a:noFill/>
          <a:ln>
            <a:noFill/>
          </a:ln>
        </p:spPr>
      </p:pic>
      <p:pic>
        <p:nvPicPr>
          <p:cNvPr descr="A cartoon character with orange and white face&#10;&#10;Description automatically generated" id="507" name="Google Shape;507;p37"/>
          <p:cNvPicPr preferRelativeResize="0"/>
          <p:nvPr/>
        </p:nvPicPr>
        <p:blipFill rotWithShape="1">
          <a:blip r:embed="rId4">
            <a:alphaModFix/>
          </a:blip>
          <a:srcRect b="0" l="0" r="0" t="0"/>
          <a:stretch/>
        </p:blipFill>
        <p:spPr>
          <a:xfrm>
            <a:off x="5057025" y="1873812"/>
            <a:ext cx="1533500" cy="1872889"/>
          </a:xfrm>
          <a:prstGeom prst="rect">
            <a:avLst/>
          </a:prstGeom>
          <a:noFill/>
          <a:ln>
            <a:noFill/>
          </a:ln>
        </p:spPr>
      </p:pic>
      <p:pic>
        <p:nvPicPr>
          <p:cNvPr descr="Vanilla ice cream in cone vector image | Free SVG" id="508" name="Google Shape;508;p37"/>
          <p:cNvPicPr preferRelativeResize="0"/>
          <p:nvPr/>
        </p:nvPicPr>
        <p:blipFill rotWithShape="1">
          <a:blip r:embed="rId5">
            <a:alphaModFix/>
          </a:blip>
          <a:srcRect b="0" l="0" r="0" t="0"/>
          <a:stretch/>
        </p:blipFill>
        <p:spPr>
          <a:xfrm>
            <a:off x="3447675" y="2773675"/>
            <a:ext cx="1609350" cy="16093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descr="A cartoon character with orange and white face&#10;&#10;Description automatically generated" id="513" name="Google Shape;513;p38"/>
          <p:cNvPicPr preferRelativeResize="0"/>
          <p:nvPr/>
        </p:nvPicPr>
        <p:blipFill rotWithShape="1">
          <a:blip r:embed="rId3">
            <a:alphaModFix/>
          </a:blip>
          <a:srcRect b="0" l="0" r="0" t="0"/>
          <a:stretch/>
        </p:blipFill>
        <p:spPr>
          <a:xfrm>
            <a:off x="2096975" y="1838150"/>
            <a:ext cx="1533500" cy="1872901"/>
          </a:xfrm>
          <a:prstGeom prst="rect">
            <a:avLst/>
          </a:prstGeom>
          <a:noFill/>
          <a:ln>
            <a:noFill/>
          </a:ln>
        </p:spPr>
      </p:pic>
      <p:pic>
        <p:nvPicPr>
          <p:cNvPr descr="A cartoon character with orange and white face&#10;&#10;Description automatically generated" id="514" name="Google Shape;514;p38"/>
          <p:cNvPicPr preferRelativeResize="0"/>
          <p:nvPr/>
        </p:nvPicPr>
        <p:blipFill rotWithShape="1">
          <a:blip r:embed="rId4">
            <a:alphaModFix/>
          </a:blip>
          <a:srcRect b="0" l="0" r="0" t="0"/>
          <a:stretch/>
        </p:blipFill>
        <p:spPr>
          <a:xfrm>
            <a:off x="5057025" y="1873812"/>
            <a:ext cx="1533500" cy="1872889"/>
          </a:xfrm>
          <a:prstGeom prst="rect">
            <a:avLst/>
          </a:prstGeom>
          <a:noFill/>
          <a:ln>
            <a:noFill/>
          </a:ln>
        </p:spPr>
      </p:pic>
      <p:pic>
        <p:nvPicPr>
          <p:cNvPr descr="Foffee collection | Free SVG" id="515" name="Google Shape;515;p38"/>
          <p:cNvPicPr preferRelativeResize="0"/>
          <p:nvPr/>
        </p:nvPicPr>
        <p:blipFill rotWithShape="1">
          <a:blip r:embed="rId5">
            <a:alphaModFix/>
          </a:blip>
          <a:srcRect b="0" l="0" r="0" t="0"/>
          <a:stretch/>
        </p:blipFill>
        <p:spPr>
          <a:xfrm>
            <a:off x="3821900" y="2259100"/>
            <a:ext cx="1301876" cy="13018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pic>
        <p:nvPicPr>
          <p:cNvPr id="520" name="Google Shape;520;p39" title="Playground Slide2 | Free SVG"/>
          <p:cNvPicPr preferRelativeResize="0"/>
          <p:nvPr/>
        </p:nvPicPr>
        <p:blipFill rotWithShape="1">
          <a:blip r:embed="rId3">
            <a:alphaModFix/>
          </a:blip>
          <a:srcRect b="0" l="0" r="0" t="0"/>
          <a:stretch/>
        </p:blipFill>
        <p:spPr>
          <a:xfrm flipH="1">
            <a:off x="138100" y="379150"/>
            <a:ext cx="2597700" cy="2597700"/>
          </a:xfrm>
          <a:prstGeom prst="rect">
            <a:avLst/>
          </a:prstGeom>
          <a:noFill/>
          <a:ln>
            <a:noFill/>
          </a:ln>
        </p:spPr>
      </p:pic>
      <p:pic>
        <p:nvPicPr>
          <p:cNvPr descr="A cartoon of a white and purple animal&#10;&#10;Description automatically generated" id="521" name="Google Shape;521;p39"/>
          <p:cNvPicPr preferRelativeResize="0"/>
          <p:nvPr/>
        </p:nvPicPr>
        <p:blipFill rotWithShape="1">
          <a:blip r:embed="rId4">
            <a:alphaModFix/>
          </a:blip>
          <a:srcRect b="0" l="0" r="0" t="0"/>
          <a:stretch/>
        </p:blipFill>
        <p:spPr>
          <a:xfrm>
            <a:off x="2666991" y="2143060"/>
            <a:ext cx="1437410" cy="1755556"/>
          </a:xfrm>
          <a:prstGeom prst="rect">
            <a:avLst/>
          </a:prstGeom>
          <a:noFill/>
          <a:ln>
            <a:noFill/>
          </a:ln>
        </p:spPr>
      </p:pic>
      <p:pic>
        <p:nvPicPr>
          <p:cNvPr id="522" name="Google Shape;522;p39" title="Public Domain Clip Art Image | Sandbox | ID: 13932766213513 ..."/>
          <p:cNvPicPr preferRelativeResize="0"/>
          <p:nvPr/>
        </p:nvPicPr>
        <p:blipFill rotWithShape="1">
          <a:blip r:embed="rId5">
            <a:alphaModFix/>
          </a:blip>
          <a:srcRect b="0" l="0" r="0" t="0"/>
          <a:stretch/>
        </p:blipFill>
        <p:spPr>
          <a:xfrm rot="-447145">
            <a:off x="3828550" y="2817775"/>
            <a:ext cx="3875828" cy="1262275"/>
          </a:xfrm>
          <a:prstGeom prst="rect">
            <a:avLst/>
          </a:prstGeom>
          <a:noFill/>
          <a:ln>
            <a:noFill/>
          </a:ln>
        </p:spPr>
      </p:pic>
      <p:sp>
        <p:nvSpPr>
          <p:cNvPr id="523" name="Google Shape;523;p39"/>
          <p:cNvSpPr/>
          <p:nvPr/>
        </p:nvSpPr>
        <p:spPr>
          <a:xfrm>
            <a:off x="3478975" y="1718550"/>
            <a:ext cx="1153364" cy="77895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24" name="Google Shape;524;p39" title="Cute fox | Free SVG"/>
          <p:cNvPicPr preferRelativeResize="0"/>
          <p:nvPr/>
        </p:nvPicPr>
        <p:blipFill rotWithShape="1">
          <a:blip r:embed="rId6">
            <a:alphaModFix/>
          </a:blip>
          <a:srcRect b="0" l="0" r="0" t="0"/>
          <a:stretch/>
        </p:blipFill>
        <p:spPr>
          <a:xfrm>
            <a:off x="3551674" y="1668672"/>
            <a:ext cx="948775" cy="948775"/>
          </a:xfrm>
          <a:prstGeom prst="rect">
            <a:avLst/>
          </a:prstGeom>
          <a:noFill/>
          <a:ln>
            <a:noFill/>
          </a:ln>
        </p:spPr>
      </p:pic>
      <p:pic>
        <p:nvPicPr>
          <p:cNvPr descr="A cartoon of a white and purple animal&#10;&#10;Description automatically generated" id="525" name="Google Shape;525;p39"/>
          <p:cNvPicPr preferRelativeResize="0"/>
          <p:nvPr/>
        </p:nvPicPr>
        <p:blipFill rotWithShape="1">
          <a:blip r:embed="rId7">
            <a:alphaModFix/>
          </a:blip>
          <a:srcRect b="0" l="0" r="0" t="0"/>
          <a:stretch/>
        </p:blipFill>
        <p:spPr>
          <a:xfrm>
            <a:off x="7511700" y="2253550"/>
            <a:ext cx="1487350" cy="1816549"/>
          </a:xfrm>
          <a:prstGeom prst="rect">
            <a:avLst/>
          </a:prstGeom>
          <a:noFill/>
          <a:ln>
            <a:noFill/>
          </a:ln>
        </p:spPr>
      </p:pic>
      <p:sp>
        <p:nvSpPr>
          <p:cNvPr id="526" name="Google Shape;526;p39"/>
          <p:cNvSpPr/>
          <p:nvPr/>
        </p:nvSpPr>
        <p:spPr>
          <a:xfrm flipH="1">
            <a:off x="2081700" y="1715604"/>
            <a:ext cx="1276599" cy="781896"/>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27" name="Google Shape;527;p39"/>
          <p:cNvPicPr preferRelativeResize="0"/>
          <p:nvPr/>
        </p:nvPicPr>
        <p:blipFill rotWithShape="1">
          <a:blip r:embed="rId8">
            <a:alphaModFix/>
          </a:blip>
          <a:srcRect b="0" l="0" r="0" t="0"/>
          <a:stretch/>
        </p:blipFill>
        <p:spPr>
          <a:xfrm>
            <a:off x="2407938" y="1823699"/>
            <a:ext cx="652831" cy="568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521"/>
                                        </p:tgtEl>
                                        <p:attrNameLst>
                                          <p:attrName>style.visibility</p:attrName>
                                        </p:attrNameLst>
                                      </p:cBhvr>
                                      <p:to>
                                        <p:strVal val="visible"/>
                                      </p:to>
                                    </p:set>
                                    <p:anim calcmode="lin" valueType="num">
                                      <p:cBhvr additive="base">
                                        <p:cTn dur="1700"/>
                                        <p:tgtEl>
                                          <p:spTgt spid="52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25"/>
                                        </p:tgtEl>
                                        <p:attrNameLst>
                                          <p:attrName>style.visibility</p:attrName>
                                        </p:attrNameLst>
                                      </p:cBhvr>
                                      <p:to>
                                        <p:strVal val="visible"/>
                                      </p:to>
                                    </p:set>
                                    <p:anim calcmode="lin" valueType="num">
                                      <p:cBhvr additive="base">
                                        <p:cTn dur="1500"/>
                                        <p:tgtEl>
                                          <p:spTgt spid="52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pic>
        <p:nvPicPr>
          <p:cNvPr descr="A cartoon of a white and purple animal&#10;&#10;Description automatically generated" id="532" name="Google Shape;532;p40"/>
          <p:cNvPicPr preferRelativeResize="0"/>
          <p:nvPr/>
        </p:nvPicPr>
        <p:blipFill rotWithShape="1">
          <a:blip r:embed="rId3">
            <a:alphaModFix/>
          </a:blip>
          <a:srcRect b="0" l="0" r="0" t="0"/>
          <a:stretch/>
        </p:blipFill>
        <p:spPr>
          <a:xfrm>
            <a:off x="2122541" y="2911973"/>
            <a:ext cx="1437410" cy="1755556"/>
          </a:xfrm>
          <a:prstGeom prst="rect">
            <a:avLst/>
          </a:prstGeom>
          <a:noFill/>
          <a:ln>
            <a:noFill/>
          </a:ln>
        </p:spPr>
      </p:pic>
      <p:pic>
        <p:nvPicPr>
          <p:cNvPr descr="A cartoon of a white and purple animal&#10;&#10;Description automatically generated" id="533" name="Google Shape;533;p40"/>
          <p:cNvPicPr preferRelativeResize="0"/>
          <p:nvPr/>
        </p:nvPicPr>
        <p:blipFill rotWithShape="1">
          <a:blip r:embed="rId3">
            <a:alphaModFix/>
          </a:blip>
          <a:srcRect b="0" l="0" r="0" t="0"/>
          <a:stretch/>
        </p:blipFill>
        <p:spPr>
          <a:xfrm>
            <a:off x="4763425" y="2139150"/>
            <a:ext cx="2180825" cy="2663526"/>
          </a:xfrm>
          <a:prstGeom prst="rect">
            <a:avLst/>
          </a:prstGeom>
          <a:noFill/>
          <a:ln>
            <a:noFill/>
          </a:ln>
        </p:spPr>
      </p:pic>
      <p:sp>
        <p:nvSpPr>
          <p:cNvPr id="534" name="Google Shape;534;p40"/>
          <p:cNvSpPr/>
          <p:nvPr/>
        </p:nvSpPr>
        <p:spPr>
          <a:xfrm flipH="1">
            <a:off x="1458150" y="2349200"/>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40"/>
          <p:cNvSpPr/>
          <p:nvPr/>
        </p:nvSpPr>
        <p:spPr>
          <a:xfrm>
            <a:off x="2927200" y="2349200"/>
            <a:ext cx="1239851"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36" name="Google Shape;536;p40"/>
          <p:cNvPicPr preferRelativeResize="0"/>
          <p:nvPr/>
        </p:nvPicPr>
        <p:blipFill rotWithShape="1">
          <a:blip r:embed="rId4">
            <a:alphaModFix/>
          </a:blip>
          <a:srcRect b="0" l="0" r="0" t="0"/>
          <a:stretch/>
        </p:blipFill>
        <p:spPr>
          <a:xfrm>
            <a:off x="1784375" y="2471299"/>
            <a:ext cx="652831" cy="568500"/>
          </a:xfrm>
          <a:prstGeom prst="rect">
            <a:avLst/>
          </a:prstGeom>
          <a:noFill/>
          <a:ln>
            <a:noFill/>
          </a:ln>
        </p:spPr>
      </p:pic>
      <p:pic>
        <p:nvPicPr>
          <p:cNvPr id="537" name="Google Shape;537;p40" title="Cute fox | Free SVG"/>
          <p:cNvPicPr preferRelativeResize="0"/>
          <p:nvPr/>
        </p:nvPicPr>
        <p:blipFill rotWithShape="1">
          <a:blip r:embed="rId5">
            <a:alphaModFix/>
          </a:blip>
          <a:srcRect b="0" l="0" r="0" t="0"/>
          <a:stretch/>
        </p:blipFill>
        <p:spPr>
          <a:xfrm>
            <a:off x="3029350" y="2260912"/>
            <a:ext cx="948776" cy="948775"/>
          </a:xfrm>
          <a:prstGeom prst="rect">
            <a:avLst/>
          </a:prstGeom>
          <a:noFill/>
          <a:ln>
            <a:noFill/>
          </a:ln>
        </p:spPr>
      </p:pic>
      <p:pic>
        <p:nvPicPr>
          <p:cNvPr descr="Small Trees | Free SVG" id="538" name="Google Shape;538;p40"/>
          <p:cNvPicPr preferRelativeResize="0"/>
          <p:nvPr/>
        </p:nvPicPr>
        <p:blipFill rotWithShape="1">
          <a:blip r:embed="rId6">
            <a:alphaModFix/>
          </a:blip>
          <a:srcRect b="0" l="0" r="0" t="0"/>
          <a:stretch/>
        </p:blipFill>
        <p:spPr>
          <a:xfrm>
            <a:off x="78150" y="304800"/>
            <a:ext cx="2044400" cy="2044400"/>
          </a:xfrm>
          <a:prstGeom prst="rect">
            <a:avLst/>
          </a:prstGeom>
          <a:noFill/>
          <a:ln>
            <a:noFill/>
          </a:ln>
        </p:spPr>
      </p:pic>
      <p:pic>
        <p:nvPicPr>
          <p:cNvPr descr="Small Trees | Free SVG" id="539" name="Google Shape;539;p40"/>
          <p:cNvPicPr preferRelativeResize="0"/>
          <p:nvPr/>
        </p:nvPicPr>
        <p:blipFill rotWithShape="1">
          <a:blip r:embed="rId6">
            <a:alphaModFix/>
          </a:blip>
          <a:srcRect b="0" l="0" r="0" t="0"/>
          <a:stretch/>
        </p:blipFill>
        <p:spPr>
          <a:xfrm>
            <a:off x="6784500" y="426900"/>
            <a:ext cx="2044399" cy="204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33"/>
                                        </p:tgtEl>
                                        <p:attrNameLst>
                                          <p:attrName>style.visibility</p:attrName>
                                        </p:attrNameLst>
                                      </p:cBhvr>
                                      <p:to>
                                        <p:strVal val="visible"/>
                                      </p:to>
                                    </p:set>
                                    <p:anim calcmode="lin" valueType="num">
                                      <p:cBhvr additive="base">
                                        <p:cTn dur="2100"/>
                                        <p:tgtEl>
                                          <p:spTgt spid="53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pic>
        <p:nvPicPr>
          <p:cNvPr descr="A cartoon of a white and purple animal&#10;&#10;Description automatically generated" id="544" name="Google Shape;544;p41"/>
          <p:cNvPicPr preferRelativeResize="0"/>
          <p:nvPr/>
        </p:nvPicPr>
        <p:blipFill rotWithShape="1">
          <a:blip r:embed="rId3">
            <a:alphaModFix/>
          </a:blip>
          <a:srcRect b="0" l="0" r="0" t="0"/>
          <a:stretch/>
        </p:blipFill>
        <p:spPr>
          <a:xfrm>
            <a:off x="2122541" y="2911973"/>
            <a:ext cx="1437410" cy="1755556"/>
          </a:xfrm>
          <a:prstGeom prst="rect">
            <a:avLst/>
          </a:prstGeom>
          <a:noFill/>
          <a:ln>
            <a:noFill/>
          </a:ln>
        </p:spPr>
      </p:pic>
      <p:pic>
        <p:nvPicPr>
          <p:cNvPr descr="A cartoon of a white and purple animal&#10;&#10;Description automatically generated" id="545" name="Google Shape;545;p41"/>
          <p:cNvPicPr preferRelativeResize="0"/>
          <p:nvPr/>
        </p:nvPicPr>
        <p:blipFill rotWithShape="1">
          <a:blip r:embed="rId4">
            <a:alphaModFix/>
          </a:blip>
          <a:srcRect b="0" l="0" r="0" t="0"/>
          <a:stretch/>
        </p:blipFill>
        <p:spPr>
          <a:xfrm>
            <a:off x="4763425" y="2139150"/>
            <a:ext cx="2180825" cy="2663526"/>
          </a:xfrm>
          <a:prstGeom prst="rect">
            <a:avLst/>
          </a:prstGeom>
          <a:noFill/>
          <a:ln>
            <a:noFill/>
          </a:ln>
        </p:spPr>
      </p:pic>
      <p:sp>
        <p:nvSpPr>
          <p:cNvPr id="546" name="Google Shape;546;p41"/>
          <p:cNvSpPr/>
          <p:nvPr/>
        </p:nvSpPr>
        <p:spPr>
          <a:xfrm flipH="1">
            <a:off x="1458150" y="2349200"/>
            <a:ext cx="1305300" cy="812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41"/>
          <p:cNvSpPr/>
          <p:nvPr/>
        </p:nvSpPr>
        <p:spPr>
          <a:xfrm>
            <a:off x="2927200" y="2349198"/>
            <a:ext cx="1216250" cy="812701"/>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48" name="Google Shape;548;p41"/>
          <p:cNvPicPr preferRelativeResize="0"/>
          <p:nvPr/>
        </p:nvPicPr>
        <p:blipFill rotWithShape="1">
          <a:blip r:embed="rId5">
            <a:alphaModFix/>
          </a:blip>
          <a:srcRect b="0" l="0" r="0" t="0"/>
          <a:stretch/>
        </p:blipFill>
        <p:spPr>
          <a:xfrm>
            <a:off x="1784375" y="2471299"/>
            <a:ext cx="652831" cy="568500"/>
          </a:xfrm>
          <a:prstGeom prst="rect">
            <a:avLst/>
          </a:prstGeom>
          <a:noFill/>
          <a:ln>
            <a:noFill/>
          </a:ln>
        </p:spPr>
      </p:pic>
      <p:pic>
        <p:nvPicPr>
          <p:cNvPr id="549" name="Google Shape;549;p41" title="Cute fox | Free SVG"/>
          <p:cNvPicPr preferRelativeResize="0"/>
          <p:nvPr/>
        </p:nvPicPr>
        <p:blipFill rotWithShape="1">
          <a:blip r:embed="rId6">
            <a:alphaModFix/>
          </a:blip>
          <a:srcRect b="0" l="0" r="0" t="0"/>
          <a:stretch/>
        </p:blipFill>
        <p:spPr>
          <a:xfrm>
            <a:off x="3029350" y="2260912"/>
            <a:ext cx="948776" cy="948775"/>
          </a:xfrm>
          <a:prstGeom prst="rect">
            <a:avLst/>
          </a:prstGeom>
          <a:noFill/>
          <a:ln>
            <a:noFill/>
          </a:ln>
        </p:spPr>
      </p:pic>
      <p:pic>
        <p:nvPicPr>
          <p:cNvPr descr="Small Trees | Free SVG" id="550" name="Google Shape;550;p41"/>
          <p:cNvPicPr preferRelativeResize="0"/>
          <p:nvPr/>
        </p:nvPicPr>
        <p:blipFill rotWithShape="1">
          <a:blip r:embed="rId7">
            <a:alphaModFix/>
          </a:blip>
          <a:srcRect b="0" l="0" r="0" t="0"/>
          <a:stretch/>
        </p:blipFill>
        <p:spPr>
          <a:xfrm>
            <a:off x="78150" y="304800"/>
            <a:ext cx="2044400" cy="2044400"/>
          </a:xfrm>
          <a:prstGeom prst="rect">
            <a:avLst/>
          </a:prstGeom>
          <a:noFill/>
          <a:ln>
            <a:noFill/>
          </a:ln>
        </p:spPr>
      </p:pic>
      <p:pic>
        <p:nvPicPr>
          <p:cNvPr descr="Small Trees | Free SVG" id="551" name="Google Shape;551;p41"/>
          <p:cNvPicPr preferRelativeResize="0"/>
          <p:nvPr/>
        </p:nvPicPr>
        <p:blipFill rotWithShape="1">
          <a:blip r:embed="rId7">
            <a:alphaModFix/>
          </a:blip>
          <a:srcRect b="0" l="0" r="0" t="0"/>
          <a:stretch/>
        </p:blipFill>
        <p:spPr>
          <a:xfrm>
            <a:off x="6435425" y="370575"/>
            <a:ext cx="2044399" cy="204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545"/>
                                        </p:tgtEl>
                                        <p:attrNameLst>
                                          <p:attrName>style.visibility</p:attrName>
                                        </p:attrNameLst>
                                      </p:cBhvr>
                                      <p:to>
                                        <p:strVal val="visible"/>
                                      </p:to>
                                    </p:set>
                                    <p:anim calcmode="lin" valueType="num">
                                      <p:cBhvr additive="base">
                                        <p:cTn dur="2200"/>
                                        <p:tgtEl>
                                          <p:spTgt spid="54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5" name="Shape 555"/>
        <p:cNvGrpSpPr/>
        <p:nvPr/>
      </p:nvGrpSpPr>
      <p:grpSpPr>
        <a:xfrm>
          <a:off x="0" y="0"/>
          <a:ext cx="0" cy="0"/>
          <a:chOff x="0" y="0"/>
          <a:chExt cx="0" cy="0"/>
        </a:xfrm>
      </p:grpSpPr>
      <p:sp>
        <p:nvSpPr>
          <p:cNvPr id="556" name="Google Shape;556;p42"/>
          <p:cNvSpPr/>
          <p:nvPr/>
        </p:nvSpPr>
        <p:spPr>
          <a:xfrm>
            <a:off x="1143" y="0"/>
            <a:ext cx="9141900" cy="5143500"/>
          </a:xfrm>
          <a:prstGeom prst="rect">
            <a:avLst/>
          </a:prstGeom>
          <a:no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A blue sky with clouds and text&#10;&#10;Description automatically generated" id="557" name="Google Shape;557;p42"/>
          <p:cNvPicPr preferRelativeResize="0"/>
          <p:nvPr/>
        </p:nvPicPr>
        <p:blipFill rotWithShape="1">
          <a:blip r:embed="rId3">
            <a:alphaModFix/>
          </a:blip>
          <a:srcRect b="19" l="0" r="0" t="0"/>
          <a:stretch/>
        </p:blipFill>
        <p:spPr>
          <a:xfrm>
            <a:off x="15" y="962"/>
            <a:ext cx="9143987" cy="514253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563" name="Google Shape;563;p4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564" name="Google Shape;564;p43"/>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570" name="Google Shape;570;p4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571" name="Google Shape;571;p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