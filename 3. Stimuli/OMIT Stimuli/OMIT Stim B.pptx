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62"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Lst>
  <p:sldSz cy="5143500" cx="9144000"/>
  <p:notesSz cx="6858000" cy="9144000"/>
  <p:embeddedFontLst>
    <p:embeddedFont>
      <p:font typeface="Helvetica Neue"/>
      <p:regular r:id="rId51"/>
      <p:bold r:id="rId52"/>
      <p:italic r:id="rId53"/>
      <p:boldItalic r:id="rId54"/>
    </p:embeddedFont>
    <p:embeddedFont>
      <p:font typeface="Helvetica Neue Light"/>
      <p:regular r:id="rId55"/>
      <p:bold r:id="rId56"/>
      <p:italic r:id="rId57"/>
      <p:boldItalic r:id="rId5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59" roundtripDataSignature="AMtx7mhvwqir2sW+0L/PftX0idCUJr4tM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font" Target="fonts/HelveticaNeue-regular.fntdata"/><Relationship Id="rId50" Type="http://schemas.openxmlformats.org/officeDocument/2006/relationships/slide" Target="slides/slide44.xml"/><Relationship Id="rId53" Type="http://schemas.openxmlformats.org/officeDocument/2006/relationships/font" Target="fonts/HelveticaNeue-italic.fntdata"/><Relationship Id="rId52" Type="http://schemas.openxmlformats.org/officeDocument/2006/relationships/font" Target="fonts/HelveticaNeue-bold.fntdata"/><Relationship Id="rId11" Type="http://schemas.openxmlformats.org/officeDocument/2006/relationships/slide" Target="slides/slide5.xml"/><Relationship Id="rId55" Type="http://schemas.openxmlformats.org/officeDocument/2006/relationships/font" Target="fonts/HelveticaNeueLight-regular.fntdata"/><Relationship Id="rId10" Type="http://schemas.openxmlformats.org/officeDocument/2006/relationships/slide" Target="slides/slide4.xml"/><Relationship Id="rId54" Type="http://schemas.openxmlformats.org/officeDocument/2006/relationships/font" Target="fonts/HelveticaNeue-boldItalic.fntdata"/><Relationship Id="rId13" Type="http://schemas.openxmlformats.org/officeDocument/2006/relationships/slide" Target="slides/slide7.xml"/><Relationship Id="rId57" Type="http://schemas.openxmlformats.org/officeDocument/2006/relationships/font" Target="fonts/HelveticaNeueLight-italic.fntdata"/><Relationship Id="rId12" Type="http://schemas.openxmlformats.org/officeDocument/2006/relationships/slide" Target="slides/slide6.xml"/><Relationship Id="rId56" Type="http://schemas.openxmlformats.org/officeDocument/2006/relationships/font" Target="fonts/HelveticaNeueLight-bold.fntdata"/><Relationship Id="rId15" Type="http://schemas.openxmlformats.org/officeDocument/2006/relationships/slide" Target="slides/slide9.xml"/><Relationship Id="rId59" Type="http://customschemas.google.com/relationships/presentationmetadata" Target="metadata"/><Relationship Id="rId14" Type="http://schemas.openxmlformats.org/officeDocument/2006/relationships/slide" Target="slides/slide8.xml"/><Relationship Id="rId58" Type="http://schemas.openxmlformats.org/officeDocument/2006/relationships/font" Target="fonts/HelveticaNeueLight-boldItalic.fntdata"/><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9" name="Google Shape;139;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6" name="Google Shape;146;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3: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 name="Google Shape;153;p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9" name="Google Shape;159;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 name="Google Shape;166;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0" i="0" lang="en" sz="1800" u="none" strike="noStrike">
                <a:solidFill>
                  <a:srgbClr val="000000"/>
                </a:solidFill>
                <a:latin typeface="Arial"/>
                <a:ea typeface="Arial"/>
                <a:cs typeface="Arial"/>
                <a:sym typeface="Arial"/>
              </a:rPr>
              <a:t>First, we’re going to look at some shapes. [child name], I want you to imagine the two shapes in each box to be two people. </a:t>
            </a:r>
            <a:endParaRPr sz="1800"/>
          </a:p>
          <a:p>
            <a:pPr indent="0" lvl="0" marL="0" rtl="0" algn="l">
              <a:lnSpc>
                <a:spcPct val="100000"/>
              </a:lnSpc>
              <a:spcBef>
                <a:spcPts val="0"/>
              </a:spcBef>
              <a:spcAft>
                <a:spcPts val="0"/>
              </a:spcAft>
              <a:buSzPts val="1100"/>
              <a:buNone/>
            </a:pPr>
            <a:r>
              <a:t/>
            </a:r>
            <a:endParaRPr b="0" i="0" sz="1800" u="none" strike="noStrike">
              <a:solidFill>
                <a:srgbClr val="000000"/>
              </a:solidFill>
              <a:latin typeface="Arial"/>
              <a:ea typeface="Arial"/>
              <a:cs typeface="Arial"/>
              <a:sym typeface="Arial"/>
            </a:endParaRPr>
          </a:p>
          <a:p>
            <a:pPr indent="0" lvl="0" marL="0" rtl="0" algn="l">
              <a:lnSpc>
                <a:spcPct val="100000"/>
              </a:lnSpc>
              <a:spcBef>
                <a:spcPts val="0"/>
              </a:spcBef>
              <a:spcAft>
                <a:spcPts val="0"/>
              </a:spcAft>
              <a:buSzPts val="1100"/>
              <a:buNone/>
            </a:pPr>
            <a:r>
              <a:rPr b="0" i="0" lang="en" sz="1800" u="none" strike="noStrike">
                <a:solidFill>
                  <a:srgbClr val="000000"/>
                </a:solidFill>
                <a:latin typeface="Arial"/>
                <a:ea typeface="Arial"/>
                <a:cs typeface="Arial"/>
                <a:sym typeface="Arial"/>
              </a:rPr>
              <a:t>What colors are the boxes?</a:t>
            </a:r>
            <a:endParaRPr b="0" sz="1800"/>
          </a:p>
          <a:p>
            <a:pPr indent="0" lvl="0" marL="0" rtl="0" algn="l">
              <a:lnSpc>
                <a:spcPct val="100000"/>
              </a:lnSpc>
              <a:spcBef>
                <a:spcPts val="0"/>
              </a:spcBef>
              <a:spcAft>
                <a:spcPts val="0"/>
              </a:spcAft>
              <a:buSzPts val="1100"/>
              <a:buNone/>
            </a:pPr>
            <a:br>
              <a:rPr b="0" lang="en" sz="1800"/>
            </a:br>
            <a:r>
              <a:rPr b="1" i="0" lang="en" sz="1800" u="none" strike="noStrike">
                <a:solidFill>
                  <a:srgbClr val="000000"/>
                </a:solidFill>
                <a:latin typeface="Arial"/>
                <a:ea typeface="Arial"/>
                <a:cs typeface="Arial"/>
                <a:sym typeface="Arial"/>
              </a:rPr>
              <a:t>Warmup 1: </a:t>
            </a:r>
            <a:r>
              <a:rPr b="0" i="0" lang="en" sz="1800" u="none" strike="noStrike">
                <a:solidFill>
                  <a:srgbClr val="000000"/>
                </a:solidFill>
                <a:latin typeface="Arial"/>
                <a:ea typeface="Arial"/>
                <a:cs typeface="Arial"/>
                <a:sym typeface="Arial"/>
              </a:rPr>
              <a:t>Which shapes do you think are most like a mom and her baby? </a:t>
            </a:r>
            <a:endParaRPr b="0" sz="1800"/>
          </a:p>
          <a:p>
            <a:pPr indent="0" lvl="0" marL="0" rtl="0" algn="l">
              <a:lnSpc>
                <a:spcPct val="100000"/>
              </a:lnSpc>
              <a:spcBef>
                <a:spcPts val="0"/>
              </a:spcBef>
              <a:spcAft>
                <a:spcPts val="0"/>
              </a:spcAft>
              <a:buSzPts val="1100"/>
              <a:buNone/>
            </a:pPr>
            <a:br>
              <a:rPr b="0" lang="en" sz="1800"/>
            </a:br>
            <a:r>
              <a:rPr b="1" i="0" lang="en" sz="1800" u="none" strike="noStrike">
                <a:solidFill>
                  <a:srgbClr val="000000"/>
                </a:solidFill>
                <a:latin typeface="Arial"/>
                <a:ea typeface="Arial"/>
                <a:cs typeface="Arial"/>
                <a:sym typeface="Arial"/>
              </a:rPr>
              <a:t>Warmup 2: </a:t>
            </a:r>
            <a:r>
              <a:rPr b="0" i="0" lang="en" sz="1800" u="none" strike="noStrike">
                <a:solidFill>
                  <a:srgbClr val="000000"/>
                </a:solidFill>
                <a:latin typeface="Arial"/>
                <a:ea typeface="Arial"/>
                <a:cs typeface="Arial"/>
                <a:sym typeface="Arial"/>
              </a:rPr>
              <a:t>Which shapes do you think are most like two people who don’t know each other? </a:t>
            </a:r>
            <a:endParaRPr b="0" sz="1800"/>
          </a:p>
          <a:p>
            <a:pPr indent="0" lvl="0" marL="0" rtl="0" algn="l">
              <a:lnSpc>
                <a:spcPct val="100000"/>
              </a:lnSpc>
              <a:spcBef>
                <a:spcPts val="0"/>
              </a:spcBef>
              <a:spcAft>
                <a:spcPts val="0"/>
              </a:spcAft>
              <a:buSzPts val="1100"/>
              <a:buNone/>
            </a:pPr>
            <a:br>
              <a:rPr b="0" lang="en" sz="1800"/>
            </a:br>
            <a:r>
              <a:rPr b="1" i="0" lang="en" sz="1800" u="none" strike="noStrike">
                <a:solidFill>
                  <a:srgbClr val="000000"/>
                </a:solidFill>
                <a:latin typeface="Arial"/>
                <a:ea typeface="Arial"/>
                <a:cs typeface="Arial"/>
                <a:sym typeface="Arial"/>
              </a:rPr>
              <a:t>Warmup 3: </a:t>
            </a:r>
            <a:r>
              <a:rPr b="0" i="0" lang="en" sz="1800" u="none" strike="noStrike">
                <a:solidFill>
                  <a:srgbClr val="000000"/>
                </a:solidFill>
                <a:latin typeface="Arial"/>
                <a:ea typeface="Arial"/>
                <a:cs typeface="Arial"/>
                <a:sym typeface="Arial"/>
              </a:rPr>
              <a:t>Which shapes do you think are most like friends?</a:t>
            </a:r>
            <a:endParaRPr sz="1800"/>
          </a:p>
          <a:p>
            <a:pPr indent="0" lvl="0" marL="0" rtl="0" algn="l">
              <a:lnSpc>
                <a:spcPct val="100000"/>
              </a:lnSpc>
              <a:spcBef>
                <a:spcPts val="0"/>
              </a:spcBef>
              <a:spcAft>
                <a:spcPts val="0"/>
              </a:spcAft>
              <a:buSzPts val="1100"/>
              <a:buNone/>
            </a:pPr>
            <a:r>
              <a:t/>
            </a:r>
            <a:endParaRPr b="0" i="0" sz="1800" u="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8" name="Google Shape;188;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3" name="Google Shape;193;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This is Kendall! [click] I am going to tell you a story about him! Kendall feels happy today [click]</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9" name="Google Shape;199;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solidFill>
                  <a:schemeClr val="dk1"/>
                </a:solidFill>
              </a:rPr>
              <a:t>In school today, Kendall learned that elephants move mostly in the morning.</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8" name="Google Shape;208;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And Kendall is still feeling happy today after learning about elephants.</a:t>
            </a:r>
            <a:endParaRPr b="1"/>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6" name="Google Shape;216;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sz="1200">
                <a:solidFill>
                  <a:schemeClr val="dk1"/>
                </a:solidFill>
              </a:rPr>
              <a:t>On the way home, Kendall saw a classmate named Riley. Riley said “Hey Kendall! How was school today?” </a:t>
            </a:r>
            <a:endParaRPr sz="1200">
              <a:solidFill>
                <a:schemeClr val="dk1"/>
              </a:solidFill>
            </a:endParaRPr>
          </a:p>
          <a:p>
            <a:pPr indent="0" lvl="0" marL="0" rtl="0" algn="l">
              <a:lnSpc>
                <a:spcPct val="100000"/>
              </a:lnSpc>
              <a:spcBef>
                <a:spcPts val="0"/>
              </a:spcBef>
              <a:spcAft>
                <a:spcPts val="0"/>
              </a:spcAft>
              <a:buSzPts val="1100"/>
              <a:buNone/>
            </a:pPr>
            <a:r>
              <a:t/>
            </a:r>
            <a:endParaRPr sz="1200"/>
          </a:p>
          <a:p>
            <a:pPr indent="0" lvl="0" marL="0" rtl="0" algn="l">
              <a:lnSpc>
                <a:spcPct val="100000"/>
              </a:lnSpc>
              <a:spcBef>
                <a:spcPts val="0"/>
              </a:spcBef>
              <a:spcAft>
                <a:spcPts val="0"/>
              </a:spcAft>
              <a:buSzPts val="1100"/>
              <a:buNone/>
            </a:pPr>
            <a:r>
              <a:rPr lang="en" sz="1200"/>
              <a:t>Kendall told Riley about he learned that elephants move mostly in the morning. </a:t>
            </a:r>
            <a:r>
              <a:rPr b="1" lang="en" sz="1200"/>
              <a:t>[click 2x]</a:t>
            </a:r>
            <a:endParaRPr b="1"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6" name="Google Shape;226;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Kendall did not tell Riley that he was feeling happy today. </a:t>
            </a:r>
            <a:r>
              <a:rPr b="1" lang="en" sz="1200">
                <a:solidFill>
                  <a:schemeClr val="dk1"/>
                </a:solidFill>
              </a:rPr>
              <a:t>[click 3x]</a:t>
            </a:r>
            <a:endParaRPr b="1"/>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7" name="Google Shape;237;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sz="1200">
                <a:solidFill>
                  <a:schemeClr val="dk1"/>
                </a:solidFill>
              </a:rPr>
              <a:t>Kendall saw another classmate named Cameron. Cameron said “Hey Kendall! How was school today?” </a:t>
            </a:r>
            <a:endParaRPr sz="1200">
              <a:solidFill>
                <a:schemeClr val="dk1"/>
              </a:solidFill>
            </a:endParaRPr>
          </a:p>
          <a:p>
            <a:pPr indent="0" lvl="0" marL="0" rtl="0" algn="l">
              <a:lnSpc>
                <a:spcPct val="100000"/>
              </a:lnSpc>
              <a:spcBef>
                <a:spcPts val="0"/>
              </a:spcBef>
              <a:spcAft>
                <a:spcPts val="0"/>
              </a:spcAft>
              <a:buSzPts val="1100"/>
              <a:buNone/>
            </a:pPr>
            <a:r>
              <a:t/>
            </a:r>
            <a:endParaRPr sz="1200"/>
          </a:p>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Kendall did not tell Cameron about how he learned that elephants move mostly in the morning. </a:t>
            </a:r>
            <a:r>
              <a:rPr b="1" lang="en" sz="1200">
                <a:solidFill>
                  <a:schemeClr val="dk1"/>
                </a:solidFill>
              </a:rPr>
              <a:t>[click 2x]</a:t>
            </a:r>
            <a:endParaRPr b="1"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8" name="Google Shape;248;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Kendall did tell Cameron that he is feeling happy today. </a:t>
            </a:r>
            <a:r>
              <a:rPr b="1" lang="en" sz="1200">
                <a:solidFill>
                  <a:schemeClr val="dk1"/>
                </a:solidFill>
              </a:rPr>
              <a:t>[click 2x]</a:t>
            </a:r>
            <a:endParaRPr b="1"/>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8" name="Google Shape;258;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4" name="Google Shape;264;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 name="Google Shape;270;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0070C0"/>
                </a:solidFill>
              </a:rPr>
              <a:t>Kendall</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93C47D"/>
                </a:solidFill>
              </a:rPr>
              <a:t>Riley</a:t>
            </a:r>
            <a:r>
              <a:rPr lang="en" sz="1800">
                <a:solidFill>
                  <a:schemeClr val="dk1"/>
                </a:solidFill>
              </a:rPr>
              <a:t>?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p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2" name="Google Shape;292;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0070C0"/>
                </a:solidFill>
              </a:rPr>
              <a:t>Kendall</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FACAA5"/>
                </a:solidFill>
              </a:rPr>
              <a:t>Cameron</a:t>
            </a:r>
            <a:r>
              <a:rPr lang="en" sz="1800">
                <a:solidFill>
                  <a:schemeClr val="dk1"/>
                </a:solidFill>
              </a:rPr>
              <a:t>?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p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4" name="Google Shape;314;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is a better friend to Kendall?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1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1" name="Google Shape;321;p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Kendall would want to share an ice cream cone with?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8" name="Google Shape;328;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Kendall would want to share candy with?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35" name="Google Shape;335;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Later that day, Kendall  went to the playground and met someone who he wanted to be friends with. Do you think Kendall should tell them about the elephants or that he is feeling happy today?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b="1" lang="en" sz="1200">
                <a:solidFill>
                  <a:schemeClr val="dk1"/>
                </a:solidFill>
              </a:rPr>
              <a:t>[click 2x]</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7" name="Google Shape;347;p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
                <a:solidFill>
                  <a:schemeClr val="dk1"/>
                </a:solidFill>
              </a:rPr>
              <a:t>After the playground, Kendall saw his mom in the park! Kendall’s mom said “Hey Kendall how was school today?” Do you think Kendall should tell his mom about the elephants or about feeling happy today?</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59" name="Google Shape;359;p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
                <a:solidFill>
                  <a:schemeClr val="dk1"/>
                </a:solidFill>
              </a:rPr>
              <a:t>Then Kendall saw his friend’s mom and she said “Hey Kendall! How was school today?” Do you think Kendall should tell her about the elephants or that he’s feeling happy today?</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71" name="Google Shape;371;p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2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76" name="Google Shape;376;p2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This is Percy! [click] I am going to tell you a story about him!</a:t>
            </a:r>
            <a:endParaRPr/>
          </a:p>
          <a:p>
            <a:pPr indent="0" lvl="0" marL="0" rtl="0" algn="l">
              <a:lnSpc>
                <a:spcPct val="100000"/>
              </a:lnSpc>
              <a:spcBef>
                <a:spcPts val="0"/>
              </a:spcBef>
              <a:spcAft>
                <a:spcPts val="0"/>
              </a:spcAft>
              <a:buSzPts val="1100"/>
              <a:buNone/>
            </a:pPr>
            <a:r>
              <a:rPr lang="en"/>
              <a:t>Percy feels sad today [click] and doesn’t know why</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2" name="Google Shape;382;p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solidFill>
                  <a:schemeClr val="dk1"/>
                </a:solidFill>
              </a:rPr>
              <a:t>In school today, Percy learned that foxes move without making any sound.</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91" name="Google Shape;391;p2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But Percy is still feeling sad, even after he learned an interesting fact about foxes.</a:t>
            </a:r>
            <a:endParaRPr b="1"/>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p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99" name="Google Shape;399;p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100"/>
              <a:buNone/>
            </a:pPr>
            <a:r>
              <a:rPr lang="en" sz="1200">
                <a:solidFill>
                  <a:schemeClr val="dk1"/>
                </a:solidFill>
              </a:rPr>
              <a:t>While waiting to get on the bus after school, Percy saw a classmate named Avery. Avery said “Hi Percy! How was school today?”</a:t>
            </a:r>
            <a:endParaRPr sz="1200">
              <a:solidFill>
                <a:schemeClr val="dk1"/>
              </a:solidFill>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Percy told Avery about how he learned foxes move without making sounds. </a:t>
            </a:r>
            <a:r>
              <a:rPr b="1" lang="en" sz="1200">
                <a:solidFill>
                  <a:schemeClr val="dk1"/>
                </a:solidFill>
              </a:rPr>
              <a:t>[click 2x]</a:t>
            </a:r>
            <a:endParaRPr b="1" sz="1200">
              <a:solidFill>
                <a:schemeClr val="dk1"/>
              </a:solidFil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09" name="Google Shape;409;p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Percy did not tell Avery that he was feeling sad today. </a:t>
            </a:r>
            <a:r>
              <a:rPr b="1" lang="en" sz="1200">
                <a:solidFill>
                  <a:schemeClr val="dk1"/>
                </a:solidFill>
              </a:rPr>
              <a:t>[click 3x]</a:t>
            </a:r>
            <a:endParaRPr b="1"/>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p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20" name="Google Shape;420;p3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100"/>
              <a:buNone/>
            </a:pPr>
            <a:r>
              <a:rPr lang="en" sz="1200">
                <a:solidFill>
                  <a:schemeClr val="dk1"/>
                </a:solidFill>
              </a:rPr>
              <a:t>Percy saw another classmate named Orin. Orin said “Hi Percy! How was school today?”</a:t>
            </a:r>
            <a:endParaRPr sz="1200">
              <a:solidFill>
                <a:schemeClr val="dk1"/>
              </a:solidFill>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Percy did not tell Orin about how he learned foxes move without making sounds. </a:t>
            </a:r>
            <a:r>
              <a:rPr b="1" lang="en" sz="1200">
                <a:solidFill>
                  <a:schemeClr val="dk1"/>
                </a:solidFill>
              </a:rPr>
              <a:t>[click 3x]</a:t>
            </a:r>
            <a:endParaRPr b="1" sz="1200">
              <a:solidFill>
                <a:schemeClr val="dk1"/>
              </a:solidFil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31" name="Google Shape;431;p3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But Percy did tell Orin that he was feeling sad today. </a:t>
            </a:r>
            <a:r>
              <a:rPr b="1" lang="en" sz="1200">
                <a:solidFill>
                  <a:schemeClr val="dk1"/>
                </a:solidFill>
              </a:rPr>
              <a:t>[click 2x]</a:t>
            </a:r>
            <a:endParaRPr b="1" sz="1200">
              <a:solidFill>
                <a:schemeClr val="dk1"/>
              </a:solidFil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p3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Which classmate did Percy tell about foxes?</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p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7" name="Google Shape;447;p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sz="1800"/>
              <a:t>Which classmate did Percy tell about feeling sad today?</a:t>
            </a:r>
            <a:endParaRPr sz="1800"/>
          </a:p>
          <a:p>
            <a:pPr indent="0" lvl="0" marL="0" rtl="0" algn="l">
              <a:lnSpc>
                <a:spcPct val="100000"/>
              </a:lnSpc>
              <a:spcBef>
                <a:spcPts val="0"/>
              </a:spcBef>
              <a:spcAft>
                <a:spcPts val="0"/>
              </a:spcAft>
              <a:buSzPts val="1100"/>
              <a:buNone/>
            </a:pPr>
            <a:r>
              <a:t/>
            </a:r>
            <a:endParaRPr sz="1800"/>
          </a:p>
          <a:p>
            <a:pPr indent="0" lvl="0" marL="0" rtl="0" algn="l">
              <a:lnSpc>
                <a:spcPct val="100000"/>
              </a:lnSpc>
              <a:spcBef>
                <a:spcPts val="0"/>
              </a:spcBef>
              <a:spcAft>
                <a:spcPts val="0"/>
              </a:spcAft>
              <a:buSzPts val="1100"/>
              <a:buNone/>
            </a:pPr>
            <a:r>
              <a:rPr lang="en" sz="1800">
                <a:solidFill>
                  <a:schemeClr val="accent1"/>
                </a:solidFill>
              </a:rPr>
              <a:t>[wait for and record the child’s response]</a:t>
            </a:r>
            <a:endParaRPr sz="1800">
              <a:solidFill>
                <a:schemeClr val="accent1"/>
              </a:solidFill>
            </a:endParaRPr>
          </a:p>
          <a:p>
            <a:pPr indent="0" lvl="0" marL="0" rtl="0" algn="l">
              <a:lnSpc>
                <a:spcPct val="100000"/>
              </a:lnSpc>
              <a:spcBef>
                <a:spcPts val="0"/>
              </a:spcBef>
              <a:spcAft>
                <a:spcPts val="0"/>
              </a:spcAft>
              <a:buSzPts val="1100"/>
              <a:buNone/>
            </a:pPr>
            <a:r>
              <a:t/>
            </a:r>
            <a:endParaRPr sz="1800">
              <a:solidFill>
                <a:schemeClr val="accent1"/>
              </a:solidFill>
            </a:endParaRPr>
          </a:p>
          <a:p>
            <a:pPr indent="0" lvl="0" marL="0" rtl="0" algn="l">
              <a:lnSpc>
                <a:spcPct val="100000"/>
              </a:lnSpc>
              <a:spcBef>
                <a:spcPts val="0"/>
              </a:spcBef>
              <a:spcAft>
                <a:spcPts val="0"/>
              </a:spcAft>
              <a:buSzPts val="1100"/>
              <a:buNone/>
            </a:pPr>
            <a:r>
              <a:rPr lang="en" sz="1800">
                <a:solidFill>
                  <a:schemeClr val="dk1"/>
                </a:solidFill>
              </a:rPr>
              <a:t>Okay thank you.</a:t>
            </a:r>
            <a:endParaRPr sz="1800">
              <a:solidFill>
                <a:schemeClr val="dk1"/>
              </a:solidFill>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3" name="Google Shape;453;p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9900FF"/>
                </a:solidFill>
              </a:rPr>
              <a:t>Percy</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A4C2F4"/>
                </a:solidFill>
              </a:rPr>
              <a:t>Avery</a:t>
            </a:r>
            <a:r>
              <a:rPr lang="en" sz="1800">
                <a:solidFill>
                  <a:schemeClr val="dk1"/>
                </a:solidFill>
              </a:rPr>
              <a:t>?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9900FF"/>
                </a:solidFill>
              </a:rPr>
              <a:t>Percy</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FF9900"/>
                </a:solidFill>
              </a:rPr>
              <a:t>Orin</a:t>
            </a:r>
            <a:r>
              <a:rPr lang="en" sz="1800">
                <a:solidFill>
                  <a:schemeClr val="dk1"/>
                </a:solidFill>
              </a:rPr>
              <a:t>? Why?</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97" name="Google Shape;497;p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is a better friend to Percy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2" name="Shape 502"/>
        <p:cNvGrpSpPr/>
        <p:nvPr/>
      </p:nvGrpSpPr>
      <p:grpSpPr>
        <a:xfrm>
          <a:off x="0" y="0"/>
          <a:ext cx="0" cy="0"/>
          <a:chOff x="0" y="0"/>
          <a:chExt cx="0" cy="0"/>
        </a:xfrm>
      </p:grpSpPr>
      <p:sp>
        <p:nvSpPr>
          <p:cNvPr id="503" name="Google Shape;503;p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04" name="Google Shape;504;p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Percy would want to share an ice cream cone with?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11" name="Google Shape;511;p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Percy would want to share candy with?Why?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 name="Shape 516"/>
        <p:cNvGrpSpPr/>
        <p:nvPr/>
      </p:nvGrpSpPr>
      <p:grpSpPr>
        <a:xfrm>
          <a:off x="0" y="0"/>
          <a:ext cx="0" cy="0"/>
          <a:chOff x="0" y="0"/>
          <a:chExt cx="0" cy="0"/>
        </a:xfrm>
      </p:grpSpPr>
      <p:sp>
        <p:nvSpPr>
          <p:cNvPr id="517" name="Google Shape;517;p3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18" name="Google Shape;518;p3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Later that day, Percy went to the playground and met someone who he wanted to be friends with. Do you think Percy  should tell them about the foxes or that he is feeling sad today?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b="1" lang="en" sz="1200">
                <a:solidFill>
                  <a:schemeClr val="dk1"/>
                </a:solidFill>
              </a:rPr>
              <a:t>[click 2x]</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p4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30" name="Google Shape;530;p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After the playground, Percy saw his mom in the park! Percy’s mom said “Hey Percy how was school today?” Do you think Percy should tell his mom about the foxes or about feeling sad today?</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4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2" name="Google Shape;542;p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Then Percy saw his friend’s mom and she said “Hey Percy! How was school today?” Do you think Percy should tell her about the foxes or that he’s feeling sad?</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p42: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54" name="Google Shape;554;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p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60" name="Google Shape;560;p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p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67" name="Google Shape;567;p4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46"/>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46"/>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4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TITLE_AND_BODY_1">
    <p:spTree>
      <p:nvGrpSpPr>
        <p:cNvPr id="13" name="Shape 13"/>
        <p:cNvGrpSpPr/>
        <p:nvPr/>
      </p:nvGrpSpPr>
      <p:grpSpPr>
        <a:xfrm>
          <a:off x="0" y="0"/>
          <a:ext cx="0" cy="0"/>
          <a:chOff x="0" y="0"/>
          <a:chExt cx="0" cy="0"/>
        </a:xfrm>
      </p:grpSpPr>
      <p:sp>
        <p:nvSpPr>
          <p:cNvPr id="14" name="Google Shape;14;p47"/>
          <p:cNvSpPr txBox="1"/>
          <p:nvPr>
            <p:ph idx="12" type="sldNum"/>
          </p:nvPr>
        </p:nvSpPr>
        <p:spPr>
          <a:xfrm>
            <a:off x="4482789" y="4902398"/>
            <a:ext cx="174900" cy="177300"/>
          </a:xfrm>
          <a:prstGeom prst="rect">
            <a:avLst/>
          </a:prstGeom>
          <a:noFill/>
          <a:ln>
            <a:noFill/>
          </a:ln>
        </p:spPr>
        <p:txBody>
          <a:bodyPr anchorCtr="0" anchor="t" bIns="26800" lIns="26800" spcFirstLastPara="1" rIns="26800" wrap="square" tIns="26800">
            <a:spAutoFit/>
          </a:bodyPr>
          <a:lstStyle>
            <a:lvl1pPr indent="0" lvl="0"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1pPr>
            <a:lvl2pPr indent="0" lvl="1"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2pPr>
            <a:lvl3pPr indent="0" lvl="2"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3pPr>
            <a:lvl4pPr indent="0" lvl="3"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4pPr>
            <a:lvl5pPr indent="0" lvl="4"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5pPr>
            <a:lvl6pPr indent="0" lvl="5"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6pPr>
            <a:lvl7pPr indent="0" lvl="6"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7pPr>
            <a:lvl8pPr indent="0" lvl="7"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8pPr>
            <a:lvl9pPr indent="0" lvl="8"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9pPr>
          </a:lstStyle>
          <a:p>
            <a:pPr indent="0" lvl="0" marL="0" rtl="0" algn="ctr">
              <a:spcBef>
                <a:spcPts val="0"/>
              </a:spcBef>
              <a:spcAft>
                <a:spcPts val="0"/>
              </a:spcAft>
              <a:buNone/>
            </a:pPr>
            <a:fld id="{00000000-1234-1234-1234-123412341234}" type="slidenum">
              <a:rPr lang="en"/>
              <a:t>‹#›</a:t>
            </a:fld>
            <a:endParaRPr sz="900">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5" name="Shape 15"/>
        <p:cNvGrpSpPr/>
        <p:nvPr/>
      </p:nvGrpSpPr>
      <p:grpSpPr>
        <a:xfrm>
          <a:off x="0" y="0"/>
          <a:ext cx="0" cy="0"/>
          <a:chOff x="0" y="0"/>
          <a:chExt cx="0" cy="0"/>
        </a:xfrm>
      </p:grpSpPr>
      <p:sp>
        <p:nvSpPr>
          <p:cNvPr id="16" name="Google Shape;16;p5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7" name="Google Shape;17;p50"/>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8" name="Google Shape;18;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5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1" name="Google Shape;21;p52"/>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1200"/>
              </a:spcBef>
              <a:spcAft>
                <a:spcPts val="0"/>
              </a:spcAft>
              <a:buClr>
                <a:schemeClr val="dk1"/>
              </a:buClr>
              <a:buSzPts val="1400"/>
              <a:buChar char="○"/>
              <a:defRPr/>
            </a:lvl2pPr>
            <a:lvl3pPr indent="-317500" lvl="2" marL="1371600" algn="l">
              <a:lnSpc>
                <a:spcPct val="90000"/>
              </a:lnSpc>
              <a:spcBef>
                <a:spcPts val="1200"/>
              </a:spcBef>
              <a:spcAft>
                <a:spcPts val="0"/>
              </a:spcAft>
              <a:buClr>
                <a:schemeClr val="dk1"/>
              </a:buClr>
              <a:buSzPts val="1400"/>
              <a:buChar char="■"/>
              <a:defRPr/>
            </a:lvl3pPr>
            <a:lvl4pPr indent="-317500" lvl="3" marL="1828800" algn="l">
              <a:lnSpc>
                <a:spcPct val="90000"/>
              </a:lnSpc>
              <a:spcBef>
                <a:spcPts val="1200"/>
              </a:spcBef>
              <a:spcAft>
                <a:spcPts val="0"/>
              </a:spcAft>
              <a:buClr>
                <a:schemeClr val="dk1"/>
              </a:buClr>
              <a:buSzPts val="1400"/>
              <a:buChar char="●"/>
              <a:defRPr/>
            </a:lvl4pPr>
            <a:lvl5pPr indent="-317500" lvl="4" marL="2286000" algn="l">
              <a:lnSpc>
                <a:spcPct val="90000"/>
              </a:lnSpc>
              <a:spcBef>
                <a:spcPts val="1200"/>
              </a:spcBef>
              <a:spcAft>
                <a:spcPts val="0"/>
              </a:spcAft>
              <a:buClr>
                <a:schemeClr val="dk1"/>
              </a:buClr>
              <a:buSzPts val="1400"/>
              <a:buChar char="○"/>
              <a:defRPr/>
            </a:lvl5pPr>
            <a:lvl6pPr indent="-317500" lvl="5" marL="2743200" algn="l">
              <a:lnSpc>
                <a:spcPct val="90000"/>
              </a:lnSpc>
              <a:spcBef>
                <a:spcPts val="1200"/>
              </a:spcBef>
              <a:spcAft>
                <a:spcPts val="0"/>
              </a:spcAft>
              <a:buClr>
                <a:schemeClr val="dk1"/>
              </a:buClr>
              <a:buSzPts val="1400"/>
              <a:buChar char="■"/>
              <a:defRPr/>
            </a:lvl6pPr>
            <a:lvl7pPr indent="-317500" lvl="6" marL="3200400" algn="l">
              <a:lnSpc>
                <a:spcPct val="90000"/>
              </a:lnSpc>
              <a:spcBef>
                <a:spcPts val="1200"/>
              </a:spcBef>
              <a:spcAft>
                <a:spcPts val="0"/>
              </a:spcAft>
              <a:buClr>
                <a:schemeClr val="dk1"/>
              </a:buClr>
              <a:buSzPts val="1400"/>
              <a:buChar char="●"/>
              <a:defRPr/>
            </a:lvl7pPr>
            <a:lvl8pPr indent="-317500" lvl="7" marL="3657600" algn="l">
              <a:lnSpc>
                <a:spcPct val="90000"/>
              </a:lnSpc>
              <a:spcBef>
                <a:spcPts val="1200"/>
              </a:spcBef>
              <a:spcAft>
                <a:spcPts val="0"/>
              </a:spcAft>
              <a:buClr>
                <a:schemeClr val="dk1"/>
              </a:buClr>
              <a:buSzPts val="1400"/>
              <a:buChar char="○"/>
              <a:defRPr/>
            </a:lvl8pPr>
            <a:lvl9pPr indent="-317500" lvl="8" marL="4114800" algn="l">
              <a:lnSpc>
                <a:spcPct val="90000"/>
              </a:lnSpc>
              <a:spcBef>
                <a:spcPts val="1200"/>
              </a:spcBef>
              <a:spcAft>
                <a:spcPts val="1200"/>
              </a:spcAft>
              <a:buClr>
                <a:schemeClr val="dk1"/>
              </a:buClr>
              <a:buSzPts val="1400"/>
              <a:buChar char="■"/>
              <a:defRPr/>
            </a:lvl9pPr>
          </a:lstStyle>
          <a:p/>
        </p:txBody>
      </p:sp>
      <p:sp>
        <p:nvSpPr>
          <p:cNvPr id="22" name="Google Shape;22;p5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3" name="Google Shape;23;p5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4" name="Google Shape;24;p5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5" name="Shape 25"/>
        <p:cNvGrpSpPr/>
        <p:nvPr/>
      </p:nvGrpSpPr>
      <p:grpSpPr>
        <a:xfrm>
          <a:off x="0" y="0"/>
          <a:ext cx="0" cy="0"/>
          <a:chOff x="0" y="0"/>
          <a:chExt cx="0" cy="0"/>
        </a:xfrm>
      </p:grpSpPr>
      <p:sp>
        <p:nvSpPr>
          <p:cNvPr id="26" name="Google Shape;26;p53"/>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27" name="Google Shape;27;p5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8" name="Shape 28"/>
        <p:cNvGrpSpPr/>
        <p:nvPr/>
      </p:nvGrpSpPr>
      <p:grpSpPr>
        <a:xfrm>
          <a:off x="0" y="0"/>
          <a:ext cx="0" cy="0"/>
          <a:chOff x="0" y="0"/>
          <a:chExt cx="0" cy="0"/>
        </a:xfrm>
      </p:grpSpPr>
      <p:sp>
        <p:nvSpPr>
          <p:cNvPr id="29" name="Google Shape;29;p5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0" name="Google Shape;30;p54"/>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54"/>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2" name="Google Shape;32;p5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3" name="Shape 33"/>
        <p:cNvGrpSpPr/>
        <p:nvPr/>
      </p:nvGrpSpPr>
      <p:grpSpPr>
        <a:xfrm>
          <a:off x="0" y="0"/>
          <a:ext cx="0" cy="0"/>
          <a:chOff x="0" y="0"/>
          <a:chExt cx="0" cy="0"/>
        </a:xfrm>
      </p:grpSpPr>
      <p:sp>
        <p:nvSpPr>
          <p:cNvPr id="34" name="Google Shape;34;p5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5" name="Google Shape;35;p5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6" name="Shape 36"/>
        <p:cNvGrpSpPr/>
        <p:nvPr/>
      </p:nvGrpSpPr>
      <p:grpSpPr>
        <a:xfrm>
          <a:off x="0" y="0"/>
          <a:ext cx="0" cy="0"/>
          <a:chOff x="0" y="0"/>
          <a:chExt cx="0" cy="0"/>
        </a:xfrm>
      </p:grpSpPr>
      <p:sp>
        <p:nvSpPr>
          <p:cNvPr id="37" name="Google Shape;37;p56"/>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8" name="Google Shape;38;p56"/>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9" name="Google Shape;39;p5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40" name="Shape 40"/>
        <p:cNvGrpSpPr/>
        <p:nvPr/>
      </p:nvGrpSpPr>
      <p:grpSpPr>
        <a:xfrm>
          <a:off x="0" y="0"/>
          <a:ext cx="0" cy="0"/>
          <a:chOff x="0" y="0"/>
          <a:chExt cx="0" cy="0"/>
        </a:xfrm>
      </p:grpSpPr>
      <p:sp>
        <p:nvSpPr>
          <p:cNvPr id="41" name="Google Shape;41;p57"/>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42" name="Google Shape;42;p5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 name="Shape 43"/>
        <p:cNvGrpSpPr/>
        <p:nvPr/>
      </p:nvGrpSpPr>
      <p:grpSpPr>
        <a:xfrm>
          <a:off x="0" y="0"/>
          <a:ext cx="0" cy="0"/>
          <a:chOff x="0" y="0"/>
          <a:chExt cx="0" cy="0"/>
        </a:xfrm>
      </p:grpSpPr>
      <p:sp>
        <p:nvSpPr>
          <p:cNvPr id="44" name="Google Shape;44;p58"/>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58"/>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6" name="Google Shape;46;p58"/>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7" name="Google Shape;47;p58"/>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8" name="Google Shape;48;p5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9" name="Shape 49"/>
        <p:cNvGrpSpPr/>
        <p:nvPr/>
      </p:nvGrpSpPr>
      <p:grpSpPr>
        <a:xfrm>
          <a:off x="0" y="0"/>
          <a:ext cx="0" cy="0"/>
          <a:chOff x="0" y="0"/>
          <a:chExt cx="0" cy="0"/>
        </a:xfrm>
      </p:grpSpPr>
      <p:sp>
        <p:nvSpPr>
          <p:cNvPr id="50" name="Google Shape;50;p59"/>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1" name="Google Shape;51;p5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2" name="Shape 52"/>
        <p:cNvGrpSpPr/>
        <p:nvPr/>
      </p:nvGrpSpPr>
      <p:grpSpPr>
        <a:xfrm>
          <a:off x="0" y="0"/>
          <a:ext cx="0" cy="0"/>
          <a:chOff x="0" y="0"/>
          <a:chExt cx="0" cy="0"/>
        </a:xfrm>
      </p:grpSpPr>
      <p:sp>
        <p:nvSpPr>
          <p:cNvPr id="53" name="Google Shape;53;p60"/>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54" name="Google Shape;54;p60"/>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55" name="Google Shape;55;p6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6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Subtitle" type="tx">
  <p:cSld name="TITLE_AND_BODY">
    <p:spTree>
      <p:nvGrpSpPr>
        <p:cNvPr id="64" name="Shape 64"/>
        <p:cNvGrpSpPr/>
        <p:nvPr/>
      </p:nvGrpSpPr>
      <p:grpSpPr>
        <a:xfrm>
          <a:off x="0" y="0"/>
          <a:ext cx="0" cy="0"/>
          <a:chOff x="0" y="0"/>
          <a:chExt cx="0" cy="0"/>
        </a:xfrm>
      </p:grpSpPr>
      <p:sp>
        <p:nvSpPr>
          <p:cNvPr id="65" name="Google Shape;65;p49"/>
          <p:cNvSpPr txBox="1"/>
          <p:nvPr>
            <p:ph type="title"/>
          </p:nvPr>
        </p:nvSpPr>
        <p:spPr>
          <a:xfrm>
            <a:off x="666750" y="862013"/>
            <a:ext cx="7810500" cy="1743000"/>
          </a:xfrm>
          <a:prstGeom prst="rect">
            <a:avLst/>
          </a:prstGeom>
          <a:noFill/>
          <a:ln>
            <a:noFill/>
          </a:ln>
        </p:spPr>
        <p:txBody>
          <a:bodyPr anchorCtr="0" anchor="b" bIns="34275" lIns="68575" spcFirstLastPara="1" rIns="68575" wrap="square" tIns="34275">
            <a:normAutofit/>
          </a:bodyPr>
          <a:lstStyle>
            <a:lvl1pPr lvl="0" algn="l">
              <a:lnSpc>
                <a:spcPct val="100000"/>
              </a:lnSpc>
              <a:spcBef>
                <a:spcPts val="0"/>
              </a:spcBef>
              <a:spcAft>
                <a:spcPts val="0"/>
              </a:spcAft>
              <a:buClr>
                <a:schemeClr val="dk1"/>
              </a:buClr>
              <a:buSzPts val="4200"/>
              <a:buFont typeface="Helvetica Neue"/>
              <a:buNone/>
              <a:defRPr sz="4200">
                <a:latin typeface="Helvetica Neue"/>
                <a:ea typeface="Helvetica Neue"/>
                <a:cs typeface="Helvetica Neue"/>
                <a:sym typeface="Helvetica Neu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6" name="Google Shape;66;p49"/>
          <p:cNvSpPr txBox="1"/>
          <p:nvPr>
            <p:ph idx="1" type="body"/>
          </p:nvPr>
        </p:nvSpPr>
        <p:spPr>
          <a:xfrm>
            <a:off x="666750" y="2652713"/>
            <a:ext cx="7810500" cy="595500"/>
          </a:xfrm>
          <a:prstGeom prst="rect">
            <a:avLst/>
          </a:prstGeom>
          <a:noFill/>
          <a:ln>
            <a:noFill/>
          </a:ln>
        </p:spPr>
        <p:txBody>
          <a:bodyPr anchorCtr="0" anchor="t" bIns="34275" lIns="68575" spcFirstLastPara="1" rIns="68575" wrap="square" tIns="34275">
            <a:normAutofit/>
          </a:bodyPr>
          <a:lstStyle>
            <a:lvl1pPr indent="-228600" lvl="0" marL="4572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1pPr>
            <a:lvl2pPr indent="-228600" lvl="1" marL="9144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2pPr>
            <a:lvl3pPr indent="-228600" lvl="2" marL="13716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3pPr>
            <a:lvl4pPr indent="-228600" lvl="3" marL="18288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4pPr>
            <a:lvl5pPr indent="-228600" lvl="4" marL="22860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67" name="Google Shape;67;p49"/>
          <p:cNvSpPr txBox="1"/>
          <p:nvPr>
            <p:ph idx="12" type="sldNum"/>
          </p:nvPr>
        </p:nvSpPr>
        <p:spPr>
          <a:xfrm>
            <a:off x="4484637" y="4905375"/>
            <a:ext cx="169800" cy="1728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8" name="Shape 68"/>
        <p:cNvGrpSpPr/>
        <p:nvPr/>
      </p:nvGrpSpPr>
      <p:grpSpPr>
        <a:xfrm>
          <a:off x="0" y="0"/>
          <a:ext cx="0" cy="0"/>
          <a:chOff x="0" y="0"/>
          <a:chExt cx="0" cy="0"/>
        </a:xfrm>
      </p:grpSpPr>
      <p:sp>
        <p:nvSpPr>
          <p:cNvPr id="69" name="Google Shape;69;p51"/>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0" name="Google Shape;70;p51"/>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71" name="Google Shape;71;p5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2" name="Google Shape;72;p5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3" name="Google Shape;73;p5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74" name="Shape 74"/>
        <p:cNvGrpSpPr/>
        <p:nvPr/>
      </p:nvGrpSpPr>
      <p:grpSpPr>
        <a:xfrm>
          <a:off x="0" y="0"/>
          <a:ext cx="0" cy="0"/>
          <a:chOff x="0" y="0"/>
          <a:chExt cx="0" cy="0"/>
        </a:xfrm>
      </p:grpSpPr>
      <p:sp>
        <p:nvSpPr>
          <p:cNvPr id="75" name="Google Shape;75;p6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6" name="Google Shape;76;p62"/>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7" name="Google Shape;77;p6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8" name="Google Shape;78;p6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9" name="Google Shape;79;p6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80" name="Shape 80"/>
        <p:cNvGrpSpPr/>
        <p:nvPr/>
      </p:nvGrpSpPr>
      <p:grpSpPr>
        <a:xfrm>
          <a:off x="0" y="0"/>
          <a:ext cx="0" cy="0"/>
          <a:chOff x="0" y="0"/>
          <a:chExt cx="0" cy="0"/>
        </a:xfrm>
      </p:grpSpPr>
      <p:sp>
        <p:nvSpPr>
          <p:cNvPr id="81" name="Google Shape;81;p63"/>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2" name="Google Shape;82;p63"/>
          <p:cNvSpPr txBox="1"/>
          <p:nvPr>
            <p:ph idx="1" type="body"/>
          </p:nvPr>
        </p:nvSpPr>
        <p:spPr>
          <a:xfrm>
            <a:off x="623888" y="3442097"/>
            <a:ext cx="7886700" cy="112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83" name="Google Shape;83;p6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4" name="Google Shape;84;p6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5" name="Google Shape;85;p6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86" name="Shape 86"/>
        <p:cNvGrpSpPr/>
        <p:nvPr/>
      </p:nvGrpSpPr>
      <p:grpSpPr>
        <a:xfrm>
          <a:off x="0" y="0"/>
          <a:ext cx="0" cy="0"/>
          <a:chOff x="0" y="0"/>
          <a:chExt cx="0" cy="0"/>
        </a:xfrm>
      </p:grpSpPr>
      <p:sp>
        <p:nvSpPr>
          <p:cNvPr id="87" name="Google Shape;87;p64"/>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8" name="Google Shape;88;p64"/>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9" name="Google Shape;89;p64"/>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0" name="Google Shape;90;p6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1" name="Google Shape;91;p6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2" name="Google Shape;92;p6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93" name="Shape 93"/>
        <p:cNvGrpSpPr/>
        <p:nvPr/>
      </p:nvGrpSpPr>
      <p:grpSpPr>
        <a:xfrm>
          <a:off x="0" y="0"/>
          <a:ext cx="0" cy="0"/>
          <a:chOff x="0" y="0"/>
          <a:chExt cx="0" cy="0"/>
        </a:xfrm>
      </p:grpSpPr>
      <p:sp>
        <p:nvSpPr>
          <p:cNvPr id="94" name="Google Shape;94;p65"/>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5" name="Google Shape;95;p65"/>
          <p:cNvSpPr txBox="1"/>
          <p:nvPr>
            <p:ph idx="1" type="body"/>
          </p:nvPr>
        </p:nvSpPr>
        <p:spPr>
          <a:xfrm>
            <a:off x="629841" y="1260872"/>
            <a:ext cx="38685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96" name="Google Shape;96;p65"/>
          <p:cNvSpPr txBox="1"/>
          <p:nvPr>
            <p:ph idx="2" type="body"/>
          </p:nvPr>
        </p:nvSpPr>
        <p:spPr>
          <a:xfrm>
            <a:off x="629841" y="1878806"/>
            <a:ext cx="38685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7" name="Google Shape;97;p65"/>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98" name="Google Shape;98;p65"/>
          <p:cNvSpPr txBox="1"/>
          <p:nvPr>
            <p:ph idx="4" type="body"/>
          </p:nvPr>
        </p:nvSpPr>
        <p:spPr>
          <a:xfrm>
            <a:off x="4629150" y="1878806"/>
            <a:ext cx="38874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9" name="Google Shape;99;p6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0" name="Google Shape;100;p6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1" name="Google Shape;101;p6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2" name="Shape 102"/>
        <p:cNvGrpSpPr/>
        <p:nvPr/>
      </p:nvGrpSpPr>
      <p:grpSpPr>
        <a:xfrm>
          <a:off x="0" y="0"/>
          <a:ext cx="0" cy="0"/>
          <a:chOff x="0" y="0"/>
          <a:chExt cx="0" cy="0"/>
        </a:xfrm>
      </p:grpSpPr>
      <p:sp>
        <p:nvSpPr>
          <p:cNvPr id="103" name="Google Shape;103;p66"/>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4" name="Google Shape;104;p6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5" name="Google Shape;105;p6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6" name="Google Shape;106;p6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7" name="Shape 107"/>
        <p:cNvGrpSpPr/>
        <p:nvPr/>
      </p:nvGrpSpPr>
      <p:grpSpPr>
        <a:xfrm>
          <a:off x="0" y="0"/>
          <a:ext cx="0" cy="0"/>
          <a:chOff x="0" y="0"/>
          <a:chExt cx="0" cy="0"/>
        </a:xfrm>
      </p:grpSpPr>
      <p:sp>
        <p:nvSpPr>
          <p:cNvPr id="108" name="Google Shape;108;p6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9" name="Google Shape;109;p6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0" name="Google Shape;110;p6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11" name="Shape 111"/>
        <p:cNvGrpSpPr/>
        <p:nvPr/>
      </p:nvGrpSpPr>
      <p:grpSpPr>
        <a:xfrm>
          <a:off x="0" y="0"/>
          <a:ext cx="0" cy="0"/>
          <a:chOff x="0" y="0"/>
          <a:chExt cx="0" cy="0"/>
        </a:xfrm>
      </p:grpSpPr>
      <p:sp>
        <p:nvSpPr>
          <p:cNvPr id="112" name="Google Shape;112;p68"/>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3" name="Google Shape;113;p68"/>
          <p:cNvSpPr txBox="1"/>
          <p:nvPr>
            <p:ph idx="1" type="body"/>
          </p:nvPr>
        </p:nvSpPr>
        <p:spPr>
          <a:xfrm>
            <a:off x="3887391" y="740569"/>
            <a:ext cx="4629300" cy="3655200"/>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114" name="Google Shape;114;p68"/>
          <p:cNvSpPr txBox="1"/>
          <p:nvPr>
            <p:ph idx="2"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15" name="Google Shape;115;p6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6" name="Google Shape;116;p6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7" name="Google Shape;117;p6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18" name="Shape 118"/>
        <p:cNvGrpSpPr/>
        <p:nvPr/>
      </p:nvGrpSpPr>
      <p:grpSpPr>
        <a:xfrm>
          <a:off x="0" y="0"/>
          <a:ext cx="0" cy="0"/>
          <a:chOff x="0" y="0"/>
          <a:chExt cx="0" cy="0"/>
        </a:xfrm>
      </p:grpSpPr>
      <p:sp>
        <p:nvSpPr>
          <p:cNvPr id="119" name="Google Shape;119;p69"/>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0" name="Google Shape;120;p69"/>
          <p:cNvSpPr/>
          <p:nvPr>
            <p:ph idx="2" type="pic"/>
          </p:nvPr>
        </p:nvSpPr>
        <p:spPr>
          <a:xfrm>
            <a:off x="3887391" y="740569"/>
            <a:ext cx="4629300" cy="3655200"/>
          </a:xfrm>
          <a:prstGeom prst="rect">
            <a:avLst/>
          </a:prstGeom>
          <a:noFill/>
          <a:ln>
            <a:noFill/>
          </a:ln>
        </p:spPr>
      </p:sp>
      <p:sp>
        <p:nvSpPr>
          <p:cNvPr id="121" name="Google Shape;121;p69"/>
          <p:cNvSpPr txBox="1"/>
          <p:nvPr>
            <p:ph idx="1"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22" name="Google Shape;122;p6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3" name="Google Shape;123;p6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4" name="Google Shape;124;p6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25" name="Shape 125"/>
        <p:cNvGrpSpPr/>
        <p:nvPr/>
      </p:nvGrpSpPr>
      <p:grpSpPr>
        <a:xfrm>
          <a:off x="0" y="0"/>
          <a:ext cx="0" cy="0"/>
          <a:chOff x="0" y="0"/>
          <a:chExt cx="0" cy="0"/>
        </a:xfrm>
      </p:grpSpPr>
      <p:sp>
        <p:nvSpPr>
          <p:cNvPr id="126" name="Google Shape;126;p70"/>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7" name="Google Shape;127;p70"/>
          <p:cNvSpPr txBox="1"/>
          <p:nvPr>
            <p:ph idx="1" type="body"/>
          </p:nvPr>
        </p:nvSpPr>
        <p:spPr>
          <a:xfrm rot="5400000">
            <a:off x="2940300" y="-942431"/>
            <a:ext cx="3263400"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28" name="Google Shape;128;p7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9" name="Google Shape;129;p7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0" name="Google Shape;130;p7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31" name="Shape 131"/>
        <p:cNvGrpSpPr/>
        <p:nvPr/>
      </p:nvGrpSpPr>
      <p:grpSpPr>
        <a:xfrm>
          <a:off x="0" y="0"/>
          <a:ext cx="0" cy="0"/>
          <a:chOff x="0" y="0"/>
          <a:chExt cx="0" cy="0"/>
        </a:xfrm>
      </p:grpSpPr>
      <p:sp>
        <p:nvSpPr>
          <p:cNvPr id="132" name="Google Shape;132;p71"/>
          <p:cNvSpPr txBox="1"/>
          <p:nvPr>
            <p:ph type="title"/>
          </p:nvPr>
        </p:nvSpPr>
        <p:spPr>
          <a:xfrm rot="5400000">
            <a:off x="5350050" y="1467544"/>
            <a:ext cx="4359000" cy="19716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3" name="Google Shape;133;p71"/>
          <p:cNvSpPr txBox="1"/>
          <p:nvPr>
            <p:ph idx="1" type="body"/>
          </p:nvPr>
        </p:nvSpPr>
        <p:spPr>
          <a:xfrm rot="5400000">
            <a:off x="1349475" y="-447056"/>
            <a:ext cx="4359000" cy="58008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34" name="Google Shape;134;p7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5" name="Google Shape;135;p7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6" name="Google Shape;136;p7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4.xml"/><Relationship Id="rId10" Type="http://schemas.openxmlformats.org/officeDocument/2006/relationships/slideLayout" Target="../slideLayouts/slideLayout23.xml"/><Relationship Id="rId13" Type="http://schemas.openxmlformats.org/officeDocument/2006/relationships/theme" Target="../theme/theme2.xml"/><Relationship Id="rId12" Type="http://schemas.openxmlformats.org/officeDocument/2006/relationships/slideLayout" Target="../slideLayouts/slideLayout25.xml"/><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9" Type="http://schemas.openxmlformats.org/officeDocument/2006/relationships/slideLayout" Target="../slideLayouts/slideLayout22.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4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4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4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8" name="Shape 58"/>
        <p:cNvGrpSpPr/>
        <p:nvPr/>
      </p:nvGrpSpPr>
      <p:grpSpPr>
        <a:xfrm>
          <a:off x="0" y="0"/>
          <a:ext cx="0" cy="0"/>
          <a:chOff x="0" y="0"/>
          <a:chExt cx="0" cy="0"/>
        </a:xfrm>
      </p:grpSpPr>
      <p:sp>
        <p:nvSpPr>
          <p:cNvPr id="59" name="Google Shape;59;p48"/>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0" name="Google Shape;60;p48"/>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61" name="Google Shape;61;p4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62" name="Google Shape;62;p4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63" name="Google Shape;63;p4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image" Target="../media/image13.jp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image" Target="../media/image1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image" Target="../media/image2.png"/><Relationship Id="rId6"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image" Target="../media/image9.png"/><Relationship Id="rId6"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5.png"/><Relationship Id="rId6"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6.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6.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1.png"/><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47.png"/><Relationship Id="rId4" Type="http://schemas.openxmlformats.org/officeDocument/2006/relationships/image" Target="../media/image21.png"/><Relationship Id="rId5" Type="http://schemas.openxmlformats.org/officeDocument/2006/relationships/image" Target="../media/image3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2.xml"/><Relationship Id="rId3" Type="http://schemas.openxmlformats.org/officeDocument/2006/relationships/image" Target="../media/image4.png"/><Relationship Id="rId4" Type="http://schemas.openxmlformats.org/officeDocument/2006/relationships/image" Target="../media/image27.png"/><Relationship Id="rId5" Type="http://schemas.openxmlformats.org/officeDocument/2006/relationships/image" Target="../media/image15.png"/><Relationship Id="rId6"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3.xml"/><Relationship Id="rId3" Type="http://schemas.openxmlformats.org/officeDocument/2006/relationships/image" Target="../media/image4.png"/><Relationship Id="rId4" Type="http://schemas.openxmlformats.org/officeDocument/2006/relationships/image" Target="../media/image24.png"/><Relationship Id="rId5" Type="http://schemas.openxmlformats.org/officeDocument/2006/relationships/image" Target="../media/image27.png"/><Relationship Id="rId6" Type="http://schemas.openxmlformats.org/officeDocument/2006/relationships/image" Target="../media/image15.png"/><Relationship Id="rId7"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 Id="rId3" Type="http://schemas.openxmlformats.org/officeDocument/2006/relationships/image" Target="../media/image25.png"/><Relationship Id="rId4" Type="http://schemas.openxmlformats.org/officeDocument/2006/relationships/image" Target="../media/image3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25.png"/><Relationship Id="rId4" Type="http://schemas.openxmlformats.org/officeDocument/2006/relationships/image" Target="../media/image44.png"/><Relationship Id="rId5" Type="http://schemas.openxmlformats.org/officeDocument/2006/relationships/image" Target="../media/image7.png"/><Relationship Id="rId6" Type="http://schemas.openxmlformats.org/officeDocument/2006/relationships/image" Target="../media/image1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25.png"/><Relationship Id="rId4" Type="http://schemas.openxmlformats.org/officeDocument/2006/relationships/image" Target="../media/image7.png"/><Relationship Id="rId5" Type="http://schemas.openxmlformats.org/officeDocument/2006/relationships/image" Target="../media/image13.jpg"/><Relationship Id="rId6"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8.xml"/><Relationship Id="rId3" Type="http://schemas.openxmlformats.org/officeDocument/2006/relationships/image" Target="../media/image25.png"/><Relationship Id="rId4" Type="http://schemas.openxmlformats.org/officeDocument/2006/relationships/image" Target="../media/image32.png"/><Relationship Id="rId5" Type="http://schemas.openxmlformats.org/officeDocument/2006/relationships/image" Target="../media/image28.png"/><Relationship Id="rId6" Type="http://schemas.openxmlformats.org/officeDocument/2006/relationships/image" Target="../media/image37.png"/><Relationship Id="rId7" Type="http://schemas.openxmlformats.org/officeDocument/2006/relationships/image" Target="../media/image4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9.xml"/><Relationship Id="rId3" Type="http://schemas.openxmlformats.org/officeDocument/2006/relationships/image" Target="../media/image25.png"/><Relationship Id="rId4" Type="http://schemas.openxmlformats.org/officeDocument/2006/relationships/image" Target="../media/image32.png"/><Relationship Id="rId5" Type="http://schemas.openxmlformats.org/officeDocument/2006/relationships/image" Target="../media/image28.png"/><Relationship Id="rId6" Type="http://schemas.openxmlformats.org/officeDocument/2006/relationships/image" Target="../media/image37.png"/><Relationship Id="rId7" Type="http://schemas.openxmlformats.org/officeDocument/2006/relationships/image" Target="../media/image4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0.xml"/><Relationship Id="rId3" Type="http://schemas.openxmlformats.org/officeDocument/2006/relationships/image" Target="../media/image25.png"/><Relationship Id="rId4" Type="http://schemas.openxmlformats.org/officeDocument/2006/relationships/image" Target="../media/image28.png"/><Relationship Id="rId5" Type="http://schemas.openxmlformats.org/officeDocument/2006/relationships/image" Target="../media/image37.png"/><Relationship Id="rId6" Type="http://schemas.openxmlformats.org/officeDocument/2006/relationships/image" Target="../media/image44.png"/><Relationship Id="rId7"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1.xml"/><Relationship Id="rId3" Type="http://schemas.openxmlformats.org/officeDocument/2006/relationships/image" Target="../media/image25.png"/><Relationship Id="rId4" Type="http://schemas.openxmlformats.org/officeDocument/2006/relationships/image" Target="../media/image28.png"/><Relationship Id="rId5" Type="http://schemas.openxmlformats.org/officeDocument/2006/relationships/image" Target="../media/image37.png"/><Relationship Id="rId6" Type="http://schemas.openxmlformats.org/officeDocument/2006/relationships/image" Target="../media/image49.png"/><Relationship Id="rId7" Type="http://schemas.openxmlformats.org/officeDocument/2006/relationships/image" Target="../media/image4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2.xml"/><Relationship Id="rId3" Type="http://schemas.openxmlformats.org/officeDocument/2006/relationships/image" Target="../media/image36.png"/><Relationship Id="rId4" Type="http://schemas.openxmlformats.org/officeDocument/2006/relationships/image" Target="../media/image4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3.xml"/><Relationship Id="rId3" Type="http://schemas.openxmlformats.org/officeDocument/2006/relationships/image" Target="../media/image36.png"/><Relationship Id="rId4" Type="http://schemas.openxmlformats.org/officeDocument/2006/relationships/image" Target="../media/image4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 Id="rId3" Type="http://schemas.openxmlformats.org/officeDocument/2006/relationships/image" Target="../media/image32.png"/><Relationship Id="rId4" Type="http://schemas.openxmlformats.org/officeDocument/2006/relationships/image" Target="../media/image4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 Id="rId3" Type="http://schemas.openxmlformats.org/officeDocument/2006/relationships/image" Target="../media/image32.png"/><Relationship Id="rId4" Type="http://schemas.openxmlformats.org/officeDocument/2006/relationships/image" Target="../media/image40.png"/><Relationship Id="rId5"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 Id="rId3" Type="http://schemas.openxmlformats.org/officeDocument/2006/relationships/image" Target="../media/image32.png"/><Relationship Id="rId4" Type="http://schemas.openxmlformats.org/officeDocument/2006/relationships/image" Target="../media/image40.png"/><Relationship Id="rId5"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9.xml"/><Relationship Id="rId3" Type="http://schemas.openxmlformats.org/officeDocument/2006/relationships/image" Target="../media/image47.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image" Target="../media/image44.png"/><Relationship Id="rId7" Type="http://schemas.openxmlformats.org/officeDocument/2006/relationships/image" Target="../media/image53.png"/><Relationship Id="rId8" Type="http://schemas.openxmlformats.org/officeDocument/2006/relationships/image" Target="../media/image4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0.xml"/><Relationship Id="rId3" Type="http://schemas.openxmlformats.org/officeDocument/2006/relationships/image" Target="../media/image25.png"/><Relationship Id="rId4" Type="http://schemas.openxmlformats.org/officeDocument/2006/relationships/image" Target="../media/image49.png"/><Relationship Id="rId5" Type="http://schemas.openxmlformats.org/officeDocument/2006/relationships/image" Target="../media/image44.png"/><Relationship Id="rId6" Type="http://schemas.openxmlformats.org/officeDocument/2006/relationships/image" Target="../media/image2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1.xml"/><Relationship Id="rId3" Type="http://schemas.openxmlformats.org/officeDocument/2006/relationships/image" Target="../media/image25.png"/><Relationship Id="rId4" Type="http://schemas.openxmlformats.org/officeDocument/2006/relationships/image" Target="../media/image54.png"/><Relationship Id="rId5" Type="http://schemas.openxmlformats.org/officeDocument/2006/relationships/image" Target="../media/image49.png"/><Relationship Id="rId6" Type="http://schemas.openxmlformats.org/officeDocument/2006/relationships/image" Target="../media/image44.png"/><Relationship Id="rId7" Type="http://schemas.openxmlformats.org/officeDocument/2006/relationships/image" Target="../media/image2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 Id="rId3" Type="http://schemas.openxmlformats.org/officeDocument/2006/relationships/image" Target="../media/image5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5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5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1"/>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t/>
            </a:r>
            <a:endParaRPr/>
          </a:p>
        </p:txBody>
      </p:sp>
      <p:sp>
        <p:nvSpPr>
          <p:cNvPr id="142" name="Google Shape;142;p1"/>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800"/>
              <a:buNone/>
            </a:pPr>
            <a:r>
              <a:t/>
            </a:r>
            <a:endParaRPr/>
          </a:p>
        </p:txBody>
      </p:sp>
      <p:pic>
        <p:nvPicPr>
          <p:cNvPr id="143" name="Google Shape;143;p1"/>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t/>
            </a:r>
            <a:endParaRPr/>
          </a:p>
        </p:txBody>
      </p:sp>
      <p:sp>
        <p:nvSpPr>
          <p:cNvPr id="149" name="Google Shape;149;p2"/>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800"/>
              <a:buNone/>
            </a:pPr>
            <a:r>
              <a:t/>
            </a:r>
            <a:endParaRPr/>
          </a:p>
        </p:txBody>
      </p:sp>
      <p:pic>
        <p:nvPicPr>
          <p:cNvPr id="150" name="Google Shape;150;p2"/>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3"/>
          <p:cNvSpPr txBox="1"/>
          <p:nvPr/>
        </p:nvSpPr>
        <p:spPr>
          <a:xfrm>
            <a:off x="3574709" y="1282069"/>
            <a:ext cx="1994700" cy="377400"/>
          </a:xfrm>
          <a:prstGeom prst="rect">
            <a:avLst/>
          </a:prstGeom>
          <a:noFill/>
          <a:ln>
            <a:noFill/>
          </a:ln>
        </p:spPr>
        <p:txBody>
          <a:bodyPr anchorCtr="0" anchor="ctr" bIns="26800" lIns="26800" spcFirstLastPara="1" rIns="26800" wrap="square" tIns="26800">
            <a:spAutoFit/>
          </a:bodyPr>
          <a:lstStyle/>
          <a:p>
            <a:pPr indent="0" lvl="0" marL="0" marR="0" rtl="0" algn="ctr">
              <a:lnSpc>
                <a:spcPct val="100000"/>
              </a:lnSpc>
              <a:spcBef>
                <a:spcPts val="0"/>
              </a:spcBef>
              <a:spcAft>
                <a:spcPts val="0"/>
              </a:spcAft>
              <a:buClr>
                <a:srgbClr val="000000"/>
              </a:buClr>
              <a:buSzPts val="2100"/>
              <a:buFont typeface="Helvetica Neue"/>
              <a:buNone/>
            </a:pPr>
            <a:r>
              <a:rPr b="1" i="0" lang="en" sz="2100" u="none" cap="none" strike="noStrike">
                <a:solidFill>
                  <a:srgbClr val="000000"/>
                </a:solidFill>
                <a:latin typeface="Helvetica Neue"/>
                <a:ea typeface="Helvetica Neue"/>
                <a:cs typeface="Helvetica Neue"/>
                <a:sym typeface="Helvetica Neue"/>
              </a:rPr>
              <a:t>Verbal Consent</a:t>
            </a:r>
            <a:endParaRPr b="0" i="0" sz="500" u="none" cap="none" strike="noStrike">
              <a:solidFill>
                <a:srgbClr val="000000"/>
              </a:solidFill>
              <a:latin typeface="Arial"/>
              <a:ea typeface="Arial"/>
              <a:cs typeface="Arial"/>
              <a:sym typeface="Arial"/>
            </a:endParaRPr>
          </a:p>
        </p:txBody>
      </p:sp>
      <p:sp>
        <p:nvSpPr>
          <p:cNvPr id="156" name="Google Shape;156;p3"/>
          <p:cNvSpPr txBox="1"/>
          <p:nvPr/>
        </p:nvSpPr>
        <p:spPr>
          <a:xfrm>
            <a:off x="1657349" y="1782953"/>
            <a:ext cx="5829300" cy="1593300"/>
          </a:xfrm>
          <a:prstGeom prst="rect">
            <a:avLst/>
          </a:prstGeom>
          <a:noFill/>
          <a:ln>
            <a:noFill/>
          </a:ln>
        </p:spPr>
        <p:txBody>
          <a:bodyPr anchorCtr="0" anchor="ctr" bIns="26800" lIns="26800" spcFirstLastPara="1" rIns="26800" wrap="square" tIns="26800">
            <a:spAutoFit/>
          </a:bodyPr>
          <a:lstStyle/>
          <a:p>
            <a:pPr indent="0" lvl="0" marL="0" marR="0" rtl="0" algn="ctr">
              <a:lnSpc>
                <a:spcPct val="100000"/>
              </a:lnSpc>
              <a:spcBef>
                <a:spcPts val="0"/>
              </a:spcBef>
              <a:spcAft>
                <a:spcPts val="0"/>
              </a:spcAft>
              <a:buClr>
                <a:srgbClr val="000000"/>
              </a:buClr>
              <a:buSzPts val="2500"/>
              <a:buFont typeface="Helvetica Neue"/>
              <a:buNone/>
            </a:pPr>
            <a:r>
              <a:rPr b="0" i="0" lang="en" sz="2500" u="none" cap="none" strike="noStrike">
                <a:solidFill>
                  <a:srgbClr val="000000"/>
                </a:solidFill>
                <a:latin typeface="Helvetica Neue"/>
                <a:ea typeface="Helvetica Neue"/>
                <a:cs typeface="Helvetica Neue"/>
                <a:sym typeface="Helvetica Neue"/>
              </a:rPr>
              <a:t>"I have read and understand the consent document. I am this child's parent or legal guardian and we both agree to participate in this study." </a:t>
            </a:r>
            <a:endParaRPr b="0" i="0" sz="250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4"/>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t/>
            </a:r>
            <a:endParaRPr/>
          </a:p>
        </p:txBody>
      </p:sp>
      <p:sp>
        <p:nvSpPr>
          <p:cNvPr id="162" name="Google Shape;162;p4"/>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800"/>
              <a:buNone/>
            </a:pPr>
            <a:r>
              <a:t/>
            </a:r>
            <a:endParaRPr/>
          </a:p>
        </p:txBody>
      </p:sp>
      <p:pic>
        <p:nvPicPr>
          <p:cNvPr id="163" name="Google Shape;163;p4"/>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5"/>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69" name="Google Shape;169;p5"/>
          <p:cNvSpPr/>
          <p:nvPr/>
        </p:nvSpPr>
        <p:spPr>
          <a:xfrm>
            <a:off x="4652975" y="1038917"/>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0" name="Google Shape;170;p5"/>
          <p:cNvSpPr/>
          <p:nvPr/>
        </p:nvSpPr>
        <p:spPr>
          <a:xfrm>
            <a:off x="3946457" y="1038917"/>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1" name="Google Shape;171;p5"/>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2" name="Google Shape;172;p5"/>
          <p:cNvSpPr/>
          <p:nvPr/>
        </p:nvSpPr>
        <p:spPr>
          <a:xfrm>
            <a:off x="4751702" y="225817"/>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3" name="Google Shape;173;p5"/>
          <p:cNvSpPr/>
          <p:nvPr/>
        </p:nvSpPr>
        <p:spPr>
          <a:xfrm>
            <a:off x="3855193" y="225817"/>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4" name="Google Shape;174;p5"/>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5" name="Google Shape;175;p5"/>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6" name="Google Shape;176;p5"/>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7" name="Google Shape;177;p5"/>
          <p:cNvSpPr/>
          <p:nvPr/>
        </p:nvSpPr>
        <p:spPr>
          <a:xfrm>
            <a:off x="4552173" y="186710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8" name="Google Shape;178;p5"/>
          <p:cNvSpPr/>
          <p:nvPr/>
        </p:nvSpPr>
        <p:spPr>
          <a:xfrm>
            <a:off x="4036155" y="186710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9" name="Google Shape;179;p5"/>
          <p:cNvSpPr/>
          <p:nvPr/>
        </p:nvSpPr>
        <p:spPr>
          <a:xfrm>
            <a:off x="4489307" y="268892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0" name="Google Shape;180;p5"/>
          <p:cNvSpPr/>
          <p:nvPr/>
        </p:nvSpPr>
        <p:spPr>
          <a:xfrm>
            <a:off x="4116164" y="268892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1" name="Google Shape;181;p5"/>
          <p:cNvSpPr/>
          <p:nvPr/>
        </p:nvSpPr>
        <p:spPr>
          <a:xfrm>
            <a:off x="4407803" y="351812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2" name="Google Shape;182;p5"/>
          <p:cNvSpPr/>
          <p:nvPr/>
        </p:nvSpPr>
        <p:spPr>
          <a:xfrm>
            <a:off x="4215635" y="351812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3" name="Google Shape;183;p5"/>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84" name="Google Shape;184;p5"/>
          <p:cNvSpPr/>
          <p:nvPr/>
        </p:nvSpPr>
        <p:spPr>
          <a:xfrm>
            <a:off x="4345059" y="4346244"/>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5" name="Google Shape;185;p5"/>
          <p:cNvSpPr/>
          <p:nvPr/>
        </p:nvSpPr>
        <p:spPr>
          <a:xfrm>
            <a:off x="4263669" y="4346244"/>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89" name="Shape 189"/>
        <p:cNvGrpSpPr/>
        <p:nvPr/>
      </p:nvGrpSpPr>
      <p:grpSpPr>
        <a:xfrm>
          <a:off x="0" y="0"/>
          <a:ext cx="0" cy="0"/>
          <a:chOff x="0" y="0"/>
          <a:chExt cx="0" cy="0"/>
        </a:xfrm>
      </p:grpSpPr>
      <p:sp>
        <p:nvSpPr>
          <p:cNvPr id="190" name="Google Shape;190;p6"/>
          <p:cNvSpPr txBox="1"/>
          <p:nvPr>
            <p:ph type="title"/>
          </p:nvPr>
        </p:nvSpPr>
        <p:spPr>
          <a:xfrm>
            <a:off x="2577600" y="1940250"/>
            <a:ext cx="3988800" cy="6315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Happy Condition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pic>
        <p:nvPicPr>
          <p:cNvPr descr="A cartoon of a white and purple animal&#10;&#10;Description automatically generated" id="195" name="Google Shape;195;p7"/>
          <p:cNvPicPr preferRelativeResize="0"/>
          <p:nvPr/>
        </p:nvPicPr>
        <p:blipFill rotWithShape="1">
          <a:blip r:embed="rId3">
            <a:alphaModFix/>
          </a:blip>
          <a:srcRect b="0" l="0" r="0" t="0"/>
          <a:stretch/>
        </p:blipFill>
        <p:spPr>
          <a:xfrm>
            <a:off x="3638000" y="1820500"/>
            <a:ext cx="1775900" cy="2168974"/>
          </a:xfrm>
          <a:prstGeom prst="rect">
            <a:avLst/>
          </a:prstGeom>
          <a:noFill/>
          <a:ln>
            <a:noFill/>
          </a:ln>
        </p:spPr>
      </p:pic>
      <p:sp>
        <p:nvSpPr>
          <p:cNvPr id="196" name="Google Shape;196;p7"/>
          <p:cNvSpPr/>
          <p:nvPr/>
        </p:nvSpPr>
        <p:spPr>
          <a:xfrm rot="-5400000">
            <a:off x="4422600" y="2601825"/>
            <a:ext cx="206700" cy="606300"/>
          </a:xfrm>
          <a:prstGeom prst="moon">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mph" presetID="8" presetSubtype="0">
                                  <p:stCondLst>
                                    <p:cond delay="0"/>
                                  </p:stCondLst>
                                  <p:childTnLst>
                                    <p:animRot by="-21600000">
                                      <p:cBhvr>
                                        <p:cTn dur="1000" fill="hold"/>
                                        <p:tgtEl>
                                          <p:spTgt spid="195"/>
                                        </p:tgtEl>
                                        <p:attrNameLst>
                                          <p:attrName>r</p:attrName>
                                        </p:attrNameLst>
                                      </p:cBhvr>
                                    </p:animRo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8"/>
          <p:cNvSpPr/>
          <p:nvPr/>
        </p:nvSpPr>
        <p:spPr>
          <a:xfrm>
            <a:off x="4771150" y="1491525"/>
            <a:ext cx="1567800" cy="1161000"/>
          </a:xfrm>
          <a:prstGeom prst="cloudCallout">
            <a:avLst>
              <a:gd fmla="val -20833" name="adj1"/>
              <a:gd fmla="val 625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202" name="Google Shape;202;p8"/>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203" name="Google Shape;203;p8" title="School desk | Free SVG"/>
          <p:cNvPicPr preferRelativeResize="0"/>
          <p:nvPr/>
        </p:nvPicPr>
        <p:blipFill rotWithShape="1">
          <a:blip r:embed="rId4">
            <a:alphaModFix/>
          </a:blip>
          <a:srcRect b="0" l="0" r="0" t="0"/>
          <a:stretch/>
        </p:blipFill>
        <p:spPr>
          <a:xfrm>
            <a:off x="3638400" y="3381875"/>
            <a:ext cx="1801076" cy="1801076"/>
          </a:xfrm>
          <a:prstGeom prst="rect">
            <a:avLst/>
          </a:prstGeom>
          <a:noFill/>
          <a:ln>
            <a:noFill/>
          </a:ln>
        </p:spPr>
      </p:pic>
      <p:pic>
        <p:nvPicPr>
          <p:cNvPr id="204" name="Google Shape;204;p8" title="Royalty-Free photo: Rectangular green board on brown background ..."/>
          <p:cNvPicPr preferRelativeResize="0"/>
          <p:nvPr/>
        </p:nvPicPr>
        <p:blipFill rotWithShape="1">
          <a:blip r:embed="rId5">
            <a:alphaModFix/>
          </a:blip>
          <a:srcRect b="0" l="0" r="0" t="0"/>
          <a:stretch/>
        </p:blipFill>
        <p:spPr>
          <a:xfrm>
            <a:off x="164525" y="141100"/>
            <a:ext cx="3347725" cy="1969250"/>
          </a:xfrm>
          <a:prstGeom prst="rect">
            <a:avLst/>
          </a:prstGeom>
          <a:noFill/>
          <a:ln>
            <a:noFill/>
          </a:ln>
        </p:spPr>
      </p:pic>
      <p:pic>
        <p:nvPicPr>
          <p:cNvPr descr="Elephant | Free Stock Photo | Illustration of an elephant | # 11454" id="205" name="Google Shape;205;p8"/>
          <p:cNvPicPr preferRelativeResize="0"/>
          <p:nvPr/>
        </p:nvPicPr>
        <p:blipFill rotWithShape="1">
          <a:blip r:embed="rId6">
            <a:alphaModFix/>
          </a:blip>
          <a:srcRect b="0" l="0" r="0" t="0"/>
          <a:stretch/>
        </p:blipFill>
        <p:spPr>
          <a:xfrm>
            <a:off x="5096425" y="1717276"/>
            <a:ext cx="917249" cy="70948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pic>
        <p:nvPicPr>
          <p:cNvPr descr="A cartoon of a white and purple animal&#10;&#10;Description automatically generated" id="210" name="Google Shape;210;p9"/>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211" name="Google Shape;211;p9" title="School desk | Free SVG"/>
          <p:cNvPicPr preferRelativeResize="0"/>
          <p:nvPr/>
        </p:nvPicPr>
        <p:blipFill rotWithShape="1">
          <a:blip r:embed="rId4">
            <a:alphaModFix/>
          </a:blip>
          <a:srcRect b="0" l="0" r="0" t="0"/>
          <a:stretch/>
        </p:blipFill>
        <p:spPr>
          <a:xfrm>
            <a:off x="3638400" y="3381875"/>
            <a:ext cx="1801076" cy="1801076"/>
          </a:xfrm>
          <a:prstGeom prst="rect">
            <a:avLst/>
          </a:prstGeom>
          <a:noFill/>
          <a:ln>
            <a:noFill/>
          </a:ln>
        </p:spPr>
      </p:pic>
      <p:pic>
        <p:nvPicPr>
          <p:cNvPr id="212" name="Google Shape;212;p9" title="Royalty-Free photo: Rectangular green board on brown background ..."/>
          <p:cNvPicPr preferRelativeResize="0"/>
          <p:nvPr/>
        </p:nvPicPr>
        <p:blipFill rotWithShape="1">
          <a:blip r:embed="rId5">
            <a:alphaModFix/>
          </a:blip>
          <a:srcRect b="0" l="0" r="0" t="0"/>
          <a:stretch/>
        </p:blipFill>
        <p:spPr>
          <a:xfrm>
            <a:off x="164525" y="141100"/>
            <a:ext cx="3347725" cy="1969250"/>
          </a:xfrm>
          <a:prstGeom prst="rect">
            <a:avLst/>
          </a:prstGeom>
          <a:noFill/>
          <a:ln>
            <a:noFill/>
          </a:ln>
        </p:spPr>
      </p:pic>
      <p:sp>
        <p:nvSpPr>
          <p:cNvPr id="213" name="Google Shape;213;p9"/>
          <p:cNvSpPr/>
          <p:nvPr/>
        </p:nvSpPr>
        <p:spPr>
          <a:xfrm rot="-5400000">
            <a:off x="4398500" y="2864263"/>
            <a:ext cx="206700" cy="606300"/>
          </a:xfrm>
          <a:prstGeom prst="moon">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pic>
        <p:nvPicPr>
          <p:cNvPr descr="A cartoon of a white and purple animal&#10;&#10;Description automatically generated" id="218" name="Google Shape;218;p10"/>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pic>
        <p:nvPicPr>
          <p:cNvPr descr="A cartoon character with orange and white face&#10;&#10;Description automatically generated" id="219" name="Google Shape;219;p10"/>
          <p:cNvPicPr preferRelativeResize="0"/>
          <p:nvPr/>
        </p:nvPicPr>
        <p:blipFill rotWithShape="1">
          <a:blip r:embed="rId4">
            <a:alphaModFix/>
          </a:blip>
          <a:srcRect b="0" l="0" r="0" t="0"/>
          <a:stretch/>
        </p:blipFill>
        <p:spPr>
          <a:xfrm>
            <a:off x="4792275" y="2479600"/>
            <a:ext cx="1367325" cy="1669949"/>
          </a:xfrm>
          <a:prstGeom prst="rect">
            <a:avLst/>
          </a:prstGeom>
          <a:noFill/>
          <a:ln>
            <a:noFill/>
          </a:ln>
        </p:spPr>
      </p:pic>
      <p:sp>
        <p:nvSpPr>
          <p:cNvPr id="220" name="Google Shape;220;p10"/>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10" title="House icon vector clip art | Free SVG"/>
          <p:cNvPicPr preferRelativeResize="0"/>
          <p:nvPr/>
        </p:nvPicPr>
        <p:blipFill rotWithShape="1">
          <a:blip r:embed="rId5">
            <a:alphaModFix/>
          </a:blip>
          <a:srcRect b="0" l="0" r="0" t="0"/>
          <a:stretch/>
        </p:blipFill>
        <p:spPr>
          <a:xfrm>
            <a:off x="5880175" y="494425"/>
            <a:ext cx="2414224" cy="2414225"/>
          </a:xfrm>
          <a:prstGeom prst="rect">
            <a:avLst/>
          </a:prstGeom>
          <a:noFill/>
          <a:ln>
            <a:noFill/>
          </a:ln>
        </p:spPr>
      </p:pic>
      <p:pic>
        <p:nvPicPr>
          <p:cNvPr id="222" name="Google Shape;222;p10" title="House icon vector clip art | Free SVG"/>
          <p:cNvPicPr preferRelativeResize="0"/>
          <p:nvPr/>
        </p:nvPicPr>
        <p:blipFill rotWithShape="1">
          <a:blip r:embed="rId5">
            <a:alphaModFix/>
          </a:blip>
          <a:srcRect b="0" l="0" r="0" t="0"/>
          <a:stretch/>
        </p:blipFill>
        <p:spPr>
          <a:xfrm>
            <a:off x="619375" y="410250"/>
            <a:ext cx="2414225" cy="2414225"/>
          </a:xfrm>
          <a:prstGeom prst="rect">
            <a:avLst/>
          </a:prstGeom>
          <a:noFill/>
          <a:ln>
            <a:noFill/>
          </a:ln>
        </p:spPr>
      </p:pic>
      <p:pic>
        <p:nvPicPr>
          <p:cNvPr descr="Elephant | Free Stock Photo | Illustration of an elephant | # 11454" id="223" name="Google Shape;223;p10"/>
          <p:cNvPicPr preferRelativeResize="0"/>
          <p:nvPr/>
        </p:nvPicPr>
        <p:blipFill rotWithShape="1">
          <a:blip r:embed="rId6">
            <a:alphaModFix/>
          </a:blip>
          <a:srcRect b="0" l="0" r="0" t="0"/>
          <a:stretch/>
        </p:blipFill>
        <p:spPr>
          <a:xfrm>
            <a:off x="3686250" y="1937888"/>
            <a:ext cx="917249" cy="70948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218"/>
                                        </p:tgtEl>
                                        <p:attrNameLst>
                                          <p:attrName>style.visibility</p:attrName>
                                        </p:attrNameLst>
                                      </p:cBhvr>
                                      <p:to>
                                        <p:strVal val="visible"/>
                                      </p:to>
                                    </p:set>
                                    <p:anim calcmode="lin" valueType="num">
                                      <p:cBhvr additive="base">
                                        <p:cTn dur="1600"/>
                                        <p:tgtEl>
                                          <p:spTgt spid="218"/>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219"/>
                                        </p:tgtEl>
                                        <p:attrNameLst>
                                          <p:attrName>style.visibility</p:attrName>
                                        </p:attrNameLst>
                                      </p:cBhvr>
                                      <p:to>
                                        <p:strVal val="visible"/>
                                      </p:to>
                                    </p:set>
                                    <p:anim calcmode="lin" valueType="num">
                                      <p:cBhvr additive="base">
                                        <p:cTn dur="1900"/>
                                        <p:tgtEl>
                                          <p:spTgt spid="219"/>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pic>
        <p:nvPicPr>
          <p:cNvPr descr="A cartoon of a white and purple animal&#10;&#10;Description automatically generated" id="228" name="Google Shape;228;p11"/>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pic>
        <p:nvPicPr>
          <p:cNvPr descr="A cartoon character with orange and white face&#10;&#10;Description automatically generated" id="229" name="Google Shape;229;p11"/>
          <p:cNvPicPr preferRelativeResize="0"/>
          <p:nvPr/>
        </p:nvPicPr>
        <p:blipFill rotWithShape="1">
          <a:blip r:embed="rId4">
            <a:alphaModFix/>
          </a:blip>
          <a:srcRect b="0" l="0" r="0" t="0"/>
          <a:stretch/>
        </p:blipFill>
        <p:spPr>
          <a:xfrm>
            <a:off x="4745300" y="2479600"/>
            <a:ext cx="1367325" cy="1669949"/>
          </a:xfrm>
          <a:prstGeom prst="rect">
            <a:avLst/>
          </a:prstGeom>
          <a:noFill/>
          <a:ln>
            <a:noFill/>
          </a:ln>
        </p:spPr>
      </p:pic>
      <p:sp>
        <p:nvSpPr>
          <p:cNvPr id="230" name="Google Shape;230;p11"/>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31" name="Google Shape;231;p11"/>
          <p:cNvPicPr preferRelativeResize="0"/>
          <p:nvPr/>
        </p:nvPicPr>
        <p:blipFill rotWithShape="1">
          <a:blip r:embed="rId5">
            <a:alphaModFix/>
          </a:blip>
          <a:srcRect b="0" l="0" r="0" t="0"/>
          <a:stretch/>
        </p:blipFill>
        <p:spPr>
          <a:xfrm>
            <a:off x="3833000" y="1927538"/>
            <a:ext cx="706850" cy="730174"/>
          </a:xfrm>
          <a:prstGeom prst="rect">
            <a:avLst/>
          </a:prstGeom>
          <a:noFill/>
          <a:ln>
            <a:noFill/>
          </a:ln>
        </p:spPr>
      </p:pic>
      <p:sp>
        <p:nvSpPr>
          <p:cNvPr id="232" name="Google Shape;232;p11"/>
          <p:cNvSpPr/>
          <p:nvPr/>
        </p:nvSpPr>
        <p:spPr>
          <a:xfrm>
            <a:off x="3993925" y="2281275"/>
            <a:ext cx="379200" cy="3765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33" name="Google Shape;233;p11" title="House icon vector clip art | Free SVG"/>
          <p:cNvPicPr preferRelativeResize="0"/>
          <p:nvPr/>
        </p:nvPicPr>
        <p:blipFill rotWithShape="1">
          <a:blip r:embed="rId6">
            <a:alphaModFix/>
          </a:blip>
          <a:srcRect b="0" l="0" r="0" t="0"/>
          <a:stretch/>
        </p:blipFill>
        <p:spPr>
          <a:xfrm>
            <a:off x="5880175" y="494425"/>
            <a:ext cx="2414224" cy="2414225"/>
          </a:xfrm>
          <a:prstGeom prst="rect">
            <a:avLst/>
          </a:prstGeom>
          <a:noFill/>
          <a:ln>
            <a:noFill/>
          </a:ln>
        </p:spPr>
      </p:pic>
      <p:pic>
        <p:nvPicPr>
          <p:cNvPr id="234" name="Google Shape;234;p11" title="House icon vector clip art | Free SVG"/>
          <p:cNvPicPr preferRelativeResize="0"/>
          <p:nvPr/>
        </p:nvPicPr>
        <p:blipFill rotWithShape="1">
          <a:blip r:embed="rId6">
            <a:alphaModFix/>
          </a:blip>
          <a:srcRect b="0" l="0" r="0" t="0"/>
          <a:stretch/>
        </p:blipFill>
        <p:spPr>
          <a:xfrm>
            <a:off x="619375" y="410250"/>
            <a:ext cx="2414225" cy="24142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pic>
        <p:nvPicPr>
          <p:cNvPr descr="A cartoon of a white and purple animal&#10;&#10;Description automatically generated" id="239" name="Google Shape;239;p12"/>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sp>
        <p:nvSpPr>
          <p:cNvPr id="240" name="Google Shape;240;p12"/>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1" name="Google Shape;241;p12" title="House icon vector clip art | Free SVG"/>
          <p:cNvPicPr preferRelativeResize="0"/>
          <p:nvPr/>
        </p:nvPicPr>
        <p:blipFill rotWithShape="1">
          <a:blip r:embed="rId4">
            <a:alphaModFix/>
          </a:blip>
          <a:srcRect b="0" l="0" r="0" t="0"/>
          <a:stretch/>
        </p:blipFill>
        <p:spPr>
          <a:xfrm>
            <a:off x="5880175" y="494425"/>
            <a:ext cx="2414224" cy="2414225"/>
          </a:xfrm>
          <a:prstGeom prst="rect">
            <a:avLst/>
          </a:prstGeom>
          <a:noFill/>
          <a:ln>
            <a:noFill/>
          </a:ln>
        </p:spPr>
      </p:pic>
      <p:pic>
        <p:nvPicPr>
          <p:cNvPr id="242" name="Google Shape;242;p12" title="House icon vector clip art | Free SVG"/>
          <p:cNvPicPr preferRelativeResize="0"/>
          <p:nvPr/>
        </p:nvPicPr>
        <p:blipFill rotWithShape="1">
          <a:blip r:embed="rId4">
            <a:alphaModFix/>
          </a:blip>
          <a:srcRect b="0" l="0" r="0" t="0"/>
          <a:stretch/>
        </p:blipFill>
        <p:spPr>
          <a:xfrm>
            <a:off x="619375" y="410250"/>
            <a:ext cx="2414225" cy="2414225"/>
          </a:xfrm>
          <a:prstGeom prst="rect">
            <a:avLst/>
          </a:prstGeom>
          <a:noFill/>
          <a:ln>
            <a:noFill/>
          </a:ln>
        </p:spPr>
      </p:pic>
      <p:pic>
        <p:nvPicPr>
          <p:cNvPr descr="Elephant | Free Stock Photo | Illustration of an elephant | # 11454" id="243" name="Google Shape;243;p12"/>
          <p:cNvPicPr preferRelativeResize="0"/>
          <p:nvPr/>
        </p:nvPicPr>
        <p:blipFill rotWithShape="1">
          <a:blip r:embed="rId5">
            <a:alphaModFix/>
          </a:blip>
          <a:srcRect b="0" l="0" r="0" t="0"/>
          <a:stretch/>
        </p:blipFill>
        <p:spPr>
          <a:xfrm>
            <a:off x="3686250" y="1937888"/>
            <a:ext cx="917249" cy="709482"/>
          </a:xfrm>
          <a:prstGeom prst="rect">
            <a:avLst/>
          </a:prstGeom>
          <a:noFill/>
          <a:ln>
            <a:noFill/>
          </a:ln>
        </p:spPr>
      </p:pic>
      <p:sp>
        <p:nvSpPr>
          <p:cNvPr id="244" name="Google Shape;244;p12"/>
          <p:cNvSpPr/>
          <p:nvPr/>
        </p:nvSpPr>
        <p:spPr>
          <a:xfrm>
            <a:off x="3861375" y="2060275"/>
            <a:ext cx="567000" cy="5685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character with orange and white face&#10;&#10;Description automatically generated" id="245" name="Google Shape;245;p12"/>
          <p:cNvPicPr preferRelativeResize="0"/>
          <p:nvPr/>
        </p:nvPicPr>
        <p:blipFill rotWithShape="1">
          <a:blip r:embed="rId6">
            <a:alphaModFix amt="91000"/>
          </a:blip>
          <a:srcRect b="0" l="0" r="0" t="0"/>
          <a:stretch/>
        </p:blipFill>
        <p:spPr>
          <a:xfrm>
            <a:off x="4938242" y="2346670"/>
            <a:ext cx="1437410" cy="1755556"/>
          </a:xfrm>
          <a:prstGeom prst="rect">
            <a:avLst/>
          </a:prstGeom>
          <a:noFill/>
          <a:ln>
            <a:noFill/>
          </a:ln>
          <a:effectLst>
            <a:outerShdw blurRad="57150" rotWithShape="0" algn="bl" dir="6840000" dist="19050">
              <a:srgbClr val="000000">
                <a:alpha val="50980"/>
              </a:srgbClr>
            </a:outerShdw>
          </a:effectLst>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245"/>
                                        </p:tgtEl>
                                        <p:attrNameLst>
                                          <p:attrName>style.visibility</p:attrName>
                                        </p:attrNameLst>
                                      </p:cBhvr>
                                      <p:to>
                                        <p:strVal val="visible"/>
                                      </p:to>
                                    </p:set>
                                    <p:anim calcmode="lin" valueType="num">
                                      <p:cBhvr additive="base">
                                        <p:cTn dur="2200"/>
                                        <p:tgtEl>
                                          <p:spTgt spid="245"/>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pic>
        <p:nvPicPr>
          <p:cNvPr descr="A cartoon of a white and purple animal&#10;&#10;Description automatically generated" id="250" name="Google Shape;250;p13"/>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sp>
        <p:nvSpPr>
          <p:cNvPr id="251" name="Google Shape;251;p13"/>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52" name="Google Shape;252;p13" title="House icon vector clip art | Free SVG"/>
          <p:cNvPicPr preferRelativeResize="0"/>
          <p:nvPr/>
        </p:nvPicPr>
        <p:blipFill rotWithShape="1">
          <a:blip r:embed="rId4">
            <a:alphaModFix/>
          </a:blip>
          <a:srcRect b="0" l="0" r="0" t="0"/>
          <a:stretch/>
        </p:blipFill>
        <p:spPr>
          <a:xfrm>
            <a:off x="5880175" y="494425"/>
            <a:ext cx="2414224" cy="2414225"/>
          </a:xfrm>
          <a:prstGeom prst="rect">
            <a:avLst/>
          </a:prstGeom>
          <a:noFill/>
          <a:ln>
            <a:noFill/>
          </a:ln>
        </p:spPr>
      </p:pic>
      <p:pic>
        <p:nvPicPr>
          <p:cNvPr id="253" name="Google Shape;253;p13" title="House icon vector clip art | Free SVG"/>
          <p:cNvPicPr preferRelativeResize="0"/>
          <p:nvPr/>
        </p:nvPicPr>
        <p:blipFill rotWithShape="1">
          <a:blip r:embed="rId4">
            <a:alphaModFix/>
          </a:blip>
          <a:srcRect b="0" l="0" r="0" t="0"/>
          <a:stretch/>
        </p:blipFill>
        <p:spPr>
          <a:xfrm>
            <a:off x="619375" y="410250"/>
            <a:ext cx="2414225" cy="2414225"/>
          </a:xfrm>
          <a:prstGeom prst="rect">
            <a:avLst/>
          </a:prstGeom>
          <a:noFill/>
          <a:ln>
            <a:noFill/>
          </a:ln>
        </p:spPr>
      </p:pic>
      <p:pic>
        <p:nvPicPr>
          <p:cNvPr id="254" name="Google Shape;254;p13"/>
          <p:cNvPicPr preferRelativeResize="0"/>
          <p:nvPr/>
        </p:nvPicPr>
        <p:blipFill rotWithShape="1">
          <a:blip r:embed="rId5">
            <a:alphaModFix/>
          </a:blip>
          <a:srcRect b="0" l="0" r="0" t="0"/>
          <a:stretch/>
        </p:blipFill>
        <p:spPr>
          <a:xfrm>
            <a:off x="3795962" y="1927538"/>
            <a:ext cx="706850" cy="730174"/>
          </a:xfrm>
          <a:prstGeom prst="rect">
            <a:avLst/>
          </a:prstGeom>
          <a:noFill/>
          <a:ln>
            <a:noFill/>
          </a:ln>
        </p:spPr>
      </p:pic>
      <p:pic>
        <p:nvPicPr>
          <p:cNvPr descr="A cartoon character with orange and white face&#10;&#10;Description automatically generated" id="255" name="Google Shape;255;p13"/>
          <p:cNvPicPr preferRelativeResize="0"/>
          <p:nvPr/>
        </p:nvPicPr>
        <p:blipFill rotWithShape="1">
          <a:blip r:embed="rId6">
            <a:alphaModFix amt="91000"/>
          </a:blip>
          <a:srcRect b="0" l="0" r="0" t="0"/>
          <a:stretch/>
        </p:blipFill>
        <p:spPr>
          <a:xfrm>
            <a:off x="5132367" y="2375845"/>
            <a:ext cx="1437410" cy="1755556"/>
          </a:xfrm>
          <a:prstGeom prst="rect">
            <a:avLst/>
          </a:prstGeom>
          <a:noFill/>
          <a:ln>
            <a:noFill/>
          </a:ln>
          <a:effectLst>
            <a:outerShdw blurRad="57150" rotWithShape="0" algn="bl" dir="6840000" dist="19050">
              <a:srgbClr val="000000">
                <a:alpha val="50980"/>
              </a:srgbClr>
            </a:outerShdw>
          </a:effectLst>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 name="Shape 259"/>
        <p:cNvGrpSpPr/>
        <p:nvPr/>
      </p:nvGrpSpPr>
      <p:grpSpPr>
        <a:xfrm>
          <a:off x="0" y="0"/>
          <a:ext cx="0" cy="0"/>
          <a:chOff x="0" y="0"/>
          <a:chExt cx="0" cy="0"/>
        </a:xfrm>
      </p:grpSpPr>
      <p:pic>
        <p:nvPicPr>
          <p:cNvPr id="260" name="Google Shape;260;p14"/>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descr="Elephant | Free Stock Photo | Illustration of an elephant | # 11454" id="261" name="Google Shape;261;p14"/>
          <p:cNvPicPr preferRelativeResize="0"/>
          <p:nvPr/>
        </p:nvPicPr>
        <p:blipFill rotWithShape="1">
          <a:blip r:embed="rId4">
            <a:alphaModFix/>
          </a:blip>
          <a:srcRect b="0" l="0" r="0" t="0"/>
          <a:stretch/>
        </p:blipFill>
        <p:spPr>
          <a:xfrm>
            <a:off x="3680300" y="2969225"/>
            <a:ext cx="1380351" cy="106772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pic>
        <p:nvPicPr>
          <p:cNvPr id="266" name="Google Shape;266;p15"/>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id="267" name="Google Shape;267;p15"/>
          <p:cNvPicPr preferRelativeResize="0"/>
          <p:nvPr/>
        </p:nvPicPr>
        <p:blipFill rotWithShape="1">
          <a:blip r:embed="rId4">
            <a:alphaModFix/>
          </a:blip>
          <a:srcRect b="0" l="0" r="0" t="0"/>
          <a:stretch/>
        </p:blipFill>
        <p:spPr>
          <a:xfrm>
            <a:off x="3876675" y="2966925"/>
            <a:ext cx="1026900" cy="1060749"/>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16"/>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3" name="Google Shape;273;p16"/>
          <p:cNvSpPr/>
          <p:nvPr/>
        </p:nvSpPr>
        <p:spPr>
          <a:xfrm>
            <a:off x="4652975" y="1048605"/>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74" name="Google Shape;274;p16"/>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5" name="Google Shape;275;p16"/>
          <p:cNvSpPr/>
          <p:nvPr/>
        </p:nvSpPr>
        <p:spPr>
          <a:xfrm>
            <a:off x="4751702" y="225817"/>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76" name="Google Shape;276;p16"/>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7" name="Google Shape;277;p16"/>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8" name="Google Shape;278;p16"/>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9" name="Google Shape;279;p16"/>
          <p:cNvSpPr/>
          <p:nvPr/>
        </p:nvSpPr>
        <p:spPr>
          <a:xfrm>
            <a:off x="4552173" y="1867106"/>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0" name="Google Shape;280;p16"/>
          <p:cNvSpPr/>
          <p:nvPr/>
        </p:nvSpPr>
        <p:spPr>
          <a:xfrm>
            <a:off x="4489307" y="2688926"/>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1" name="Google Shape;281;p16"/>
          <p:cNvSpPr/>
          <p:nvPr/>
        </p:nvSpPr>
        <p:spPr>
          <a:xfrm>
            <a:off x="4407803" y="3518126"/>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2" name="Google Shape;282;p16"/>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83" name="Google Shape;283;p16"/>
          <p:cNvSpPr/>
          <p:nvPr/>
        </p:nvSpPr>
        <p:spPr>
          <a:xfrm>
            <a:off x="4345059" y="4346244"/>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4" name="Google Shape;284;p16"/>
          <p:cNvSpPr/>
          <p:nvPr/>
        </p:nvSpPr>
        <p:spPr>
          <a:xfrm>
            <a:off x="3866000" y="21945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5" name="Google Shape;285;p16"/>
          <p:cNvSpPr/>
          <p:nvPr/>
        </p:nvSpPr>
        <p:spPr>
          <a:xfrm>
            <a:off x="3947500" y="104860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6" name="Google Shape;286;p16"/>
          <p:cNvSpPr/>
          <p:nvPr/>
        </p:nvSpPr>
        <p:spPr>
          <a:xfrm>
            <a:off x="4036150" y="1871738"/>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7" name="Google Shape;287;p16"/>
          <p:cNvSpPr/>
          <p:nvPr/>
        </p:nvSpPr>
        <p:spPr>
          <a:xfrm>
            <a:off x="4111175" y="269566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8" name="Google Shape;288;p16"/>
          <p:cNvSpPr/>
          <p:nvPr/>
        </p:nvSpPr>
        <p:spPr>
          <a:xfrm>
            <a:off x="4209900" y="3524675"/>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9" name="Google Shape;289;p16"/>
          <p:cNvSpPr/>
          <p:nvPr/>
        </p:nvSpPr>
        <p:spPr>
          <a:xfrm>
            <a:off x="4253125" y="434431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p17"/>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95" name="Google Shape;295;p17"/>
          <p:cNvSpPr/>
          <p:nvPr/>
        </p:nvSpPr>
        <p:spPr>
          <a:xfrm>
            <a:off x="4652975" y="1048605"/>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96" name="Google Shape;296;p17"/>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97" name="Google Shape;297;p17"/>
          <p:cNvSpPr/>
          <p:nvPr/>
        </p:nvSpPr>
        <p:spPr>
          <a:xfrm>
            <a:off x="4751702" y="225817"/>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98" name="Google Shape;298;p17"/>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99" name="Google Shape;299;p17"/>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300" name="Google Shape;300;p17"/>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301" name="Google Shape;301;p17"/>
          <p:cNvSpPr/>
          <p:nvPr/>
        </p:nvSpPr>
        <p:spPr>
          <a:xfrm>
            <a:off x="4552173" y="1867106"/>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2" name="Google Shape;302;p17"/>
          <p:cNvSpPr/>
          <p:nvPr/>
        </p:nvSpPr>
        <p:spPr>
          <a:xfrm>
            <a:off x="4489307" y="2688926"/>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3" name="Google Shape;303;p17"/>
          <p:cNvSpPr/>
          <p:nvPr/>
        </p:nvSpPr>
        <p:spPr>
          <a:xfrm>
            <a:off x="4407803" y="3518126"/>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4" name="Google Shape;304;p17"/>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305" name="Google Shape;305;p17"/>
          <p:cNvSpPr/>
          <p:nvPr/>
        </p:nvSpPr>
        <p:spPr>
          <a:xfrm>
            <a:off x="4345059" y="4346244"/>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6" name="Google Shape;306;p17"/>
          <p:cNvSpPr/>
          <p:nvPr/>
        </p:nvSpPr>
        <p:spPr>
          <a:xfrm>
            <a:off x="3866000" y="21945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07" name="Google Shape;307;p17"/>
          <p:cNvSpPr/>
          <p:nvPr/>
        </p:nvSpPr>
        <p:spPr>
          <a:xfrm>
            <a:off x="3947500" y="104860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08" name="Google Shape;308;p17"/>
          <p:cNvSpPr/>
          <p:nvPr/>
        </p:nvSpPr>
        <p:spPr>
          <a:xfrm>
            <a:off x="4036150" y="1871738"/>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09" name="Google Shape;309;p17"/>
          <p:cNvSpPr/>
          <p:nvPr/>
        </p:nvSpPr>
        <p:spPr>
          <a:xfrm>
            <a:off x="4111175" y="269566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10" name="Google Shape;310;p17"/>
          <p:cNvSpPr/>
          <p:nvPr/>
        </p:nvSpPr>
        <p:spPr>
          <a:xfrm>
            <a:off x="4209900" y="3524675"/>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11" name="Google Shape;311;p17"/>
          <p:cNvSpPr/>
          <p:nvPr/>
        </p:nvSpPr>
        <p:spPr>
          <a:xfrm>
            <a:off x="4253125" y="434431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5" name="Shape 315"/>
        <p:cNvGrpSpPr/>
        <p:nvPr/>
      </p:nvGrpSpPr>
      <p:grpSpPr>
        <a:xfrm>
          <a:off x="0" y="0"/>
          <a:ext cx="0" cy="0"/>
          <a:chOff x="0" y="0"/>
          <a:chExt cx="0" cy="0"/>
        </a:xfrm>
      </p:grpSpPr>
      <p:pic>
        <p:nvPicPr>
          <p:cNvPr descr="A cartoon character with orange and white face&#10;&#10;Description automatically generated" id="316" name="Google Shape;316;p18"/>
          <p:cNvPicPr preferRelativeResize="0"/>
          <p:nvPr/>
        </p:nvPicPr>
        <p:blipFill rotWithShape="1">
          <a:blip r:embed="rId3">
            <a:alphaModFix amt="91000"/>
          </a:blip>
          <a:srcRect b="0" l="0" r="0" t="0"/>
          <a:stretch/>
        </p:blipFill>
        <p:spPr>
          <a:xfrm>
            <a:off x="5034733" y="2080925"/>
            <a:ext cx="1408018" cy="1719650"/>
          </a:xfrm>
          <a:prstGeom prst="rect">
            <a:avLst/>
          </a:prstGeom>
          <a:noFill/>
          <a:ln>
            <a:noFill/>
          </a:ln>
          <a:effectLst>
            <a:outerShdw blurRad="57150" rotWithShape="0" algn="bl" dir="6840000" dist="19050">
              <a:srgbClr val="000000">
                <a:alpha val="50980"/>
              </a:srgbClr>
            </a:outerShdw>
          </a:effectLst>
        </p:spPr>
      </p:pic>
      <p:sp>
        <p:nvSpPr>
          <p:cNvPr id="317" name="Google Shape;317;p18"/>
          <p:cNvSpPr txBox="1"/>
          <p:nvPr/>
        </p:nvSpPr>
        <p:spPr>
          <a:xfrm>
            <a:off x="2334250" y="927250"/>
            <a:ext cx="41085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2"/>
                </a:solidFill>
                <a:latin typeface="Arial"/>
                <a:ea typeface="Arial"/>
                <a:cs typeface="Arial"/>
                <a:sym typeface="Arial"/>
              </a:rPr>
              <a:t>Who do you think is a better friend?</a:t>
            </a:r>
            <a:endParaRPr b="0" i="0" sz="1800" u="none" cap="none" strike="noStrike">
              <a:solidFill>
                <a:schemeClr val="dk2"/>
              </a:solidFill>
              <a:latin typeface="Arial"/>
              <a:ea typeface="Arial"/>
              <a:cs typeface="Arial"/>
              <a:sym typeface="Arial"/>
            </a:endParaRPr>
          </a:p>
        </p:txBody>
      </p:sp>
      <p:pic>
        <p:nvPicPr>
          <p:cNvPr descr="A cartoon character with orange and white face&#10;&#10;Description automatically generated" id="318" name="Google Shape;318;p18"/>
          <p:cNvPicPr preferRelativeResize="0"/>
          <p:nvPr/>
        </p:nvPicPr>
        <p:blipFill rotWithShape="1">
          <a:blip r:embed="rId4">
            <a:alphaModFix/>
          </a:blip>
          <a:srcRect b="0" l="0" r="0" t="0"/>
          <a:stretch/>
        </p:blipFill>
        <p:spPr>
          <a:xfrm>
            <a:off x="2038000" y="2080917"/>
            <a:ext cx="1408025" cy="171966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pic>
        <p:nvPicPr>
          <p:cNvPr descr="A cartoon character with orange and white face&#10;&#10;Description automatically generated" id="323" name="Google Shape;323;p19"/>
          <p:cNvPicPr preferRelativeResize="0"/>
          <p:nvPr/>
        </p:nvPicPr>
        <p:blipFill rotWithShape="1">
          <a:blip r:embed="rId3">
            <a:alphaModFix amt="91000"/>
          </a:blip>
          <a:srcRect b="0" l="0" r="0" t="0"/>
          <a:stretch/>
        </p:blipFill>
        <p:spPr>
          <a:xfrm>
            <a:off x="5034733" y="2080925"/>
            <a:ext cx="1408018" cy="1719650"/>
          </a:xfrm>
          <a:prstGeom prst="rect">
            <a:avLst/>
          </a:prstGeom>
          <a:noFill/>
          <a:ln>
            <a:noFill/>
          </a:ln>
          <a:effectLst>
            <a:outerShdw blurRad="57150" rotWithShape="0" algn="bl" dir="6840000" dist="19050">
              <a:srgbClr val="000000">
                <a:alpha val="50980"/>
              </a:srgbClr>
            </a:outerShdw>
          </a:effectLst>
        </p:spPr>
      </p:pic>
      <p:pic>
        <p:nvPicPr>
          <p:cNvPr descr="A cartoon character with orange and white face&#10;&#10;Description automatically generated" id="324" name="Google Shape;324;p19"/>
          <p:cNvPicPr preferRelativeResize="0"/>
          <p:nvPr/>
        </p:nvPicPr>
        <p:blipFill rotWithShape="1">
          <a:blip r:embed="rId4">
            <a:alphaModFix/>
          </a:blip>
          <a:srcRect b="0" l="0" r="0" t="0"/>
          <a:stretch/>
        </p:blipFill>
        <p:spPr>
          <a:xfrm>
            <a:off x="2038000" y="2080917"/>
            <a:ext cx="1408025" cy="1719660"/>
          </a:xfrm>
          <a:prstGeom prst="rect">
            <a:avLst/>
          </a:prstGeom>
          <a:noFill/>
          <a:ln>
            <a:noFill/>
          </a:ln>
        </p:spPr>
      </p:pic>
      <p:pic>
        <p:nvPicPr>
          <p:cNvPr descr="Vanilla ice cream in cone vector image | Free SVG" id="325" name="Google Shape;325;p19"/>
          <p:cNvPicPr preferRelativeResize="0"/>
          <p:nvPr/>
        </p:nvPicPr>
        <p:blipFill rotWithShape="1">
          <a:blip r:embed="rId5">
            <a:alphaModFix/>
          </a:blip>
          <a:srcRect b="0" l="0" r="0" t="0"/>
          <a:stretch/>
        </p:blipFill>
        <p:spPr>
          <a:xfrm>
            <a:off x="3447675" y="2773675"/>
            <a:ext cx="1609350" cy="16093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9" name="Shape 329"/>
        <p:cNvGrpSpPr/>
        <p:nvPr/>
      </p:nvGrpSpPr>
      <p:grpSpPr>
        <a:xfrm>
          <a:off x="0" y="0"/>
          <a:ext cx="0" cy="0"/>
          <a:chOff x="0" y="0"/>
          <a:chExt cx="0" cy="0"/>
        </a:xfrm>
      </p:grpSpPr>
      <p:pic>
        <p:nvPicPr>
          <p:cNvPr descr="A cartoon character with orange and white face&#10;&#10;Description automatically generated" id="330" name="Google Shape;330;p20"/>
          <p:cNvPicPr preferRelativeResize="0"/>
          <p:nvPr/>
        </p:nvPicPr>
        <p:blipFill rotWithShape="1">
          <a:blip r:embed="rId3">
            <a:alphaModFix amt="91000"/>
          </a:blip>
          <a:srcRect b="0" l="0" r="0" t="0"/>
          <a:stretch/>
        </p:blipFill>
        <p:spPr>
          <a:xfrm>
            <a:off x="5034733" y="2080925"/>
            <a:ext cx="1408018" cy="1719650"/>
          </a:xfrm>
          <a:prstGeom prst="rect">
            <a:avLst/>
          </a:prstGeom>
          <a:noFill/>
          <a:ln>
            <a:noFill/>
          </a:ln>
          <a:effectLst>
            <a:outerShdw blurRad="57150" rotWithShape="0" algn="bl" dir="6840000" dist="19050">
              <a:srgbClr val="000000">
                <a:alpha val="50980"/>
              </a:srgbClr>
            </a:outerShdw>
          </a:effectLst>
        </p:spPr>
      </p:pic>
      <p:pic>
        <p:nvPicPr>
          <p:cNvPr descr="A cartoon character with orange and white face&#10;&#10;Description automatically generated" id="331" name="Google Shape;331;p20"/>
          <p:cNvPicPr preferRelativeResize="0"/>
          <p:nvPr/>
        </p:nvPicPr>
        <p:blipFill rotWithShape="1">
          <a:blip r:embed="rId4">
            <a:alphaModFix/>
          </a:blip>
          <a:srcRect b="0" l="0" r="0" t="0"/>
          <a:stretch/>
        </p:blipFill>
        <p:spPr>
          <a:xfrm>
            <a:off x="2038000" y="2080917"/>
            <a:ext cx="1408025" cy="1719660"/>
          </a:xfrm>
          <a:prstGeom prst="rect">
            <a:avLst/>
          </a:prstGeom>
          <a:noFill/>
          <a:ln>
            <a:noFill/>
          </a:ln>
        </p:spPr>
      </p:pic>
      <p:pic>
        <p:nvPicPr>
          <p:cNvPr descr="Foffee collection | Free SVG" id="332" name="Google Shape;332;p20"/>
          <p:cNvPicPr preferRelativeResize="0"/>
          <p:nvPr/>
        </p:nvPicPr>
        <p:blipFill rotWithShape="1">
          <a:blip r:embed="rId5">
            <a:alphaModFix/>
          </a:blip>
          <a:srcRect b="0" l="0" r="0" t="0"/>
          <a:stretch/>
        </p:blipFill>
        <p:spPr>
          <a:xfrm>
            <a:off x="3664250" y="2349175"/>
            <a:ext cx="1301876" cy="13018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pic>
        <p:nvPicPr>
          <p:cNvPr id="337" name="Google Shape;337;p21" title="Playground Slide2 | Free SVG"/>
          <p:cNvPicPr preferRelativeResize="0"/>
          <p:nvPr/>
        </p:nvPicPr>
        <p:blipFill rotWithShape="1">
          <a:blip r:embed="rId3">
            <a:alphaModFix/>
          </a:blip>
          <a:srcRect b="0" l="0" r="0" t="0"/>
          <a:stretch/>
        </p:blipFill>
        <p:spPr>
          <a:xfrm flipH="1">
            <a:off x="138100" y="379150"/>
            <a:ext cx="2597700" cy="2597700"/>
          </a:xfrm>
          <a:prstGeom prst="rect">
            <a:avLst/>
          </a:prstGeom>
          <a:noFill/>
          <a:ln>
            <a:noFill/>
          </a:ln>
        </p:spPr>
      </p:pic>
      <p:pic>
        <p:nvPicPr>
          <p:cNvPr id="338" name="Google Shape;338;p21" title="Public Domain Clip Art Image | Sandbox | ID: 13932766213513 ..."/>
          <p:cNvPicPr preferRelativeResize="0"/>
          <p:nvPr/>
        </p:nvPicPr>
        <p:blipFill rotWithShape="1">
          <a:blip r:embed="rId4">
            <a:alphaModFix/>
          </a:blip>
          <a:srcRect b="0" l="0" r="0" t="0"/>
          <a:stretch/>
        </p:blipFill>
        <p:spPr>
          <a:xfrm rot="-447145">
            <a:off x="3828550" y="2817775"/>
            <a:ext cx="3875828" cy="1262275"/>
          </a:xfrm>
          <a:prstGeom prst="rect">
            <a:avLst/>
          </a:prstGeom>
          <a:noFill/>
          <a:ln>
            <a:noFill/>
          </a:ln>
        </p:spPr>
      </p:pic>
      <p:sp>
        <p:nvSpPr>
          <p:cNvPr id="339" name="Google Shape;339;p21"/>
          <p:cNvSpPr/>
          <p:nvPr/>
        </p:nvSpPr>
        <p:spPr>
          <a:xfrm>
            <a:off x="3436200" y="1718550"/>
            <a:ext cx="1243200" cy="77895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340" name="Google Shape;340;p21"/>
          <p:cNvPicPr preferRelativeResize="0"/>
          <p:nvPr/>
        </p:nvPicPr>
        <p:blipFill rotWithShape="1">
          <a:blip r:embed="rId5">
            <a:alphaModFix/>
          </a:blip>
          <a:srcRect b="0" l="0" r="0" t="0"/>
          <a:stretch/>
        </p:blipFill>
        <p:spPr>
          <a:xfrm>
            <a:off x="7511700" y="2253550"/>
            <a:ext cx="1487350" cy="1816549"/>
          </a:xfrm>
          <a:prstGeom prst="rect">
            <a:avLst/>
          </a:prstGeom>
          <a:noFill/>
          <a:ln>
            <a:noFill/>
          </a:ln>
        </p:spPr>
      </p:pic>
      <p:sp>
        <p:nvSpPr>
          <p:cNvPr id="341" name="Google Shape;341;p21"/>
          <p:cNvSpPr/>
          <p:nvPr/>
        </p:nvSpPr>
        <p:spPr>
          <a:xfrm flipH="1">
            <a:off x="2081700" y="1718550"/>
            <a:ext cx="1243200" cy="77895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342" name="Google Shape;342;p21"/>
          <p:cNvPicPr preferRelativeResize="0"/>
          <p:nvPr/>
        </p:nvPicPr>
        <p:blipFill rotWithShape="1">
          <a:blip r:embed="rId6">
            <a:alphaModFix/>
          </a:blip>
          <a:srcRect b="0" l="0" r="0" t="0"/>
          <a:stretch/>
        </p:blipFill>
        <p:spPr>
          <a:xfrm>
            <a:off x="2556516" y="2346673"/>
            <a:ext cx="1437410" cy="1755556"/>
          </a:xfrm>
          <a:prstGeom prst="rect">
            <a:avLst/>
          </a:prstGeom>
          <a:noFill/>
          <a:ln>
            <a:noFill/>
          </a:ln>
        </p:spPr>
      </p:pic>
      <p:pic>
        <p:nvPicPr>
          <p:cNvPr id="343" name="Google Shape;343;p21"/>
          <p:cNvPicPr preferRelativeResize="0"/>
          <p:nvPr/>
        </p:nvPicPr>
        <p:blipFill rotWithShape="1">
          <a:blip r:embed="rId7">
            <a:alphaModFix/>
          </a:blip>
          <a:srcRect b="0" l="0" r="0" t="0"/>
          <a:stretch/>
        </p:blipFill>
        <p:spPr>
          <a:xfrm>
            <a:off x="2369827" y="1767326"/>
            <a:ext cx="706850" cy="730174"/>
          </a:xfrm>
          <a:prstGeom prst="rect">
            <a:avLst/>
          </a:prstGeom>
          <a:noFill/>
          <a:ln>
            <a:noFill/>
          </a:ln>
        </p:spPr>
      </p:pic>
      <p:pic>
        <p:nvPicPr>
          <p:cNvPr descr="Elephant | Free Stock Photo | Illustration of an elephant | # 11454" id="344" name="Google Shape;344;p21"/>
          <p:cNvPicPr preferRelativeResize="0"/>
          <p:nvPr/>
        </p:nvPicPr>
        <p:blipFill rotWithShape="1">
          <a:blip r:embed="rId8">
            <a:alphaModFix/>
          </a:blip>
          <a:srcRect b="0" l="0" r="0" t="0"/>
          <a:stretch/>
        </p:blipFill>
        <p:spPr>
          <a:xfrm>
            <a:off x="3535301" y="1788018"/>
            <a:ext cx="917249" cy="70948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342"/>
                                        </p:tgtEl>
                                        <p:attrNameLst>
                                          <p:attrName>style.visibility</p:attrName>
                                        </p:attrNameLst>
                                      </p:cBhvr>
                                      <p:to>
                                        <p:strVal val="visible"/>
                                      </p:to>
                                    </p:set>
                                    <p:anim calcmode="lin" valueType="num">
                                      <p:cBhvr additive="base">
                                        <p:cTn dur="1800"/>
                                        <p:tgtEl>
                                          <p:spTgt spid="342"/>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40"/>
                                        </p:tgtEl>
                                        <p:attrNameLst>
                                          <p:attrName>style.visibility</p:attrName>
                                        </p:attrNameLst>
                                      </p:cBhvr>
                                      <p:to>
                                        <p:strVal val="visible"/>
                                      </p:to>
                                    </p:set>
                                    <p:anim calcmode="lin" valueType="num">
                                      <p:cBhvr additive="base">
                                        <p:cTn dur="1700"/>
                                        <p:tgtEl>
                                          <p:spTgt spid="340"/>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8" name="Shape 348"/>
        <p:cNvGrpSpPr/>
        <p:nvPr/>
      </p:nvGrpSpPr>
      <p:grpSpPr>
        <a:xfrm>
          <a:off x="0" y="0"/>
          <a:ext cx="0" cy="0"/>
          <a:chOff x="0" y="0"/>
          <a:chExt cx="0" cy="0"/>
        </a:xfrm>
      </p:grpSpPr>
      <p:pic>
        <p:nvPicPr>
          <p:cNvPr descr="A cartoon of a white and purple animal&#10;&#10;Description automatically generated" id="349" name="Google Shape;349;p22"/>
          <p:cNvPicPr preferRelativeResize="0"/>
          <p:nvPr/>
        </p:nvPicPr>
        <p:blipFill rotWithShape="1">
          <a:blip r:embed="rId3">
            <a:alphaModFix/>
          </a:blip>
          <a:srcRect b="0" l="10179" r="-10179" t="0"/>
          <a:stretch/>
        </p:blipFill>
        <p:spPr>
          <a:xfrm>
            <a:off x="2432641" y="2222798"/>
            <a:ext cx="1437410" cy="1755556"/>
          </a:xfrm>
          <a:prstGeom prst="rect">
            <a:avLst/>
          </a:prstGeom>
          <a:noFill/>
          <a:ln>
            <a:noFill/>
          </a:ln>
        </p:spPr>
      </p:pic>
      <p:pic>
        <p:nvPicPr>
          <p:cNvPr descr="A cartoon of a white and purple animal&#10;&#10;Description automatically generated" id="350" name="Google Shape;350;p22"/>
          <p:cNvPicPr preferRelativeResize="0"/>
          <p:nvPr/>
        </p:nvPicPr>
        <p:blipFill rotWithShape="1">
          <a:blip r:embed="rId3">
            <a:alphaModFix/>
          </a:blip>
          <a:srcRect b="2250" l="0" r="0" t="-2250"/>
          <a:stretch/>
        </p:blipFill>
        <p:spPr>
          <a:xfrm>
            <a:off x="4776950" y="1531500"/>
            <a:ext cx="2049525" cy="2503151"/>
          </a:xfrm>
          <a:prstGeom prst="rect">
            <a:avLst/>
          </a:prstGeom>
          <a:noFill/>
          <a:ln>
            <a:noFill/>
          </a:ln>
        </p:spPr>
      </p:pic>
      <p:pic>
        <p:nvPicPr>
          <p:cNvPr descr="Small Trees | Free SVG" id="351" name="Google Shape;351;p22"/>
          <p:cNvPicPr preferRelativeResize="0"/>
          <p:nvPr/>
        </p:nvPicPr>
        <p:blipFill rotWithShape="1">
          <a:blip r:embed="rId4">
            <a:alphaModFix/>
          </a:blip>
          <a:srcRect b="0" l="0" r="0" t="0"/>
          <a:stretch/>
        </p:blipFill>
        <p:spPr>
          <a:xfrm>
            <a:off x="78150" y="304800"/>
            <a:ext cx="2044400" cy="2044400"/>
          </a:xfrm>
          <a:prstGeom prst="rect">
            <a:avLst/>
          </a:prstGeom>
          <a:noFill/>
          <a:ln>
            <a:noFill/>
          </a:ln>
        </p:spPr>
      </p:pic>
      <p:pic>
        <p:nvPicPr>
          <p:cNvPr descr="Small Trees | Free SVG" id="352" name="Google Shape;352;p22"/>
          <p:cNvPicPr preferRelativeResize="0"/>
          <p:nvPr/>
        </p:nvPicPr>
        <p:blipFill rotWithShape="1">
          <a:blip r:embed="rId4">
            <a:alphaModFix/>
          </a:blip>
          <a:srcRect b="0" l="0" r="0" t="0"/>
          <a:stretch/>
        </p:blipFill>
        <p:spPr>
          <a:xfrm>
            <a:off x="6716925" y="304800"/>
            <a:ext cx="2044399" cy="2044400"/>
          </a:xfrm>
          <a:prstGeom prst="rect">
            <a:avLst/>
          </a:prstGeom>
          <a:noFill/>
          <a:ln>
            <a:noFill/>
          </a:ln>
        </p:spPr>
      </p:pic>
      <p:sp>
        <p:nvSpPr>
          <p:cNvPr id="353" name="Google Shape;353;p22"/>
          <p:cNvSpPr/>
          <p:nvPr/>
        </p:nvSpPr>
        <p:spPr>
          <a:xfrm>
            <a:off x="3096100" y="1671225"/>
            <a:ext cx="1174767" cy="83295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 name="Google Shape;354;p22"/>
          <p:cNvSpPr/>
          <p:nvPr/>
        </p:nvSpPr>
        <p:spPr>
          <a:xfrm flipH="1">
            <a:off x="1732600" y="1671225"/>
            <a:ext cx="1305300"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Elephant | Free Stock Photo | Illustration of an elephant | # 11454" id="355" name="Google Shape;355;p22"/>
          <p:cNvPicPr preferRelativeResize="0"/>
          <p:nvPr/>
        </p:nvPicPr>
        <p:blipFill rotWithShape="1">
          <a:blip r:embed="rId5">
            <a:alphaModFix/>
          </a:blip>
          <a:srcRect b="0" l="0" r="0" t="0"/>
          <a:stretch/>
        </p:blipFill>
        <p:spPr>
          <a:xfrm>
            <a:off x="3259075" y="1722838"/>
            <a:ext cx="917249" cy="709482"/>
          </a:xfrm>
          <a:prstGeom prst="rect">
            <a:avLst/>
          </a:prstGeom>
          <a:noFill/>
          <a:ln>
            <a:noFill/>
          </a:ln>
        </p:spPr>
      </p:pic>
      <p:pic>
        <p:nvPicPr>
          <p:cNvPr id="356" name="Google Shape;356;p22"/>
          <p:cNvPicPr preferRelativeResize="0"/>
          <p:nvPr/>
        </p:nvPicPr>
        <p:blipFill rotWithShape="1">
          <a:blip r:embed="rId6">
            <a:alphaModFix/>
          </a:blip>
          <a:srcRect b="0" l="0" r="0" t="0"/>
          <a:stretch/>
        </p:blipFill>
        <p:spPr>
          <a:xfrm>
            <a:off x="2031825" y="1712500"/>
            <a:ext cx="706850" cy="73017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50"/>
                                        </p:tgtEl>
                                        <p:attrNameLst>
                                          <p:attrName>style.visibility</p:attrName>
                                        </p:attrNameLst>
                                      </p:cBhvr>
                                      <p:to>
                                        <p:strVal val="visible"/>
                                      </p:to>
                                    </p:set>
                                    <p:anim calcmode="lin" valueType="num">
                                      <p:cBhvr additive="base">
                                        <p:cTn dur="1500"/>
                                        <p:tgtEl>
                                          <p:spTgt spid="350"/>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pic>
        <p:nvPicPr>
          <p:cNvPr descr="A cartoon of a white and purple animal&#10;&#10;Description automatically generated" id="361" name="Google Shape;361;p23"/>
          <p:cNvPicPr preferRelativeResize="0"/>
          <p:nvPr/>
        </p:nvPicPr>
        <p:blipFill rotWithShape="1">
          <a:blip r:embed="rId3">
            <a:alphaModFix/>
          </a:blip>
          <a:srcRect b="0" l="10179" r="-10179" t="0"/>
          <a:stretch/>
        </p:blipFill>
        <p:spPr>
          <a:xfrm>
            <a:off x="2353816" y="2234048"/>
            <a:ext cx="1437410" cy="1755556"/>
          </a:xfrm>
          <a:prstGeom prst="rect">
            <a:avLst/>
          </a:prstGeom>
          <a:noFill/>
          <a:ln>
            <a:noFill/>
          </a:ln>
        </p:spPr>
      </p:pic>
      <p:pic>
        <p:nvPicPr>
          <p:cNvPr descr="A cartoon of a white and purple animal&#10;&#10;Description automatically generated" id="362" name="Google Shape;362;p23"/>
          <p:cNvPicPr preferRelativeResize="0"/>
          <p:nvPr/>
        </p:nvPicPr>
        <p:blipFill rotWithShape="1">
          <a:blip r:embed="rId4">
            <a:alphaModFix/>
          </a:blip>
          <a:srcRect b="2250" l="0" r="0" t="-2250"/>
          <a:stretch/>
        </p:blipFill>
        <p:spPr>
          <a:xfrm>
            <a:off x="4776950" y="1531500"/>
            <a:ext cx="2049525" cy="2503151"/>
          </a:xfrm>
          <a:prstGeom prst="rect">
            <a:avLst/>
          </a:prstGeom>
          <a:noFill/>
          <a:ln>
            <a:noFill/>
          </a:ln>
        </p:spPr>
      </p:pic>
      <p:pic>
        <p:nvPicPr>
          <p:cNvPr descr="Small Trees | Free SVG" id="363" name="Google Shape;363;p23"/>
          <p:cNvPicPr preferRelativeResize="0"/>
          <p:nvPr/>
        </p:nvPicPr>
        <p:blipFill rotWithShape="1">
          <a:blip r:embed="rId5">
            <a:alphaModFix/>
          </a:blip>
          <a:srcRect b="0" l="0" r="0" t="0"/>
          <a:stretch/>
        </p:blipFill>
        <p:spPr>
          <a:xfrm>
            <a:off x="100675" y="259775"/>
            <a:ext cx="2044400" cy="2044400"/>
          </a:xfrm>
          <a:prstGeom prst="rect">
            <a:avLst/>
          </a:prstGeom>
          <a:noFill/>
          <a:ln>
            <a:noFill/>
          </a:ln>
        </p:spPr>
      </p:pic>
      <p:pic>
        <p:nvPicPr>
          <p:cNvPr descr="Small Trees | Free SVG" id="364" name="Google Shape;364;p23"/>
          <p:cNvPicPr preferRelativeResize="0"/>
          <p:nvPr/>
        </p:nvPicPr>
        <p:blipFill rotWithShape="1">
          <a:blip r:embed="rId5">
            <a:alphaModFix/>
          </a:blip>
          <a:srcRect b="0" l="0" r="0" t="0"/>
          <a:stretch/>
        </p:blipFill>
        <p:spPr>
          <a:xfrm>
            <a:off x="6998250" y="389650"/>
            <a:ext cx="2044399" cy="2044400"/>
          </a:xfrm>
          <a:prstGeom prst="rect">
            <a:avLst/>
          </a:prstGeom>
          <a:noFill/>
          <a:ln>
            <a:noFill/>
          </a:ln>
        </p:spPr>
      </p:pic>
      <p:sp>
        <p:nvSpPr>
          <p:cNvPr id="365" name="Google Shape;365;p23"/>
          <p:cNvSpPr/>
          <p:nvPr/>
        </p:nvSpPr>
        <p:spPr>
          <a:xfrm>
            <a:off x="2893375" y="1648700"/>
            <a:ext cx="1193450" cy="83295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23"/>
          <p:cNvSpPr/>
          <p:nvPr/>
        </p:nvSpPr>
        <p:spPr>
          <a:xfrm flipH="1">
            <a:off x="1529900" y="1648700"/>
            <a:ext cx="1305300"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Elephant | Free Stock Photo | Illustration of an elephant | # 11454" id="367" name="Google Shape;367;p23"/>
          <p:cNvPicPr preferRelativeResize="0"/>
          <p:nvPr/>
        </p:nvPicPr>
        <p:blipFill rotWithShape="1">
          <a:blip r:embed="rId6">
            <a:alphaModFix/>
          </a:blip>
          <a:srcRect b="0" l="0" r="0" t="0"/>
          <a:stretch/>
        </p:blipFill>
        <p:spPr>
          <a:xfrm>
            <a:off x="2968991" y="1689963"/>
            <a:ext cx="917249" cy="709482"/>
          </a:xfrm>
          <a:prstGeom prst="rect">
            <a:avLst/>
          </a:prstGeom>
          <a:noFill/>
          <a:ln>
            <a:noFill/>
          </a:ln>
        </p:spPr>
      </p:pic>
      <p:pic>
        <p:nvPicPr>
          <p:cNvPr id="368" name="Google Shape;368;p23"/>
          <p:cNvPicPr preferRelativeResize="0"/>
          <p:nvPr/>
        </p:nvPicPr>
        <p:blipFill rotWithShape="1">
          <a:blip r:embed="rId7">
            <a:alphaModFix/>
          </a:blip>
          <a:srcRect b="0" l="0" r="0" t="0"/>
          <a:stretch/>
        </p:blipFill>
        <p:spPr>
          <a:xfrm>
            <a:off x="1829125" y="1689963"/>
            <a:ext cx="706850" cy="73017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62"/>
                                        </p:tgtEl>
                                        <p:attrNameLst>
                                          <p:attrName>style.visibility</p:attrName>
                                        </p:attrNameLst>
                                      </p:cBhvr>
                                      <p:to>
                                        <p:strVal val="visible"/>
                                      </p:to>
                                    </p:set>
                                    <p:anim calcmode="lin" valueType="num">
                                      <p:cBhvr additive="base">
                                        <p:cTn dur="1600"/>
                                        <p:tgtEl>
                                          <p:spTgt spid="362"/>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72" name="Shape 372"/>
        <p:cNvGrpSpPr/>
        <p:nvPr/>
      </p:nvGrpSpPr>
      <p:grpSpPr>
        <a:xfrm>
          <a:off x="0" y="0"/>
          <a:ext cx="0" cy="0"/>
          <a:chOff x="0" y="0"/>
          <a:chExt cx="0" cy="0"/>
        </a:xfrm>
      </p:grpSpPr>
      <p:sp>
        <p:nvSpPr>
          <p:cNvPr id="373" name="Google Shape;373;p24"/>
          <p:cNvSpPr txBox="1"/>
          <p:nvPr>
            <p:ph type="title"/>
          </p:nvPr>
        </p:nvSpPr>
        <p:spPr>
          <a:xfrm>
            <a:off x="2888250" y="1999525"/>
            <a:ext cx="3367500" cy="6315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Sad Condition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pic>
        <p:nvPicPr>
          <p:cNvPr descr="A cartoon of a white and purple animal&#10;&#10;Description automatically generated" id="378" name="Google Shape;378;p25"/>
          <p:cNvPicPr preferRelativeResize="0"/>
          <p:nvPr/>
        </p:nvPicPr>
        <p:blipFill rotWithShape="1">
          <a:blip r:embed="rId3">
            <a:alphaModFix/>
          </a:blip>
          <a:srcRect b="0" l="0" r="0" t="0"/>
          <a:stretch/>
        </p:blipFill>
        <p:spPr>
          <a:xfrm>
            <a:off x="3638000" y="1820500"/>
            <a:ext cx="1775900" cy="2168974"/>
          </a:xfrm>
          <a:prstGeom prst="rect">
            <a:avLst/>
          </a:prstGeom>
          <a:noFill/>
          <a:ln>
            <a:noFill/>
          </a:ln>
        </p:spPr>
      </p:pic>
      <p:pic>
        <p:nvPicPr>
          <p:cNvPr descr="Water with solid fill" id="379" name="Google Shape;379;p25"/>
          <p:cNvPicPr preferRelativeResize="0"/>
          <p:nvPr/>
        </p:nvPicPr>
        <p:blipFill rotWithShape="1">
          <a:blip r:embed="rId4">
            <a:alphaModFix/>
          </a:blip>
          <a:srcRect b="0" l="0" r="0" t="0"/>
          <a:stretch/>
        </p:blipFill>
        <p:spPr>
          <a:xfrm>
            <a:off x="4572000" y="2758950"/>
            <a:ext cx="292050" cy="2920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mph" presetID="8" presetSubtype="0">
                                  <p:stCondLst>
                                    <p:cond delay="0"/>
                                  </p:stCondLst>
                                  <p:childTnLst>
                                    <p:animRot by="-21600000">
                                      <p:cBhvr>
                                        <p:cTn dur="1000" fill="hold"/>
                                        <p:tgtEl>
                                          <p:spTgt spid="378"/>
                                        </p:tgtEl>
                                        <p:attrNameLst>
                                          <p:attrName>r</p:attrName>
                                        </p:attrNameLst>
                                      </p:cBhvr>
                                    </p:animRo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26"/>
          <p:cNvSpPr/>
          <p:nvPr/>
        </p:nvSpPr>
        <p:spPr>
          <a:xfrm>
            <a:off x="4771150" y="1491525"/>
            <a:ext cx="1567800" cy="1161000"/>
          </a:xfrm>
          <a:prstGeom prst="cloudCallout">
            <a:avLst>
              <a:gd fmla="val -20833" name="adj1"/>
              <a:gd fmla="val 625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385" name="Google Shape;385;p26"/>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386" name="Google Shape;386;p26" title="Cute fox | Free SVG"/>
          <p:cNvPicPr preferRelativeResize="0"/>
          <p:nvPr/>
        </p:nvPicPr>
        <p:blipFill rotWithShape="1">
          <a:blip r:embed="rId4">
            <a:alphaModFix/>
          </a:blip>
          <a:srcRect b="0" l="0" r="0" t="0"/>
          <a:stretch/>
        </p:blipFill>
        <p:spPr>
          <a:xfrm>
            <a:off x="5002250" y="1597637"/>
            <a:ext cx="948775" cy="948775"/>
          </a:xfrm>
          <a:prstGeom prst="rect">
            <a:avLst/>
          </a:prstGeom>
          <a:noFill/>
          <a:ln>
            <a:noFill/>
          </a:ln>
        </p:spPr>
      </p:pic>
      <p:pic>
        <p:nvPicPr>
          <p:cNvPr id="387" name="Google Shape;387;p26" title="School desk | Free SVG"/>
          <p:cNvPicPr preferRelativeResize="0"/>
          <p:nvPr/>
        </p:nvPicPr>
        <p:blipFill rotWithShape="1">
          <a:blip r:embed="rId5">
            <a:alphaModFix/>
          </a:blip>
          <a:srcRect b="0" l="0" r="0" t="0"/>
          <a:stretch/>
        </p:blipFill>
        <p:spPr>
          <a:xfrm>
            <a:off x="3638400" y="3381875"/>
            <a:ext cx="1801076" cy="1801076"/>
          </a:xfrm>
          <a:prstGeom prst="rect">
            <a:avLst/>
          </a:prstGeom>
          <a:noFill/>
          <a:ln>
            <a:noFill/>
          </a:ln>
        </p:spPr>
      </p:pic>
      <p:pic>
        <p:nvPicPr>
          <p:cNvPr id="388" name="Google Shape;388;p26" title="Royalty-Free photo: Rectangular green board on brown background ..."/>
          <p:cNvPicPr preferRelativeResize="0"/>
          <p:nvPr/>
        </p:nvPicPr>
        <p:blipFill rotWithShape="1">
          <a:blip r:embed="rId6">
            <a:alphaModFix/>
          </a:blip>
          <a:srcRect b="0" l="0" r="0" t="0"/>
          <a:stretch/>
        </p:blipFill>
        <p:spPr>
          <a:xfrm>
            <a:off x="164525" y="141100"/>
            <a:ext cx="3347725" cy="19692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pic>
        <p:nvPicPr>
          <p:cNvPr descr="A cartoon of a white and purple animal&#10;&#10;Description automatically generated" id="393" name="Google Shape;393;p27"/>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394" name="Google Shape;394;p27" title="School desk | Free SVG"/>
          <p:cNvPicPr preferRelativeResize="0"/>
          <p:nvPr/>
        </p:nvPicPr>
        <p:blipFill rotWithShape="1">
          <a:blip r:embed="rId4">
            <a:alphaModFix/>
          </a:blip>
          <a:srcRect b="0" l="0" r="0" t="0"/>
          <a:stretch/>
        </p:blipFill>
        <p:spPr>
          <a:xfrm>
            <a:off x="3638400" y="3381875"/>
            <a:ext cx="1801076" cy="1801076"/>
          </a:xfrm>
          <a:prstGeom prst="rect">
            <a:avLst/>
          </a:prstGeom>
          <a:noFill/>
          <a:ln>
            <a:noFill/>
          </a:ln>
        </p:spPr>
      </p:pic>
      <p:pic>
        <p:nvPicPr>
          <p:cNvPr id="395" name="Google Shape;395;p27" title="Royalty-Free photo: Rectangular green board on brown background ..."/>
          <p:cNvPicPr preferRelativeResize="0"/>
          <p:nvPr/>
        </p:nvPicPr>
        <p:blipFill rotWithShape="1">
          <a:blip r:embed="rId5">
            <a:alphaModFix/>
          </a:blip>
          <a:srcRect b="0" l="0" r="0" t="0"/>
          <a:stretch/>
        </p:blipFill>
        <p:spPr>
          <a:xfrm>
            <a:off x="164525" y="141100"/>
            <a:ext cx="3347725" cy="1969250"/>
          </a:xfrm>
          <a:prstGeom prst="rect">
            <a:avLst/>
          </a:prstGeom>
          <a:noFill/>
          <a:ln>
            <a:noFill/>
          </a:ln>
        </p:spPr>
      </p:pic>
      <p:pic>
        <p:nvPicPr>
          <p:cNvPr descr="Water with solid fill" id="396" name="Google Shape;396;p27"/>
          <p:cNvPicPr preferRelativeResize="0"/>
          <p:nvPr/>
        </p:nvPicPr>
        <p:blipFill rotWithShape="1">
          <a:blip r:embed="rId6">
            <a:alphaModFix/>
          </a:blip>
          <a:srcRect b="0" l="0" r="0" t="0"/>
          <a:stretch/>
        </p:blipFill>
        <p:spPr>
          <a:xfrm>
            <a:off x="4572000" y="3021388"/>
            <a:ext cx="292050" cy="2920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0" name="Shape 400"/>
        <p:cNvGrpSpPr/>
        <p:nvPr/>
      </p:nvGrpSpPr>
      <p:grpSpPr>
        <a:xfrm>
          <a:off x="0" y="0"/>
          <a:ext cx="0" cy="0"/>
          <a:chOff x="0" y="0"/>
          <a:chExt cx="0" cy="0"/>
        </a:xfrm>
      </p:grpSpPr>
      <p:pic>
        <p:nvPicPr>
          <p:cNvPr descr="A cartoon of a white and purple animal&#10;&#10;Description automatically generated" id="401" name="Google Shape;401;p28"/>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descr="A cartoon character with orange and white face&#10;&#10;Description automatically generated" id="402" name="Google Shape;402;p28"/>
          <p:cNvPicPr preferRelativeResize="0"/>
          <p:nvPr/>
        </p:nvPicPr>
        <p:blipFill rotWithShape="1">
          <a:blip r:embed="rId4">
            <a:alphaModFix/>
          </a:blip>
          <a:srcRect b="0" l="0" r="0" t="0"/>
          <a:stretch/>
        </p:blipFill>
        <p:spPr>
          <a:xfrm>
            <a:off x="1981200" y="2968321"/>
            <a:ext cx="1437400" cy="1755528"/>
          </a:xfrm>
          <a:prstGeom prst="rect">
            <a:avLst/>
          </a:prstGeom>
          <a:noFill/>
          <a:ln>
            <a:noFill/>
          </a:ln>
        </p:spPr>
      </p:pic>
      <p:pic>
        <p:nvPicPr>
          <p:cNvPr id="403" name="Google Shape;403;p28" title="School bus with stop sign | Free SVG"/>
          <p:cNvPicPr preferRelativeResize="0"/>
          <p:nvPr/>
        </p:nvPicPr>
        <p:blipFill rotWithShape="1">
          <a:blip r:embed="rId5">
            <a:alphaModFix/>
          </a:blip>
          <a:srcRect b="0" l="0" r="0" t="0"/>
          <a:stretch/>
        </p:blipFill>
        <p:spPr>
          <a:xfrm>
            <a:off x="3456925" y="233300"/>
            <a:ext cx="5377200" cy="5377200"/>
          </a:xfrm>
          <a:prstGeom prst="rect">
            <a:avLst/>
          </a:prstGeom>
          <a:noFill/>
          <a:ln>
            <a:noFill/>
          </a:ln>
        </p:spPr>
      </p:pic>
      <p:pic>
        <p:nvPicPr>
          <p:cNvPr id="404" name="Google Shape;404;p28" title="School Building | Free SVG"/>
          <p:cNvPicPr preferRelativeResize="0"/>
          <p:nvPr/>
        </p:nvPicPr>
        <p:blipFill rotWithShape="1">
          <a:blip r:embed="rId6">
            <a:alphaModFix/>
          </a:blip>
          <a:srcRect b="0" l="0" r="0" t="0"/>
          <a:stretch/>
        </p:blipFill>
        <p:spPr>
          <a:xfrm>
            <a:off x="290525" y="-380375"/>
            <a:ext cx="3455800" cy="3455800"/>
          </a:xfrm>
          <a:prstGeom prst="rect">
            <a:avLst/>
          </a:prstGeom>
          <a:noFill/>
          <a:ln>
            <a:noFill/>
          </a:ln>
        </p:spPr>
      </p:pic>
      <p:sp>
        <p:nvSpPr>
          <p:cNvPr id="405" name="Google Shape;405;p28"/>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06" name="Google Shape;406;p28" title="Cute fox | Free SVG"/>
          <p:cNvPicPr preferRelativeResize="0"/>
          <p:nvPr/>
        </p:nvPicPr>
        <p:blipFill rotWithShape="1">
          <a:blip r:embed="rId7">
            <a:alphaModFix/>
          </a:blip>
          <a:srcRect b="0" l="0" r="0" t="0"/>
          <a:stretch/>
        </p:blipFill>
        <p:spPr>
          <a:xfrm>
            <a:off x="1544038" y="2532412"/>
            <a:ext cx="948776" cy="9487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401"/>
                                        </p:tgtEl>
                                        <p:attrNameLst>
                                          <p:attrName>style.visibility</p:attrName>
                                        </p:attrNameLst>
                                      </p:cBhvr>
                                      <p:to>
                                        <p:strVal val="visible"/>
                                      </p:to>
                                    </p:set>
                                    <p:anim calcmode="lin" valueType="num">
                                      <p:cBhvr additive="base">
                                        <p:cTn dur="2300"/>
                                        <p:tgtEl>
                                          <p:spTgt spid="401"/>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402"/>
                                        </p:tgtEl>
                                        <p:attrNameLst>
                                          <p:attrName>style.visibility</p:attrName>
                                        </p:attrNameLst>
                                      </p:cBhvr>
                                      <p:to>
                                        <p:strVal val="visible"/>
                                      </p:to>
                                    </p:set>
                                    <p:anim calcmode="lin" valueType="num">
                                      <p:cBhvr additive="base">
                                        <p:cTn dur="1800"/>
                                        <p:tgtEl>
                                          <p:spTgt spid="402"/>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0" name="Shape 410"/>
        <p:cNvGrpSpPr/>
        <p:nvPr/>
      </p:nvGrpSpPr>
      <p:grpSpPr>
        <a:xfrm>
          <a:off x="0" y="0"/>
          <a:ext cx="0" cy="0"/>
          <a:chOff x="0" y="0"/>
          <a:chExt cx="0" cy="0"/>
        </a:xfrm>
      </p:grpSpPr>
      <p:pic>
        <p:nvPicPr>
          <p:cNvPr descr="A cartoon of a white and purple animal&#10;&#10;Description automatically generated" id="411" name="Google Shape;411;p29"/>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descr="A cartoon character with orange and white face&#10;&#10;Description automatically generated" id="412" name="Google Shape;412;p29"/>
          <p:cNvPicPr preferRelativeResize="0"/>
          <p:nvPr/>
        </p:nvPicPr>
        <p:blipFill rotWithShape="1">
          <a:blip r:embed="rId4">
            <a:alphaModFix/>
          </a:blip>
          <a:srcRect b="0" l="0" r="0" t="0"/>
          <a:stretch/>
        </p:blipFill>
        <p:spPr>
          <a:xfrm>
            <a:off x="2201400" y="3011100"/>
            <a:ext cx="1367325" cy="1669949"/>
          </a:xfrm>
          <a:prstGeom prst="rect">
            <a:avLst/>
          </a:prstGeom>
          <a:noFill/>
          <a:ln>
            <a:noFill/>
          </a:ln>
        </p:spPr>
      </p:pic>
      <p:pic>
        <p:nvPicPr>
          <p:cNvPr id="413" name="Google Shape;413;p29" title="School bus with stop sign | Free SVG"/>
          <p:cNvPicPr preferRelativeResize="0"/>
          <p:nvPr/>
        </p:nvPicPr>
        <p:blipFill rotWithShape="1">
          <a:blip r:embed="rId5">
            <a:alphaModFix/>
          </a:blip>
          <a:srcRect b="0" l="0" r="0" t="0"/>
          <a:stretch/>
        </p:blipFill>
        <p:spPr>
          <a:xfrm>
            <a:off x="3456925" y="233300"/>
            <a:ext cx="5377200" cy="5377200"/>
          </a:xfrm>
          <a:prstGeom prst="rect">
            <a:avLst/>
          </a:prstGeom>
          <a:noFill/>
          <a:ln>
            <a:noFill/>
          </a:ln>
        </p:spPr>
      </p:pic>
      <p:pic>
        <p:nvPicPr>
          <p:cNvPr id="414" name="Google Shape;414;p29" title="School Building | Free SVG"/>
          <p:cNvPicPr preferRelativeResize="0"/>
          <p:nvPr/>
        </p:nvPicPr>
        <p:blipFill rotWithShape="1">
          <a:blip r:embed="rId6">
            <a:alphaModFix/>
          </a:blip>
          <a:srcRect b="0" l="0" r="0" t="0"/>
          <a:stretch/>
        </p:blipFill>
        <p:spPr>
          <a:xfrm>
            <a:off x="290525" y="-380375"/>
            <a:ext cx="3455800" cy="3455800"/>
          </a:xfrm>
          <a:prstGeom prst="rect">
            <a:avLst/>
          </a:prstGeom>
          <a:noFill/>
          <a:ln>
            <a:noFill/>
          </a:ln>
        </p:spPr>
      </p:pic>
      <p:sp>
        <p:nvSpPr>
          <p:cNvPr id="415" name="Google Shape;415;p29"/>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16" name="Google Shape;416;p29"/>
          <p:cNvPicPr preferRelativeResize="0"/>
          <p:nvPr/>
        </p:nvPicPr>
        <p:blipFill rotWithShape="1">
          <a:blip r:embed="rId7">
            <a:alphaModFix/>
          </a:blip>
          <a:srcRect b="0" l="0" r="0" t="0"/>
          <a:stretch/>
        </p:blipFill>
        <p:spPr>
          <a:xfrm>
            <a:off x="1738088" y="2771249"/>
            <a:ext cx="652831" cy="568500"/>
          </a:xfrm>
          <a:prstGeom prst="rect">
            <a:avLst/>
          </a:prstGeom>
          <a:noFill/>
          <a:ln>
            <a:noFill/>
          </a:ln>
        </p:spPr>
      </p:pic>
      <p:sp>
        <p:nvSpPr>
          <p:cNvPr id="417" name="Google Shape;417;p29"/>
          <p:cNvSpPr/>
          <p:nvPr/>
        </p:nvSpPr>
        <p:spPr>
          <a:xfrm>
            <a:off x="1964911" y="3011100"/>
            <a:ext cx="199200" cy="1788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1" name="Shape 421"/>
        <p:cNvGrpSpPr/>
        <p:nvPr/>
      </p:nvGrpSpPr>
      <p:grpSpPr>
        <a:xfrm>
          <a:off x="0" y="0"/>
          <a:ext cx="0" cy="0"/>
          <a:chOff x="0" y="0"/>
          <a:chExt cx="0" cy="0"/>
        </a:xfrm>
      </p:grpSpPr>
      <p:pic>
        <p:nvPicPr>
          <p:cNvPr descr="A cartoon of a white and purple animal&#10;&#10;Description automatically generated" id="422" name="Google Shape;422;p30"/>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id="423" name="Google Shape;423;p30" title="School bus with stop sign | Free SVG"/>
          <p:cNvPicPr preferRelativeResize="0"/>
          <p:nvPr/>
        </p:nvPicPr>
        <p:blipFill rotWithShape="1">
          <a:blip r:embed="rId4">
            <a:alphaModFix/>
          </a:blip>
          <a:srcRect b="0" l="0" r="0" t="0"/>
          <a:stretch/>
        </p:blipFill>
        <p:spPr>
          <a:xfrm>
            <a:off x="3456925" y="233300"/>
            <a:ext cx="5377200" cy="5377200"/>
          </a:xfrm>
          <a:prstGeom prst="rect">
            <a:avLst/>
          </a:prstGeom>
          <a:noFill/>
          <a:ln>
            <a:noFill/>
          </a:ln>
        </p:spPr>
      </p:pic>
      <p:pic>
        <p:nvPicPr>
          <p:cNvPr id="424" name="Google Shape;424;p30" title="School Building | Free SVG"/>
          <p:cNvPicPr preferRelativeResize="0"/>
          <p:nvPr/>
        </p:nvPicPr>
        <p:blipFill rotWithShape="1">
          <a:blip r:embed="rId5">
            <a:alphaModFix/>
          </a:blip>
          <a:srcRect b="0" l="0" r="0" t="0"/>
          <a:stretch/>
        </p:blipFill>
        <p:spPr>
          <a:xfrm>
            <a:off x="290525" y="-380375"/>
            <a:ext cx="3455800" cy="3455800"/>
          </a:xfrm>
          <a:prstGeom prst="rect">
            <a:avLst/>
          </a:prstGeom>
          <a:noFill/>
          <a:ln>
            <a:noFill/>
          </a:ln>
        </p:spPr>
      </p:pic>
      <p:sp>
        <p:nvSpPr>
          <p:cNvPr id="425" name="Google Shape;425;p30"/>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26" name="Google Shape;426;p30" title="Cute fox | Free SVG"/>
          <p:cNvPicPr preferRelativeResize="0"/>
          <p:nvPr/>
        </p:nvPicPr>
        <p:blipFill rotWithShape="1">
          <a:blip r:embed="rId6">
            <a:alphaModFix/>
          </a:blip>
          <a:srcRect b="0" l="0" r="0" t="0"/>
          <a:stretch/>
        </p:blipFill>
        <p:spPr>
          <a:xfrm>
            <a:off x="1544025" y="2532412"/>
            <a:ext cx="948776" cy="948775"/>
          </a:xfrm>
          <a:prstGeom prst="rect">
            <a:avLst/>
          </a:prstGeom>
          <a:noFill/>
          <a:ln>
            <a:noFill/>
          </a:ln>
        </p:spPr>
      </p:pic>
      <p:pic>
        <p:nvPicPr>
          <p:cNvPr descr="A cartoon character with orange and white face&#10;&#10;Description automatically generated" id="427" name="Google Shape;427;p30"/>
          <p:cNvPicPr preferRelativeResize="0"/>
          <p:nvPr/>
        </p:nvPicPr>
        <p:blipFill rotWithShape="1">
          <a:blip r:embed="rId7">
            <a:alphaModFix/>
          </a:blip>
          <a:srcRect b="0" l="0" r="0" t="0"/>
          <a:stretch/>
        </p:blipFill>
        <p:spPr>
          <a:xfrm>
            <a:off x="2152300" y="3075425"/>
            <a:ext cx="1367325" cy="1669949"/>
          </a:xfrm>
          <a:prstGeom prst="rect">
            <a:avLst/>
          </a:prstGeom>
          <a:noFill/>
          <a:ln>
            <a:noFill/>
          </a:ln>
        </p:spPr>
      </p:pic>
      <p:sp>
        <p:nvSpPr>
          <p:cNvPr id="428" name="Google Shape;428;p30"/>
          <p:cNvSpPr/>
          <p:nvPr/>
        </p:nvSpPr>
        <p:spPr>
          <a:xfrm>
            <a:off x="1780988" y="2771250"/>
            <a:ext cx="567000" cy="5685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427"/>
                                        </p:tgtEl>
                                        <p:attrNameLst>
                                          <p:attrName>style.visibility</p:attrName>
                                        </p:attrNameLst>
                                      </p:cBhvr>
                                      <p:to>
                                        <p:strVal val="visible"/>
                                      </p:to>
                                    </p:set>
                                    <p:anim calcmode="lin" valueType="num">
                                      <p:cBhvr additive="base">
                                        <p:cTn dur="1800"/>
                                        <p:tgtEl>
                                          <p:spTgt spid="427"/>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2" name="Shape 432"/>
        <p:cNvGrpSpPr/>
        <p:nvPr/>
      </p:nvGrpSpPr>
      <p:grpSpPr>
        <a:xfrm>
          <a:off x="0" y="0"/>
          <a:ext cx="0" cy="0"/>
          <a:chOff x="0" y="0"/>
          <a:chExt cx="0" cy="0"/>
        </a:xfrm>
      </p:grpSpPr>
      <p:pic>
        <p:nvPicPr>
          <p:cNvPr descr="A cartoon of a white and purple animal&#10;&#10;Description automatically generated" id="433" name="Google Shape;433;p31"/>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id="434" name="Google Shape;434;p31" title="School bus with stop sign | Free SVG"/>
          <p:cNvPicPr preferRelativeResize="0"/>
          <p:nvPr/>
        </p:nvPicPr>
        <p:blipFill rotWithShape="1">
          <a:blip r:embed="rId4">
            <a:alphaModFix/>
          </a:blip>
          <a:srcRect b="0" l="0" r="0" t="0"/>
          <a:stretch/>
        </p:blipFill>
        <p:spPr>
          <a:xfrm>
            <a:off x="3456925" y="233300"/>
            <a:ext cx="5377200" cy="5377200"/>
          </a:xfrm>
          <a:prstGeom prst="rect">
            <a:avLst/>
          </a:prstGeom>
          <a:noFill/>
          <a:ln>
            <a:noFill/>
          </a:ln>
        </p:spPr>
      </p:pic>
      <p:pic>
        <p:nvPicPr>
          <p:cNvPr id="435" name="Google Shape;435;p31" title="School Building | Free SVG"/>
          <p:cNvPicPr preferRelativeResize="0"/>
          <p:nvPr/>
        </p:nvPicPr>
        <p:blipFill rotWithShape="1">
          <a:blip r:embed="rId5">
            <a:alphaModFix/>
          </a:blip>
          <a:srcRect b="0" l="0" r="0" t="0"/>
          <a:stretch/>
        </p:blipFill>
        <p:spPr>
          <a:xfrm>
            <a:off x="290525" y="-380375"/>
            <a:ext cx="3455800" cy="3455800"/>
          </a:xfrm>
          <a:prstGeom prst="rect">
            <a:avLst/>
          </a:prstGeom>
          <a:noFill/>
          <a:ln>
            <a:noFill/>
          </a:ln>
        </p:spPr>
      </p:pic>
      <p:sp>
        <p:nvSpPr>
          <p:cNvPr id="436" name="Google Shape;436;p31"/>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37" name="Google Shape;437;p31"/>
          <p:cNvPicPr preferRelativeResize="0"/>
          <p:nvPr/>
        </p:nvPicPr>
        <p:blipFill rotWithShape="1">
          <a:blip r:embed="rId6">
            <a:alphaModFix/>
          </a:blip>
          <a:srcRect b="0" l="0" r="0" t="0"/>
          <a:stretch/>
        </p:blipFill>
        <p:spPr>
          <a:xfrm>
            <a:off x="1738088" y="2771249"/>
            <a:ext cx="652831" cy="568500"/>
          </a:xfrm>
          <a:prstGeom prst="rect">
            <a:avLst/>
          </a:prstGeom>
          <a:noFill/>
          <a:ln>
            <a:noFill/>
          </a:ln>
        </p:spPr>
      </p:pic>
      <p:pic>
        <p:nvPicPr>
          <p:cNvPr descr="A cartoon character with orange and white face&#10;&#10;Description automatically generated" id="438" name="Google Shape;438;p31"/>
          <p:cNvPicPr preferRelativeResize="0"/>
          <p:nvPr/>
        </p:nvPicPr>
        <p:blipFill rotWithShape="1">
          <a:blip r:embed="rId7">
            <a:alphaModFix/>
          </a:blip>
          <a:srcRect b="0" l="0" r="0" t="0"/>
          <a:stretch/>
        </p:blipFill>
        <p:spPr>
          <a:xfrm>
            <a:off x="2152300" y="3075425"/>
            <a:ext cx="1367325" cy="1669949"/>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pic>
        <p:nvPicPr>
          <p:cNvPr id="443" name="Google Shape;443;p32"/>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id="444" name="Google Shape;444;p32" title="Cute fox | Free SVG"/>
          <p:cNvPicPr preferRelativeResize="0"/>
          <p:nvPr/>
        </p:nvPicPr>
        <p:blipFill rotWithShape="1">
          <a:blip r:embed="rId4">
            <a:alphaModFix/>
          </a:blip>
          <a:srcRect b="0" l="0" r="0" t="0"/>
          <a:stretch/>
        </p:blipFill>
        <p:spPr>
          <a:xfrm>
            <a:off x="3583000" y="2983150"/>
            <a:ext cx="1357324" cy="135732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8" name="Shape 448"/>
        <p:cNvGrpSpPr/>
        <p:nvPr/>
      </p:nvGrpSpPr>
      <p:grpSpPr>
        <a:xfrm>
          <a:off x="0" y="0"/>
          <a:ext cx="0" cy="0"/>
          <a:chOff x="0" y="0"/>
          <a:chExt cx="0" cy="0"/>
        </a:xfrm>
      </p:grpSpPr>
      <p:pic>
        <p:nvPicPr>
          <p:cNvPr id="449" name="Google Shape;449;p33"/>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id="450" name="Google Shape;450;p33"/>
          <p:cNvPicPr preferRelativeResize="0"/>
          <p:nvPr/>
        </p:nvPicPr>
        <p:blipFill rotWithShape="1">
          <a:blip r:embed="rId4">
            <a:alphaModFix/>
          </a:blip>
          <a:srcRect b="0" l="0" r="0" t="0"/>
          <a:stretch/>
        </p:blipFill>
        <p:spPr>
          <a:xfrm>
            <a:off x="3745149" y="2974100"/>
            <a:ext cx="1313650" cy="11439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4" name="Shape 454"/>
        <p:cNvGrpSpPr/>
        <p:nvPr/>
      </p:nvGrpSpPr>
      <p:grpSpPr>
        <a:xfrm>
          <a:off x="0" y="0"/>
          <a:ext cx="0" cy="0"/>
          <a:chOff x="0" y="0"/>
          <a:chExt cx="0" cy="0"/>
        </a:xfrm>
      </p:grpSpPr>
      <p:sp>
        <p:nvSpPr>
          <p:cNvPr id="455" name="Google Shape;455;p34"/>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56" name="Google Shape;456;p34"/>
          <p:cNvSpPr/>
          <p:nvPr/>
        </p:nvSpPr>
        <p:spPr>
          <a:xfrm>
            <a:off x="4652975" y="1048605"/>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57" name="Google Shape;457;p34"/>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58" name="Google Shape;458;p34"/>
          <p:cNvSpPr/>
          <p:nvPr/>
        </p:nvSpPr>
        <p:spPr>
          <a:xfrm>
            <a:off x="4751702" y="225817"/>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59" name="Google Shape;459;p34"/>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0" name="Google Shape;460;p34"/>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1" name="Google Shape;461;p34"/>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2" name="Google Shape;462;p34"/>
          <p:cNvSpPr/>
          <p:nvPr/>
        </p:nvSpPr>
        <p:spPr>
          <a:xfrm>
            <a:off x="4552173" y="1867106"/>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3" name="Google Shape;463;p34"/>
          <p:cNvSpPr/>
          <p:nvPr/>
        </p:nvSpPr>
        <p:spPr>
          <a:xfrm>
            <a:off x="4489307" y="2688926"/>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4" name="Google Shape;464;p34"/>
          <p:cNvSpPr/>
          <p:nvPr/>
        </p:nvSpPr>
        <p:spPr>
          <a:xfrm>
            <a:off x="4407803" y="3518126"/>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5" name="Google Shape;465;p34"/>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6" name="Google Shape;466;p34"/>
          <p:cNvSpPr/>
          <p:nvPr/>
        </p:nvSpPr>
        <p:spPr>
          <a:xfrm>
            <a:off x="4345059" y="4346244"/>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7" name="Google Shape;467;p34"/>
          <p:cNvSpPr/>
          <p:nvPr/>
        </p:nvSpPr>
        <p:spPr>
          <a:xfrm>
            <a:off x="3866000" y="21945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68" name="Google Shape;468;p34"/>
          <p:cNvSpPr/>
          <p:nvPr/>
        </p:nvSpPr>
        <p:spPr>
          <a:xfrm>
            <a:off x="3947500" y="104860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69" name="Google Shape;469;p34"/>
          <p:cNvSpPr/>
          <p:nvPr/>
        </p:nvSpPr>
        <p:spPr>
          <a:xfrm>
            <a:off x="4036150" y="1871738"/>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70" name="Google Shape;470;p34"/>
          <p:cNvSpPr/>
          <p:nvPr/>
        </p:nvSpPr>
        <p:spPr>
          <a:xfrm>
            <a:off x="4111175" y="269566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71" name="Google Shape;471;p34"/>
          <p:cNvSpPr/>
          <p:nvPr/>
        </p:nvSpPr>
        <p:spPr>
          <a:xfrm>
            <a:off x="4209900" y="3524675"/>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72" name="Google Shape;472;p34"/>
          <p:cNvSpPr/>
          <p:nvPr/>
        </p:nvSpPr>
        <p:spPr>
          <a:xfrm>
            <a:off x="4253125" y="434431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35"/>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78" name="Google Shape;478;p35"/>
          <p:cNvSpPr/>
          <p:nvPr/>
        </p:nvSpPr>
        <p:spPr>
          <a:xfrm>
            <a:off x="4652975" y="1048605"/>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79" name="Google Shape;479;p35"/>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0" name="Google Shape;480;p35"/>
          <p:cNvSpPr/>
          <p:nvPr/>
        </p:nvSpPr>
        <p:spPr>
          <a:xfrm>
            <a:off x="4751702" y="225817"/>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1" name="Google Shape;481;p35"/>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2" name="Google Shape;482;p35"/>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3" name="Google Shape;483;p35"/>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4" name="Google Shape;484;p35"/>
          <p:cNvSpPr/>
          <p:nvPr/>
        </p:nvSpPr>
        <p:spPr>
          <a:xfrm>
            <a:off x="4552173" y="1867106"/>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5" name="Google Shape;485;p35"/>
          <p:cNvSpPr/>
          <p:nvPr/>
        </p:nvSpPr>
        <p:spPr>
          <a:xfrm>
            <a:off x="4489307" y="2688926"/>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6" name="Google Shape;486;p35"/>
          <p:cNvSpPr/>
          <p:nvPr/>
        </p:nvSpPr>
        <p:spPr>
          <a:xfrm>
            <a:off x="4407803" y="3518126"/>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7" name="Google Shape;487;p35"/>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8" name="Google Shape;488;p35"/>
          <p:cNvSpPr/>
          <p:nvPr/>
        </p:nvSpPr>
        <p:spPr>
          <a:xfrm>
            <a:off x="4345059" y="4346244"/>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9" name="Google Shape;489;p35"/>
          <p:cNvSpPr/>
          <p:nvPr/>
        </p:nvSpPr>
        <p:spPr>
          <a:xfrm>
            <a:off x="3866000" y="21945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0" name="Google Shape;490;p35"/>
          <p:cNvSpPr/>
          <p:nvPr/>
        </p:nvSpPr>
        <p:spPr>
          <a:xfrm>
            <a:off x="3947500" y="104860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1" name="Google Shape;491;p35"/>
          <p:cNvSpPr/>
          <p:nvPr/>
        </p:nvSpPr>
        <p:spPr>
          <a:xfrm>
            <a:off x="4036150" y="1871738"/>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2" name="Google Shape;492;p35"/>
          <p:cNvSpPr/>
          <p:nvPr/>
        </p:nvSpPr>
        <p:spPr>
          <a:xfrm>
            <a:off x="4111175" y="269566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3" name="Google Shape;493;p35"/>
          <p:cNvSpPr/>
          <p:nvPr/>
        </p:nvSpPr>
        <p:spPr>
          <a:xfrm>
            <a:off x="4209900" y="3524675"/>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4" name="Google Shape;494;p35"/>
          <p:cNvSpPr/>
          <p:nvPr/>
        </p:nvSpPr>
        <p:spPr>
          <a:xfrm>
            <a:off x="4253125" y="434431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pic>
        <p:nvPicPr>
          <p:cNvPr descr="A cartoon character with orange and white face&#10;&#10;Description automatically generated" id="499" name="Google Shape;499;p36"/>
          <p:cNvPicPr preferRelativeResize="0"/>
          <p:nvPr/>
        </p:nvPicPr>
        <p:blipFill rotWithShape="1">
          <a:blip r:embed="rId3">
            <a:alphaModFix/>
          </a:blip>
          <a:srcRect b="0" l="0" r="0" t="0"/>
          <a:stretch/>
        </p:blipFill>
        <p:spPr>
          <a:xfrm>
            <a:off x="2096975" y="1838150"/>
            <a:ext cx="1533500" cy="1872901"/>
          </a:xfrm>
          <a:prstGeom prst="rect">
            <a:avLst/>
          </a:prstGeom>
          <a:noFill/>
          <a:ln>
            <a:noFill/>
          </a:ln>
        </p:spPr>
      </p:pic>
      <p:pic>
        <p:nvPicPr>
          <p:cNvPr descr="A cartoon character with orange and white face&#10;&#10;Description automatically generated" id="500" name="Google Shape;500;p36"/>
          <p:cNvPicPr preferRelativeResize="0"/>
          <p:nvPr/>
        </p:nvPicPr>
        <p:blipFill rotWithShape="1">
          <a:blip r:embed="rId4">
            <a:alphaModFix/>
          </a:blip>
          <a:srcRect b="0" l="0" r="0" t="0"/>
          <a:stretch/>
        </p:blipFill>
        <p:spPr>
          <a:xfrm>
            <a:off x="5057025" y="1873812"/>
            <a:ext cx="1533500" cy="1872889"/>
          </a:xfrm>
          <a:prstGeom prst="rect">
            <a:avLst/>
          </a:prstGeom>
          <a:noFill/>
          <a:ln>
            <a:noFill/>
          </a:ln>
        </p:spPr>
      </p:pic>
      <p:sp>
        <p:nvSpPr>
          <p:cNvPr id="501" name="Google Shape;501;p36"/>
          <p:cNvSpPr txBox="1"/>
          <p:nvPr/>
        </p:nvSpPr>
        <p:spPr>
          <a:xfrm>
            <a:off x="2268175" y="927250"/>
            <a:ext cx="41085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2"/>
                </a:solidFill>
                <a:latin typeface="Arial"/>
                <a:ea typeface="Arial"/>
                <a:cs typeface="Arial"/>
                <a:sym typeface="Arial"/>
              </a:rPr>
              <a:t>Who do you think is a better friend?</a:t>
            </a:r>
            <a:endParaRPr b="0" i="0" sz="1800" u="none" cap="none" strike="noStrike">
              <a:solidFill>
                <a:schemeClr val="dk2"/>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5" name="Shape 505"/>
        <p:cNvGrpSpPr/>
        <p:nvPr/>
      </p:nvGrpSpPr>
      <p:grpSpPr>
        <a:xfrm>
          <a:off x="0" y="0"/>
          <a:ext cx="0" cy="0"/>
          <a:chOff x="0" y="0"/>
          <a:chExt cx="0" cy="0"/>
        </a:xfrm>
      </p:grpSpPr>
      <p:pic>
        <p:nvPicPr>
          <p:cNvPr descr="A cartoon character with orange and white face&#10;&#10;Description automatically generated" id="506" name="Google Shape;506;p37"/>
          <p:cNvPicPr preferRelativeResize="0"/>
          <p:nvPr/>
        </p:nvPicPr>
        <p:blipFill rotWithShape="1">
          <a:blip r:embed="rId3">
            <a:alphaModFix/>
          </a:blip>
          <a:srcRect b="0" l="0" r="0" t="0"/>
          <a:stretch/>
        </p:blipFill>
        <p:spPr>
          <a:xfrm>
            <a:off x="2096975" y="1838150"/>
            <a:ext cx="1533500" cy="1872901"/>
          </a:xfrm>
          <a:prstGeom prst="rect">
            <a:avLst/>
          </a:prstGeom>
          <a:noFill/>
          <a:ln>
            <a:noFill/>
          </a:ln>
        </p:spPr>
      </p:pic>
      <p:pic>
        <p:nvPicPr>
          <p:cNvPr descr="A cartoon character with orange and white face&#10;&#10;Description automatically generated" id="507" name="Google Shape;507;p37"/>
          <p:cNvPicPr preferRelativeResize="0"/>
          <p:nvPr/>
        </p:nvPicPr>
        <p:blipFill rotWithShape="1">
          <a:blip r:embed="rId4">
            <a:alphaModFix/>
          </a:blip>
          <a:srcRect b="0" l="0" r="0" t="0"/>
          <a:stretch/>
        </p:blipFill>
        <p:spPr>
          <a:xfrm>
            <a:off x="5057025" y="1873812"/>
            <a:ext cx="1533500" cy="1872889"/>
          </a:xfrm>
          <a:prstGeom prst="rect">
            <a:avLst/>
          </a:prstGeom>
          <a:noFill/>
          <a:ln>
            <a:noFill/>
          </a:ln>
        </p:spPr>
      </p:pic>
      <p:pic>
        <p:nvPicPr>
          <p:cNvPr descr="Vanilla ice cream in cone vector image | Free SVG" id="508" name="Google Shape;508;p37"/>
          <p:cNvPicPr preferRelativeResize="0"/>
          <p:nvPr/>
        </p:nvPicPr>
        <p:blipFill rotWithShape="1">
          <a:blip r:embed="rId5">
            <a:alphaModFix/>
          </a:blip>
          <a:srcRect b="0" l="0" r="0" t="0"/>
          <a:stretch/>
        </p:blipFill>
        <p:spPr>
          <a:xfrm>
            <a:off x="3447675" y="2773675"/>
            <a:ext cx="1609350" cy="160935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pic>
        <p:nvPicPr>
          <p:cNvPr descr="A cartoon character with orange and white face&#10;&#10;Description automatically generated" id="513" name="Google Shape;513;p38"/>
          <p:cNvPicPr preferRelativeResize="0"/>
          <p:nvPr/>
        </p:nvPicPr>
        <p:blipFill rotWithShape="1">
          <a:blip r:embed="rId3">
            <a:alphaModFix/>
          </a:blip>
          <a:srcRect b="0" l="0" r="0" t="0"/>
          <a:stretch/>
        </p:blipFill>
        <p:spPr>
          <a:xfrm>
            <a:off x="2096975" y="1838150"/>
            <a:ext cx="1533500" cy="1872901"/>
          </a:xfrm>
          <a:prstGeom prst="rect">
            <a:avLst/>
          </a:prstGeom>
          <a:noFill/>
          <a:ln>
            <a:noFill/>
          </a:ln>
        </p:spPr>
      </p:pic>
      <p:pic>
        <p:nvPicPr>
          <p:cNvPr descr="A cartoon character with orange and white face&#10;&#10;Description automatically generated" id="514" name="Google Shape;514;p38"/>
          <p:cNvPicPr preferRelativeResize="0"/>
          <p:nvPr/>
        </p:nvPicPr>
        <p:blipFill rotWithShape="1">
          <a:blip r:embed="rId4">
            <a:alphaModFix/>
          </a:blip>
          <a:srcRect b="0" l="0" r="0" t="0"/>
          <a:stretch/>
        </p:blipFill>
        <p:spPr>
          <a:xfrm>
            <a:off x="5057025" y="1873812"/>
            <a:ext cx="1533500" cy="1872889"/>
          </a:xfrm>
          <a:prstGeom prst="rect">
            <a:avLst/>
          </a:prstGeom>
          <a:noFill/>
          <a:ln>
            <a:noFill/>
          </a:ln>
        </p:spPr>
      </p:pic>
      <p:pic>
        <p:nvPicPr>
          <p:cNvPr descr="Foffee collection | Free SVG" id="515" name="Google Shape;515;p38"/>
          <p:cNvPicPr preferRelativeResize="0"/>
          <p:nvPr/>
        </p:nvPicPr>
        <p:blipFill rotWithShape="1">
          <a:blip r:embed="rId5">
            <a:alphaModFix/>
          </a:blip>
          <a:srcRect b="0" l="0" r="0" t="0"/>
          <a:stretch/>
        </p:blipFill>
        <p:spPr>
          <a:xfrm>
            <a:off x="3821900" y="2259100"/>
            <a:ext cx="1301876" cy="130187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9" name="Shape 519"/>
        <p:cNvGrpSpPr/>
        <p:nvPr/>
      </p:nvGrpSpPr>
      <p:grpSpPr>
        <a:xfrm>
          <a:off x="0" y="0"/>
          <a:ext cx="0" cy="0"/>
          <a:chOff x="0" y="0"/>
          <a:chExt cx="0" cy="0"/>
        </a:xfrm>
      </p:grpSpPr>
      <p:pic>
        <p:nvPicPr>
          <p:cNvPr id="520" name="Google Shape;520;p39" title="Playground Slide2 | Free SVG"/>
          <p:cNvPicPr preferRelativeResize="0"/>
          <p:nvPr/>
        </p:nvPicPr>
        <p:blipFill rotWithShape="1">
          <a:blip r:embed="rId3">
            <a:alphaModFix/>
          </a:blip>
          <a:srcRect b="0" l="0" r="0" t="0"/>
          <a:stretch/>
        </p:blipFill>
        <p:spPr>
          <a:xfrm flipH="1">
            <a:off x="138100" y="379150"/>
            <a:ext cx="2597700" cy="2597700"/>
          </a:xfrm>
          <a:prstGeom prst="rect">
            <a:avLst/>
          </a:prstGeom>
          <a:noFill/>
          <a:ln>
            <a:noFill/>
          </a:ln>
        </p:spPr>
      </p:pic>
      <p:pic>
        <p:nvPicPr>
          <p:cNvPr descr="A cartoon of a white and purple animal&#10;&#10;Description automatically generated" id="521" name="Google Shape;521;p39"/>
          <p:cNvPicPr preferRelativeResize="0"/>
          <p:nvPr/>
        </p:nvPicPr>
        <p:blipFill rotWithShape="1">
          <a:blip r:embed="rId4">
            <a:alphaModFix/>
          </a:blip>
          <a:srcRect b="0" l="0" r="0" t="0"/>
          <a:stretch/>
        </p:blipFill>
        <p:spPr>
          <a:xfrm>
            <a:off x="2666991" y="2143060"/>
            <a:ext cx="1437410" cy="1755556"/>
          </a:xfrm>
          <a:prstGeom prst="rect">
            <a:avLst/>
          </a:prstGeom>
          <a:noFill/>
          <a:ln>
            <a:noFill/>
          </a:ln>
        </p:spPr>
      </p:pic>
      <p:pic>
        <p:nvPicPr>
          <p:cNvPr id="522" name="Google Shape;522;p39" title="Public Domain Clip Art Image | Sandbox | ID: 13932766213513 ..."/>
          <p:cNvPicPr preferRelativeResize="0"/>
          <p:nvPr/>
        </p:nvPicPr>
        <p:blipFill rotWithShape="1">
          <a:blip r:embed="rId5">
            <a:alphaModFix/>
          </a:blip>
          <a:srcRect b="0" l="0" r="0" t="0"/>
          <a:stretch/>
        </p:blipFill>
        <p:spPr>
          <a:xfrm rot="-447145">
            <a:off x="3828550" y="2817775"/>
            <a:ext cx="3875828" cy="1262275"/>
          </a:xfrm>
          <a:prstGeom prst="rect">
            <a:avLst/>
          </a:prstGeom>
          <a:noFill/>
          <a:ln>
            <a:noFill/>
          </a:ln>
        </p:spPr>
      </p:pic>
      <p:sp>
        <p:nvSpPr>
          <p:cNvPr id="523" name="Google Shape;523;p39"/>
          <p:cNvSpPr/>
          <p:nvPr/>
        </p:nvSpPr>
        <p:spPr>
          <a:xfrm>
            <a:off x="3478975" y="1718550"/>
            <a:ext cx="1153364" cy="77895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24" name="Google Shape;524;p39" title="Cute fox | Free SVG"/>
          <p:cNvPicPr preferRelativeResize="0"/>
          <p:nvPr/>
        </p:nvPicPr>
        <p:blipFill rotWithShape="1">
          <a:blip r:embed="rId6">
            <a:alphaModFix/>
          </a:blip>
          <a:srcRect b="0" l="0" r="0" t="0"/>
          <a:stretch/>
        </p:blipFill>
        <p:spPr>
          <a:xfrm>
            <a:off x="3551674" y="1668672"/>
            <a:ext cx="948775" cy="948775"/>
          </a:xfrm>
          <a:prstGeom prst="rect">
            <a:avLst/>
          </a:prstGeom>
          <a:noFill/>
          <a:ln>
            <a:noFill/>
          </a:ln>
        </p:spPr>
      </p:pic>
      <p:pic>
        <p:nvPicPr>
          <p:cNvPr descr="A cartoon of a white and purple animal&#10;&#10;Description automatically generated" id="525" name="Google Shape;525;p39"/>
          <p:cNvPicPr preferRelativeResize="0"/>
          <p:nvPr/>
        </p:nvPicPr>
        <p:blipFill rotWithShape="1">
          <a:blip r:embed="rId7">
            <a:alphaModFix/>
          </a:blip>
          <a:srcRect b="0" l="0" r="0" t="0"/>
          <a:stretch/>
        </p:blipFill>
        <p:spPr>
          <a:xfrm>
            <a:off x="7511700" y="2253550"/>
            <a:ext cx="1487350" cy="1816549"/>
          </a:xfrm>
          <a:prstGeom prst="rect">
            <a:avLst/>
          </a:prstGeom>
          <a:noFill/>
          <a:ln>
            <a:noFill/>
          </a:ln>
        </p:spPr>
      </p:pic>
      <p:sp>
        <p:nvSpPr>
          <p:cNvPr id="526" name="Google Shape;526;p39"/>
          <p:cNvSpPr/>
          <p:nvPr/>
        </p:nvSpPr>
        <p:spPr>
          <a:xfrm flipH="1">
            <a:off x="2081700" y="1715604"/>
            <a:ext cx="1276599" cy="781896"/>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27" name="Google Shape;527;p39"/>
          <p:cNvPicPr preferRelativeResize="0"/>
          <p:nvPr/>
        </p:nvPicPr>
        <p:blipFill rotWithShape="1">
          <a:blip r:embed="rId8">
            <a:alphaModFix/>
          </a:blip>
          <a:srcRect b="0" l="0" r="0" t="0"/>
          <a:stretch/>
        </p:blipFill>
        <p:spPr>
          <a:xfrm>
            <a:off x="2407938" y="1823699"/>
            <a:ext cx="652831" cy="5685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521"/>
                                        </p:tgtEl>
                                        <p:attrNameLst>
                                          <p:attrName>style.visibility</p:attrName>
                                        </p:attrNameLst>
                                      </p:cBhvr>
                                      <p:to>
                                        <p:strVal val="visible"/>
                                      </p:to>
                                    </p:set>
                                    <p:anim calcmode="lin" valueType="num">
                                      <p:cBhvr additive="base">
                                        <p:cTn dur="1700"/>
                                        <p:tgtEl>
                                          <p:spTgt spid="521"/>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25"/>
                                        </p:tgtEl>
                                        <p:attrNameLst>
                                          <p:attrName>style.visibility</p:attrName>
                                        </p:attrNameLst>
                                      </p:cBhvr>
                                      <p:to>
                                        <p:strVal val="visible"/>
                                      </p:to>
                                    </p:set>
                                    <p:anim calcmode="lin" valueType="num">
                                      <p:cBhvr additive="base">
                                        <p:cTn dur="1500"/>
                                        <p:tgtEl>
                                          <p:spTgt spid="525"/>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1" name="Shape 531"/>
        <p:cNvGrpSpPr/>
        <p:nvPr/>
      </p:nvGrpSpPr>
      <p:grpSpPr>
        <a:xfrm>
          <a:off x="0" y="0"/>
          <a:ext cx="0" cy="0"/>
          <a:chOff x="0" y="0"/>
          <a:chExt cx="0" cy="0"/>
        </a:xfrm>
      </p:grpSpPr>
      <p:pic>
        <p:nvPicPr>
          <p:cNvPr descr="A cartoon of a white and purple animal&#10;&#10;Description automatically generated" id="532" name="Google Shape;532;p40"/>
          <p:cNvPicPr preferRelativeResize="0"/>
          <p:nvPr/>
        </p:nvPicPr>
        <p:blipFill rotWithShape="1">
          <a:blip r:embed="rId3">
            <a:alphaModFix/>
          </a:blip>
          <a:srcRect b="0" l="0" r="0" t="0"/>
          <a:stretch/>
        </p:blipFill>
        <p:spPr>
          <a:xfrm>
            <a:off x="2122541" y="2911973"/>
            <a:ext cx="1437410" cy="1755556"/>
          </a:xfrm>
          <a:prstGeom prst="rect">
            <a:avLst/>
          </a:prstGeom>
          <a:noFill/>
          <a:ln>
            <a:noFill/>
          </a:ln>
        </p:spPr>
      </p:pic>
      <p:pic>
        <p:nvPicPr>
          <p:cNvPr descr="A cartoon of a white and purple animal&#10;&#10;Description automatically generated" id="533" name="Google Shape;533;p40"/>
          <p:cNvPicPr preferRelativeResize="0"/>
          <p:nvPr/>
        </p:nvPicPr>
        <p:blipFill rotWithShape="1">
          <a:blip r:embed="rId3">
            <a:alphaModFix/>
          </a:blip>
          <a:srcRect b="0" l="0" r="0" t="0"/>
          <a:stretch/>
        </p:blipFill>
        <p:spPr>
          <a:xfrm>
            <a:off x="4763425" y="2139150"/>
            <a:ext cx="2180825" cy="2663526"/>
          </a:xfrm>
          <a:prstGeom prst="rect">
            <a:avLst/>
          </a:prstGeom>
          <a:noFill/>
          <a:ln>
            <a:noFill/>
          </a:ln>
        </p:spPr>
      </p:pic>
      <p:sp>
        <p:nvSpPr>
          <p:cNvPr id="534" name="Google Shape;534;p40"/>
          <p:cNvSpPr/>
          <p:nvPr/>
        </p:nvSpPr>
        <p:spPr>
          <a:xfrm flipH="1">
            <a:off x="1458150" y="2349200"/>
            <a:ext cx="1305300"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 name="Google Shape;535;p40"/>
          <p:cNvSpPr/>
          <p:nvPr/>
        </p:nvSpPr>
        <p:spPr>
          <a:xfrm>
            <a:off x="2927200" y="2349200"/>
            <a:ext cx="1239851"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36" name="Google Shape;536;p40"/>
          <p:cNvPicPr preferRelativeResize="0"/>
          <p:nvPr/>
        </p:nvPicPr>
        <p:blipFill rotWithShape="1">
          <a:blip r:embed="rId4">
            <a:alphaModFix/>
          </a:blip>
          <a:srcRect b="0" l="0" r="0" t="0"/>
          <a:stretch/>
        </p:blipFill>
        <p:spPr>
          <a:xfrm>
            <a:off x="1784375" y="2471299"/>
            <a:ext cx="652831" cy="568500"/>
          </a:xfrm>
          <a:prstGeom prst="rect">
            <a:avLst/>
          </a:prstGeom>
          <a:noFill/>
          <a:ln>
            <a:noFill/>
          </a:ln>
        </p:spPr>
      </p:pic>
      <p:pic>
        <p:nvPicPr>
          <p:cNvPr id="537" name="Google Shape;537;p40" title="Cute fox | Free SVG"/>
          <p:cNvPicPr preferRelativeResize="0"/>
          <p:nvPr/>
        </p:nvPicPr>
        <p:blipFill rotWithShape="1">
          <a:blip r:embed="rId5">
            <a:alphaModFix/>
          </a:blip>
          <a:srcRect b="0" l="0" r="0" t="0"/>
          <a:stretch/>
        </p:blipFill>
        <p:spPr>
          <a:xfrm>
            <a:off x="3029350" y="2260912"/>
            <a:ext cx="948776" cy="948775"/>
          </a:xfrm>
          <a:prstGeom prst="rect">
            <a:avLst/>
          </a:prstGeom>
          <a:noFill/>
          <a:ln>
            <a:noFill/>
          </a:ln>
        </p:spPr>
      </p:pic>
      <p:pic>
        <p:nvPicPr>
          <p:cNvPr descr="Small Trees | Free SVG" id="538" name="Google Shape;538;p40"/>
          <p:cNvPicPr preferRelativeResize="0"/>
          <p:nvPr/>
        </p:nvPicPr>
        <p:blipFill rotWithShape="1">
          <a:blip r:embed="rId6">
            <a:alphaModFix/>
          </a:blip>
          <a:srcRect b="0" l="0" r="0" t="0"/>
          <a:stretch/>
        </p:blipFill>
        <p:spPr>
          <a:xfrm>
            <a:off x="78150" y="304800"/>
            <a:ext cx="2044400" cy="2044400"/>
          </a:xfrm>
          <a:prstGeom prst="rect">
            <a:avLst/>
          </a:prstGeom>
          <a:noFill/>
          <a:ln>
            <a:noFill/>
          </a:ln>
        </p:spPr>
      </p:pic>
      <p:pic>
        <p:nvPicPr>
          <p:cNvPr descr="Small Trees | Free SVG" id="539" name="Google Shape;539;p40"/>
          <p:cNvPicPr preferRelativeResize="0"/>
          <p:nvPr/>
        </p:nvPicPr>
        <p:blipFill rotWithShape="1">
          <a:blip r:embed="rId6">
            <a:alphaModFix/>
          </a:blip>
          <a:srcRect b="0" l="0" r="0" t="0"/>
          <a:stretch/>
        </p:blipFill>
        <p:spPr>
          <a:xfrm>
            <a:off x="6784500" y="426900"/>
            <a:ext cx="2044399" cy="20444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33"/>
                                        </p:tgtEl>
                                        <p:attrNameLst>
                                          <p:attrName>style.visibility</p:attrName>
                                        </p:attrNameLst>
                                      </p:cBhvr>
                                      <p:to>
                                        <p:strVal val="visible"/>
                                      </p:to>
                                    </p:set>
                                    <p:anim calcmode="lin" valueType="num">
                                      <p:cBhvr additive="base">
                                        <p:cTn dur="2100"/>
                                        <p:tgtEl>
                                          <p:spTgt spid="533"/>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pic>
        <p:nvPicPr>
          <p:cNvPr descr="A cartoon of a white and purple animal&#10;&#10;Description automatically generated" id="544" name="Google Shape;544;p41"/>
          <p:cNvPicPr preferRelativeResize="0"/>
          <p:nvPr/>
        </p:nvPicPr>
        <p:blipFill rotWithShape="1">
          <a:blip r:embed="rId3">
            <a:alphaModFix/>
          </a:blip>
          <a:srcRect b="0" l="0" r="0" t="0"/>
          <a:stretch/>
        </p:blipFill>
        <p:spPr>
          <a:xfrm>
            <a:off x="2122541" y="2911973"/>
            <a:ext cx="1437410" cy="1755556"/>
          </a:xfrm>
          <a:prstGeom prst="rect">
            <a:avLst/>
          </a:prstGeom>
          <a:noFill/>
          <a:ln>
            <a:noFill/>
          </a:ln>
        </p:spPr>
      </p:pic>
      <p:pic>
        <p:nvPicPr>
          <p:cNvPr descr="A cartoon of a white and purple animal&#10;&#10;Description automatically generated" id="545" name="Google Shape;545;p41"/>
          <p:cNvPicPr preferRelativeResize="0"/>
          <p:nvPr/>
        </p:nvPicPr>
        <p:blipFill rotWithShape="1">
          <a:blip r:embed="rId4">
            <a:alphaModFix/>
          </a:blip>
          <a:srcRect b="0" l="0" r="0" t="0"/>
          <a:stretch/>
        </p:blipFill>
        <p:spPr>
          <a:xfrm>
            <a:off x="4763425" y="2139150"/>
            <a:ext cx="2180825" cy="2663526"/>
          </a:xfrm>
          <a:prstGeom prst="rect">
            <a:avLst/>
          </a:prstGeom>
          <a:noFill/>
          <a:ln>
            <a:noFill/>
          </a:ln>
        </p:spPr>
      </p:pic>
      <p:sp>
        <p:nvSpPr>
          <p:cNvPr id="546" name="Google Shape;546;p41"/>
          <p:cNvSpPr/>
          <p:nvPr/>
        </p:nvSpPr>
        <p:spPr>
          <a:xfrm flipH="1">
            <a:off x="1458150" y="2349200"/>
            <a:ext cx="1305300"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41"/>
          <p:cNvSpPr/>
          <p:nvPr/>
        </p:nvSpPr>
        <p:spPr>
          <a:xfrm>
            <a:off x="2927200" y="2349198"/>
            <a:ext cx="1216250" cy="812701"/>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8" name="Google Shape;548;p41"/>
          <p:cNvPicPr preferRelativeResize="0"/>
          <p:nvPr/>
        </p:nvPicPr>
        <p:blipFill rotWithShape="1">
          <a:blip r:embed="rId5">
            <a:alphaModFix/>
          </a:blip>
          <a:srcRect b="0" l="0" r="0" t="0"/>
          <a:stretch/>
        </p:blipFill>
        <p:spPr>
          <a:xfrm>
            <a:off x="1784375" y="2471299"/>
            <a:ext cx="652831" cy="568500"/>
          </a:xfrm>
          <a:prstGeom prst="rect">
            <a:avLst/>
          </a:prstGeom>
          <a:noFill/>
          <a:ln>
            <a:noFill/>
          </a:ln>
        </p:spPr>
      </p:pic>
      <p:pic>
        <p:nvPicPr>
          <p:cNvPr id="549" name="Google Shape;549;p41" title="Cute fox | Free SVG"/>
          <p:cNvPicPr preferRelativeResize="0"/>
          <p:nvPr/>
        </p:nvPicPr>
        <p:blipFill rotWithShape="1">
          <a:blip r:embed="rId6">
            <a:alphaModFix/>
          </a:blip>
          <a:srcRect b="0" l="0" r="0" t="0"/>
          <a:stretch/>
        </p:blipFill>
        <p:spPr>
          <a:xfrm>
            <a:off x="3029350" y="2260912"/>
            <a:ext cx="948776" cy="948775"/>
          </a:xfrm>
          <a:prstGeom prst="rect">
            <a:avLst/>
          </a:prstGeom>
          <a:noFill/>
          <a:ln>
            <a:noFill/>
          </a:ln>
        </p:spPr>
      </p:pic>
      <p:pic>
        <p:nvPicPr>
          <p:cNvPr descr="Small Trees | Free SVG" id="550" name="Google Shape;550;p41"/>
          <p:cNvPicPr preferRelativeResize="0"/>
          <p:nvPr/>
        </p:nvPicPr>
        <p:blipFill rotWithShape="1">
          <a:blip r:embed="rId7">
            <a:alphaModFix/>
          </a:blip>
          <a:srcRect b="0" l="0" r="0" t="0"/>
          <a:stretch/>
        </p:blipFill>
        <p:spPr>
          <a:xfrm>
            <a:off x="78150" y="304800"/>
            <a:ext cx="2044400" cy="2044400"/>
          </a:xfrm>
          <a:prstGeom prst="rect">
            <a:avLst/>
          </a:prstGeom>
          <a:noFill/>
          <a:ln>
            <a:noFill/>
          </a:ln>
        </p:spPr>
      </p:pic>
      <p:pic>
        <p:nvPicPr>
          <p:cNvPr descr="Small Trees | Free SVG" id="551" name="Google Shape;551;p41"/>
          <p:cNvPicPr preferRelativeResize="0"/>
          <p:nvPr/>
        </p:nvPicPr>
        <p:blipFill rotWithShape="1">
          <a:blip r:embed="rId7">
            <a:alphaModFix/>
          </a:blip>
          <a:srcRect b="0" l="0" r="0" t="0"/>
          <a:stretch/>
        </p:blipFill>
        <p:spPr>
          <a:xfrm>
            <a:off x="6435425" y="370575"/>
            <a:ext cx="2044399" cy="20444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45"/>
                                        </p:tgtEl>
                                        <p:attrNameLst>
                                          <p:attrName>style.visibility</p:attrName>
                                        </p:attrNameLst>
                                      </p:cBhvr>
                                      <p:to>
                                        <p:strVal val="visible"/>
                                      </p:to>
                                    </p:set>
                                    <p:anim calcmode="lin" valueType="num">
                                      <p:cBhvr additive="base">
                                        <p:cTn dur="2200"/>
                                        <p:tgtEl>
                                          <p:spTgt spid="545"/>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55" name="Shape 555"/>
        <p:cNvGrpSpPr/>
        <p:nvPr/>
      </p:nvGrpSpPr>
      <p:grpSpPr>
        <a:xfrm>
          <a:off x="0" y="0"/>
          <a:ext cx="0" cy="0"/>
          <a:chOff x="0" y="0"/>
          <a:chExt cx="0" cy="0"/>
        </a:xfrm>
      </p:grpSpPr>
      <p:sp>
        <p:nvSpPr>
          <p:cNvPr id="556" name="Google Shape;556;p42"/>
          <p:cNvSpPr/>
          <p:nvPr/>
        </p:nvSpPr>
        <p:spPr>
          <a:xfrm>
            <a:off x="1143" y="0"/>
            <a:ext cx="9141900" cy="5143500"/>
          </a:xfrm>
          <a:prstGeom prst="rect">
            <a:avLst/>
          </a:prstGeom>
          <a:no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descr="A blue sky with clouds and text&#10;&#10;Description automatically generated" id="557" name="Google Shape;557;p42"/>
          <p:cNvPicPr preferRelativeResize="0"/>
          <p:nvPr/>
        </p:nvPicPr>
        <p:blipFill rotWithShape="1">
          <a:blip r:embed="rId3">
            <a:alphaModFix/>
          </a:blip>
          <a:srcRect b="18" l="0" r="0" t="0"/>
          <a:stretch/>
        </p:blipFill>
        <p:spPr>
          <a:xfrm>
            <a:off x="15" y="962"/>
            <a:ext cx="9143987" cy="514253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1" name="Shape 561"/>
        <p:cNvGrpSpPr/>
        <p:nvPr/>
      </p:nvGrpSpPr>
      <p:grpSpPr>
        <a:xfrm>
          <a:off x="0" y="0"/>
          <a:ext cx="0" cy="0"/>
          <a:chOff x="0" y="0"/>
          <a:chExt cx="0" cy="0"/>
        </a:xfrm>
      </p:grpSpPr>
      <p:sp>
        <p:nvSpPr>
          <p:cNvPr id="562" name="Google Shape;562;p4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t/>
            </a:r>
            <a:endParaRPr/>
          </a:p>
        </p:txBody>
      </p:sp>
      <p:sp>
        <p:nvSpPr>
          <p:cNvPr id="563" name="Google Shape;563;p4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1200"/>
              </a:spcAft>
              <a:buSzPts val="1800"/>
              <a:buNone/>
            </a:pPr>
            <a:r>
              <a:t/>
            </a:r>
            <a:endParaRPr/>
          </a:p>
        </p:txBody>
      </p:sp>
      <p:pic>
        <p:nvPicPr>
          <p:cNvPr id="564" name="Google Shape;564;p43"/>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8" name="Shape 568"/>
        <p:cNvGrpSpPr/>
        <p:nvPr/>
      </p:nvGrpSpPr>
      <p:grpSpPr>
        <a:xfrm>
          <a:off x="0" y="0"/>
          <a:ext cx="0" cy="0"/>
          <a:chOff x="0" y="0"/>
          <a:chExt cx="0" cy="0"/>
        </a:xfrm>
      </p:grpSpPr>
      <p:sp>
        <p:nvSpPr>
          <p:cNvPr id="569" name="Google Shape;569;p4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t/>
            </a:r>
            <a:endParaRPr/>
          </a:p>
        </p:txBody>
      </p:sp>
      <p:sp>
        <p:nvSpPr>
          <p:cNvPr id="570" name="Google Shape;570;p44"/>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1200"/>
              </a:spcAft>
              <a:buSzPts val="1800"/>
              <a:buNone/>
            </a:pPr>
            <a:r>
              <a:t/>
            </a:r>
            <a:endParaRPr/>
          </a:p>
        </p:txBody>
      </p:sp>
      <p:pic>
        <p:nvPicPr>
          <p:cNvPr id="571" name="Google Shape;571;p44"/>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file>