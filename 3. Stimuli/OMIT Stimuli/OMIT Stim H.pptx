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47"/>
  </p:notesMasterIdLst>
  <p:sldIdLst>
    <p:sldId id="256" r:id="rId3"/>
    <p:sldId id="257" r:id="rId4"/>
    <p:sldId id="258" r:id="rId5"/>
    <p:sldId id="259" r:id="rId6"/>
    <p:sldId id="260" r:id="rId7"/>
    <p:sldId id="299" r:id="rId8"/>
    <p:sldId id="279" r:id="rId9"/>
    <p:sldId id="280" r:id="rId10"/>
    <p:sldId id="281" r:id="rId11"/>
    <p:sldId id="285" r:id="rId12"/>
    <p:sldId id="283" r:id="rId13"/>
    <p:sldId id="284" r:id="rId14"/>
    <p:sldId id="282" r:id="rId15"/>
    <p:sldId id="286" r:id="rId16"/>
    <p:sldId id="287" r:id="rId17"/>
    <p:sldId id="289" r:id="rId18"/>
    <p:sldId id="288" r:id="rId19"/>
    <p:sldId id="290" r:id="rId20"/>
    <p:sldId id="292" r:id="rId21"/>
    <p:sldId id="291" r:id="rId22"/>
    <p:sldId id="293" r:id="rId23"/>
    <p:sldId id="295" r:id="rId24"/>
    <p:sldId id="294" r:id="rId25"/>
    <p:sldId id="262" r:id="rId26"/>
    <p:sldId id="261" r:id="rId27"/>
    <p:sldId id="263" r:id="rId28"/>
    <p:sldId id="264" r:id="rId29"/>
    <p:sldId id="268" r:id="rId30"/>
    <p:sldId id="266" r:id="rId31"/>
    <p:sldId id="267" r:id="rId32"/>
    <p:sldId id="265" r:id="rId33"/>
    <p:sldId id="269" r:id="rId34"/>
    <p:sldId id="270" r:id="rId35"/>
    <p:sldId id="272" r:id="rId36"/>
    <p:sldId id="271" r:id="rId37"/>
    <p:sldId id="273" r:id="rId38"/>
    <p:sldId id="275" r:id="rId39"/>
    <p:sldId id="274" r:id="rId40"/>
    <p:sldId id="276" r:id="rId41"/>
    <p:sldId id="278" r:id="rId42"/>
    <p:sldId id="277" r:id="rId43"/>
    <p:sldId id="296" r:id="rId44"/>
    <p:sldId id="297" r:id="rId45"/>
    <p:sldId id="298" r:id="rId46"/>
  </p:sldIdLst>
  <p:sldSz cx="9144000" cy="5143500" type="screen16x9"/>
  <p:notesSz cx="6858000" cy="9144000"/>
  <p:embeddedFontLst>
    <p:embeddedFont>
      <p:font typeface="Helvetica Neue" panose="02000503000000020004" pitchFamily="2" charset="0"/>
      <p:regular r:id="rId48"/>
      <p:bold r:id="rId49"/>
      <p:italic r:id="rId50"/>
      <p:boldItalic r:id="rId51"/>
    </p:embeddedFont>
    <p:embeddedFont>
      <p:font typeface="Helvetica Neue Light" panose="02000403000000020004"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64133"/>
  </p:normalViewPr>
  <p:slideViewPr>
    <p:cSldViewPr snapToGrid="0">
      <p:cViewPr varScale="1">
        <p:scale>
          <a:sx n="49" d="100"/>
          <a:sy n="49" d="100"/>
        </p:scale>
        <p:origin x="102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9d30efcf1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09d30efcf1_0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800" b="0" i="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marL="0" lvl="0" indent="0" algn="l" rtl="0">
              <a:spcBef>
                <a:spcPts val="0"/>
              </a:spcBef>
              <a:spcAft>
                <a:spcPts val="0"/>
              </a:spcAft>
              <a:buNone/>
            </a:pPr>
            <a:endParaRPr sz="1800" b="0" i="0" u="none" strike="noStrike">
              <a:solidFill>
                <a:srgbClr val="000000"/>
              </a:solidFill>
              <a:latin typeface="Arial"/>
              <a:ea typeface="Arial"/>
              <a:cs typeface="Arial"/>
              <a:sym typeface="Arial"/>
            </a:endParaRPr>
          </a:p>
          <a:p>
            <a:pPr marL="0" lvl="0" indent="0" algn="l" rtl="0">
              <a:spcBef>
                <a:spcPts val="0"/>
              </a:spcBef>
              <a:spcAft>
                <a:spcPts val="0"/>
              </a:spcAft>
              <a:buNone/>
            </a:pPr>
            <a:r>
              <a:rPr lang="en" sz="1800" b="0" i="0" u="none" strike="noStrike">
                <a:solidFill>
                  <a:srgbClr val="000000"/>
                </a:solidFill>
                <a:latin typeface="Arial"/>
                <a:ea typeface="Arial"/>
                <a:cs typeface="Arial"/>
                <a:sym typeface="Arial"/>
              </a:rPr>
              <a:t>What colors are the boxes?</a:t>
            </a:r>
            <a:endParaRPr sz="1800" b="0"/>
          </a:p>
          <a:p>
            <a:pPr marL="0" lvl="0" indent="0" algn="l" rtl="0">
              <a:spcBef>
                <a:spcPts val="0"/>
              </a:spcBef>
              <a:spcAft>
                <a:spcPts val="0"/>
              </a:spcAft>
              <a:buNone/>
            </a:pPr>
            <a:br>
              <a:rPr lang="en" sz="1800" b="0"/>
            </a:br>
            <a:r>
              <a:rPr lang="en" sz="1800" b="1" i="0" u="none" strike="noStrike">
                <a:solidFill>
                  <a:srgbClr val="000000"/>
                </a:solidFill>
                <a:latin typeface="Arial"/>
                <a:ea typeface="Arial"/>
                <a:cs typeface="Arial"/>
                <a:sym typeface="Arial"/>
              </a:rPr>
              <a:t>Warmup 1: </a:t>
            </a:r>
            <a:r>
              <a:rPr lang="en" sz="1800" b="0" i="0" u="none" strike="noStrike">
                <a:solidFill>
                  <a:srgbClr val="000000"/>
                </a:solidFill>
                <a:latin typeface="Arial"/>
                <a:ea typeface="Arial"/>
                <a:cs typeface="Arial"/>
                <a:sym typeface="Arial"/>
              </a:rPr>
              <a:t>Which shapes do you think are most like a mom and her baby? </a:t>
            </a:r>
            <a:endParaRPr sz="1800" b="0"/>
          </a:p>
          <a:p>
            <a:pPr marL="0" lvl="0" indent="0" algn="l" rtl="0">
              <a:spcBef>
                <a:spcPts val="0"/>
              </a:spcBef>
              <a:spcAft>
                <a:spcPts val="0"/>
              </a:spcAft>
              <a:buNone/>
            </a:pPr>
            <a:br>
              <a:rPr lang="en" sz="1800" b="0"/>
            </a:br>
            <a:r>
              <a:rPr lang="en" sz="1800" b="1" i="0" u="none" strike="noStrike">
                <a:solidFill>
                  <a:srgbClr val="000000"/>
                </a:solidFill>
                <a:latin typeface="Arial"/>
                <a:ea typeface="Arial"/>
                <a:cs typeface="Arial"/>
                <a:sym typeface="Arial"/>
              </a:rPr>
              <a:t>Warmup 2: </a:t>
            </a:r>
            <a:r>
              <a:rPr lang="en" sz="1800" b="0" i="0" u="none" strike="noStrike">
                <a:solidFill>
                  <a:srgbClr val="000000"/>
                </a:solidFill>
                <a:latin typeface="Arial"/>
                <a:ea typeface="Arial"/>
                <a:cs typeface="Arial"/>
                <a:sym typeface="Arial"/>
              </a:rPr>
              <a:t>Which shapes do you think are most like two people who don’t know each other? </a:t>
            </a:r>
            <a:endParaRPr sz="1800" b="0"/>
          </a:p>
          <a:p>
            <a:pPr marL="0" lvl="0" indent="0" algn="l" rtl="0">
              <a:spcBef>
                <a:spcPts val="0"/>
              </a:spcBef>
              <a:spcAft>
                <a:spcPts val="0"/>
              </a:spcAft>
              <a:buNone/>
            </a:pPr>
            <a:br>
              <a:rPr lang="en" sz="1800" b="0"/>
            </a:br>
            <a:r>
              <a:rPr lang="en" sz="1800" b="1" i="0" u="none" strike="noStrike">
                <a:solidFill>
                  <a:srgbClr val="000000"/>
                </a:solidFill>
                <a:latin typeface="Arial"/>
                <a:ea typeface="Arial"/>
                <a:cs typeface="Arial"/>
                <a:sym typeface="Arial"/>
              </a:rPr>
              <a:t>Warmup 3: </a:t>
            </a:r>
            <a:r>
              <a:rPr lang="en" sz="1800" b="0" i="0" u="none" strike="noStrike">
                <a:solidFill>
                  <a:srgbClr val="000000"/>
                </a:solidFill>
                <a:latin typeface="Arial"/>
                <a:ea typeface="Arial"/>
                <a:cs typeface="Arial"/>
                <a:sym typeface="Arial"/>
              </a:rPr>
              <a:t>Which shapes do you think are most like friends?</a:t>
            </a:r>
            <a:endParaRPr sz="1800"/>
          </a:p>
          <a:p>
            <a:pPr marL="0" lvl="0" indent="0" algn="l" rtl="0">
              <a:spcBef>
                <a:spcPts val="0"/>
              </a:spcBef>
              <a:spcAft>
                <a:spcPts val="0"/>
              </a:spcAft>
              <a:buNone/>
            </a:pPr>
            <a:endParaRPr sz="1800" b="0" i="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8FB24060-CD73-FB01-E4B0-930AC3FA3AC5}"/>
            </a:ext>
          </a:extLst>
        </p:cNvPr>
        <p:cNvGrpSpPr/>
        <p:nvPr/>
      </p:nvGrpSpPr>
      <p:grpSpPr>
        <a:xfrm>
          <a:off x="0" y="0"/>
          <a:ext cx="0" cy="0"/>
          <a:chOff x="0" y="0"/>
          <a:chExt cx="0" cy="0"/>
        </a:xfrm>
      </p:grpSpPr>
      <p:sp>
        <p:nvSpPr>
          <p:cNvPr id="193" name="Google Shape;193;g2f725bdd42f_0_60:notes">
            <a:extLst>
              <a:ext uri="{FF2B5EF4-FFF2-40B4-BE49-F238E27FC236}">
                <a16:creationId xmlns:a16="http://schemas.microsoft.com/office/drawing/2014/main" id="{F20E43AE-37B6-F6BF-1BE4-3935537BB9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f725bdd42f_0_60:notes">
            <a:extLst>
              <a:ext uri="{FF2B5EF4-FFF2-40B4-BE49-F238E27FC236}">
                <a16:creationId xmlns:a16="http://schemas.microsoft.com/office/drawing/2014/main" id="{B32C57BE-B58D-3F6D-D9B7-ECECA2E9B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0773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Kendall! [click] I am going to tell you a story about him! Kendall feels happy today [click]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090193dd54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090193dd54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090193dd54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090193dd54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And Kendall is still feeling happy today after learning an interesting fact about elephants.</a:t>
            </a:r>
            <a:endParaRPr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f725bdd42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f725bdd42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solidFill>
                  <a:schemeClr val="dk1"/>
                </a:solidFill>
              </a:rPr>
              <a:t>On the way home, Kendall saw a classmate named Cameron. Cameron said “Hey Kendall! How was school today?” </a:t>
            </a:r>
          </a:p>
          <a:p>
            <a:pPr marL="0" lvl="0" indent="0" algn="l" rtl="0">
              <a:spcBef>
                <a:spcPts val="0"/>
              </a:spcBef>
              <a:spcAft>
                <a:spcPts val="0"/>
              </a:spcAft>
              <a:buNone/>
            </a:pPr>
            <a:endParaRPr lang="en-US" sz="1100" dirty="0"/>
          </a:p>
          <a:p>
            <a:pPr marL="0" lvl="0" indent="0" algn="l" rtl="0">
              <a:spcBef>
                <a:spcPts val="0"/>
              </a:spcBef>
              <a:spcAft>
                <a:spcPts val="0"/>
              </a:spcAft>
              <a:buNone/>
            </a:pPr>
            <a:r>
              <a:rPr lang="en-US" sz="1100" dirty="0"/>
              <a:t>Kendall told Cameron about how he learned that elephants move mostly in the morning. </a:t>
            </a:r>
            <a:r>
              <a:rPr lang="en-US" sz="1100" b="1" dirty="0"/>
              <a:t>[click 2x]</a:t>
            </a:r>
          </a:p>
          <a:p>
            <a:pPr marL="0" lvl="0" indent="0" algn="l" rtl="0">
              <a:lnSpc>
                <a:spcPct val="115000"/>
              </a:lnSpc>
              <a:spcBef>
                <a:spcPts val="0"/>
              </a:spcBef>
              <a:spcAft>
                <a:spcPts val="0"/>
              </a:spcAft>
              <a:buClr>
                <a:schemeClr val="dk1"/>
              </a:buClr>
              <a:buSzPts val="1100"/>
              <a:buFont typeface="Arial"/>
              <a:buNone/>
            </a:pPr>
            <a:endParaRPr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f19643013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f19643013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But Kendall did not tell Cameron that he was feeling happy today. </a:t>
            </a:r>
            <a:r>
              <a:rPr lang="en" sz="1200" b="1" dirty="0">
                <a:solidFill>
                  <a:schemeClr val="dk1"/>
                </a:solidFill>
              </a:rPr>
              <a:t>[click 3x]</a:t>
            </a:r>
            <a:endParaRPr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f725bdd42f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f725bdd42f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Then Kendall saw another classmate named Riley. Riley said “Hey Kendall! How was school today?”  Kendall did not tell Riley about how he learned that elephants move mostly in the morning. </a:t>
            </a:r>
            <a:r>
              <a:rPr lang="en" sz="1200" b="1" dirty="0">
                <a:solidFill>
                  <a:schemeClr val="dk1"/>
                </a:solidFill>
              </a:rPr>
              <a:t>[click 2x]</a:t>
            </a:r>
            <a:endParaRPr sz="1200"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f725bdd42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f725bdd42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B</a:t>
            </a:r>
            <a:r>
              <a:rPr lang="en" sz="1200" dirty="0" err="1"/>
              <a:t>ut</a:t>
            </a:r>
            <a:r>
              <a:rPr lang="en" sz="1200" dirty="0"/>
              <a:t> Kendall did tell Riley that he was feeling happy today. </a:t>
            </a:r>
            <a:r>
              <a:rPr lang="en" sz="1200" b="1" dirty="0"/>
              <a:t>[click 2x]</a:t>
            </a:r>
            <a:endParaRPr sz="1200"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0ece795ba5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0ece795ba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Which classmate did Kendall tell about the elephants?</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0ece795ba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0ece795ba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Which classmate did Kendall tell about feeling happy today?</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09622fb5d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g309622fb5d5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09622fb5d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g309622fb5d5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2f196430133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2f19643013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0ece795ba5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0ece795ba5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Who do you think Kendall would want to share candy with? </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0ece795ba5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0ece795ba5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Who do you think Kendall would want to share an ice cream cone with? </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09d30efcf1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09d30efcf1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Later that day, Kendall  went to the playground and met someone who he wanted to be friends with. Do you think Kendall should tell them about feeling happy today or about the elephants?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0ece795ba5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0ece795ba5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After the playground, Kendall saw his friend’s mom in the park! Kendall’s friend’s mom said “Hey Kendall how was school today?” Do you think Kendall should tell her that he’s feeling happy today or about the elephants?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0ece795ba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0ece795ba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Then Kendall saw his mom in the park! Kendall’s mom said “Hey Kendall! How was school today?” Do you think Kendall should tell his mom about feeling happy today or about the elephants?</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f725bdd42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f725bdd42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685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Percy! [click] I am going to tell you a story about him!</a:t>
            </a:r>
            <a:endParaRPr/>
          </a:p>
          <a:p>
            <a:pPr marL="0" lvl="0" indent="0" algn="l" rtl="0">
              <a:spcBef>
                <a:spcPts val="0"/>
              </a:spcBef>
              <a:spcAft>
                <a:spcPts val="0"/>
              </a:spcAft>
              <a:buNone/>
            </a:pPr>
            <a:r>
              <a:rPr lang="en"/>
              <a:t>Percy feels sad today [click] and doesn’t know why</a:t>
            </a:r>
            <a:endParaRPr/>
          </a:p>
        </p:txBody>
      </p:sp>
    </p:spTree>
    <p:extLst>
      <p:ext uri="{BB962C8B-B14F-4D97-AF65-F5344CB8AC3E}">
        <p14:creationId xmlns:p14="http://schemas.microsoft.com/office/powerpoint/2010/main" val="931920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extLst>
      <p:ext uri="{BB962C8B-B14F-4D97-AF65-F5344CB8AC3E}">
        <p14:creationId xmlns:p14="http://schemas.microsoft.com/office/powerpoint/2010/main" val="159573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Percy is still feeling sad, even after he learned an interesting fact about foxes.</a:t>
            </a:r>
            <a:endParaRPr b="1"/>
          </a:p>
        </p:txBody>
      </p:sp>
    </p:spTree>
    <p:extLst>
      <p:ext uri="{BB962C8B-B14F-4D97-AF65-F5344CB8AC3E}">
        <p14:creationId xmlns:p14="http://schemas.microsoft.com/office/powerpoint/2010/main" val="37611727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fcfa7e5489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fcfa7e5489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dirty="0">
                <a:solidFill>
                  <a:schemeClr val="dk1"/>
                </a:solidFill>
              </a:rPr>
              <a:t>While waiting to get on the bus after school, Percy saw a classmate named Orin. Orin said “Hi Percy! How was school today?”</a:t>
            </a:r>
          </a:p>
          <a:p>
            <a:pPr marL="0" lvl="0" indent="0" algn="l" rtl="0">
              <a:lnSpc>
                <a:spcPct val="115000"/>
              </a:lnSpc>
              <a:spcBef>
                <a:spcPts val="0"/>
              </a:spcBef>
              <a:spcAft>
                <a:spcPts val="0"/>
              </a:spcAft>
              <a:buNone/>
            </a:pPr>
            <a:endParaRPr lang="en-US"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Percy told Orin about how he learned that foxes move without making any sounds. </a:t>
            </a:r>
            <a:r>
              <a:rPr lang="en-US" sz="1200" b="1" dirty="0">
                <a:solidFill>
                  <a:schemeClr val="dk1"/>
                </a:solidFill>
              </a:rPr>
              <a:t>[click 2x]</a:t>
            </a: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p:txBody>
      </p:sp>
    </p:spTree>
    <p:extLst>
      <p:ext uri="{BB962C8B-B14F-4D97-AF65-F5344CB8AC3E}">
        <p14:creationId xmlns:p14="http://schemas.microsoft.com/office/powerpoint/2010/main" val="42614672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fcfa7e54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fcfa7e54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Percy did not tell Orin that he was feeling sad today. </a:t>
            </a:r>
            <a:r>
              <a:rPr lang="en" sz="1200" b="1" dirty="0">
                <a:solidFill>
                  <a:schemeClr val="dk1"/>
                </a:solidFill>
              </a:rPr>
              <a:t>[click 3x]</a:t>
            </a:r>
            <a:endParaRPr b="1" dirty="0"/>
          </a:p>
        </p:txBody>
      </p:sp>
    </p:spTree>
    <p:extLst>
      <p:ext uri="{BB962C8B-B14F-4D97-AF65-F5344CB8AC3E}">
        <p14:creationId xmlns:p14="http://schemas.microsoft.com/office/powerpoint/2010/main" val="17167159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090193dd5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090193dd5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Then Percy saw another classmate named Avery. Avery said “Hi Percy! How was school today?” Percy did not tell Avery about how he learned foxes move without making sounds. </a:t>
            </a:r>
            <a:r>
              <a:rPr lang="en" sz="1200" b="1" dirty="0">
                <a:solidFill>
                  <a:schemeClr val="dk1"/>
                </a:solidFill>
              </a:rPr>
              <a:t>[click 3x]</a:t>
            </a:r>
            <a:endParaRPr sz="1200" b="1" dirty="0">
              <a:solidFill>
                <a:schemeClr val="dk1"/>
              </a:solidFill>
            </a:endParaRPr>
          </a:p>
        </p:txBody>
      </p:sp>
    </p:spTree>
    <p:extLst>
      <p:ext uri="{BB962C8B-B14F-4D97-AF65-F5344CB8AC3E}">
        <p14:creationId xmlns:p14="http://schemas.microsoft.com/office/powerpoint/2010/main" val="3357476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fcfa7e5489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fcfa7e5489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B</a:t>
            </a:r>
            <a:r>
              <a:rPr lang="en" sz="1200" dirty="0" err="1">
                <a:solidFill>
                  <a:schemeClr val="dk1"/>
                </a:solidFill>
              </a:rPr>
              <a:t>ut</a:t>
            </a:r>
            <a:r>
              <a:rPr lang="en" sz="1200" dirty="0">
                <a:solidFill>
                  <a:schemeClr val="dk1"/>
                </a:solidFill>
              </a:rPr>
              <a:t> Percy did tell Avery that he was feeling sad today. </a:t>
            </a:r>
            <a:r>
              <a:rPr lang="en" sz="1200" b="1" dirty="0">
                <a:solidFill>
                  <a:schemeClr val="dk1"/>
                </a:solidFill>
              </a:rPr>
              <a:t>[click 2x]</a:t>
            </a:r>
            <a:endParaRPr sz="1200" b="1" dirty="0">
              <a:solidFill>
                <a:schemeClr val="dk1"/>
              </a:solidFill>
            </a:endParaRPr>
          </a:p>
        </p:txBody>
      </p:sp>
    </p:spTree>
    <p:extLst>
      <p:ext uri="{BB962C8B-B14F-4D97-AF65-F5344CB8AC3E}">
        <p14:creationId xmlns:p14="http://schemas.microsoft.com/office/powerpoint/2010/main" val="1502750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0ece795ba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0ece795b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classmate did Percy tell about foxes?</a:t>
            </a:r>
            <a:endParaRPr/>
          </a:p>
        </p:txBody>
      </p:sp>
    </p:spTree>
    <p:extLst>
      <p:ext uri="{BB962C8B-B14F-4D97-AF65-F5344CB8AC3E}">
        <p14:creationId xmlns:p14="http://schemas.microsoft.com/office/powerpoint/2010/main" val="2738948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0ece795ba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0ece795ba5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800" dirty="0"/>
              <a:t>Which classmate did Percy tell about feeling sad today?</a:t>
            </a:r>
            <a:endParaRPr sz="1800" dirty="0"/>
          </a:p>
          <a:p>
            <a:pPr marL="0" lvl="0" indent="0" algn="l" rtl="0">
              <a:spcBef>
                <a:spcPts val="0"/>
              </a:spcBef>
              <a:spcAft>
                <a:spcPts val="0"/>
              </a:spcAft>
              <a:buNone/>
            </a:pPr>
            <a:endParaRPr sz="1800" dirty="0"/>
          </a:p>
        </p:txBody>
      </p:sp>
    </p:spTree>
    <p:extLst>
      <p:ext uri="{BB962C8B-B14F-4D97-AF65-F5344CB8AC3E}">
        <p14:creationId xmlns:p14="http://schemas.microsoft.com/office/powerpoint/2010/main" val="2267818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090193dd54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g3090193dd54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extLst>
      <p:ext uri="{BB962C8B-B14F-4D97-AF65-F5344CB8AC3E}">
        <p14:creationId xmlns:p14="http://schemas.microsoft.com/office/powerpoint/2010/main" val="22225210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090193dd54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090193dd54_0_2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extLst>
      <p:ext uri="{BB962C8B-B14F-4D97-AF65-F5344CB8AC3E}">
        <p14:creationId xmlns:p14="http://schemas.microsoft.com/office/powerpoint/2010/main" val="2982961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fd96758c8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fd96758c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1062205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0ece795ba5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0ece795ba5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Who do you think Percy would want to share candy with?</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p:txBody>
      </p:sp>
    </p:spTree>
    <p:extLst>
      <p:ext uri="{BB962C8B-B14F-4D97-AF65-F5344CB8AC3E}">
        <p14:creationId xmlns:p14="http://schemas.microsoft.com/office/powerpoint/2010/main" val="26547327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0ece795ba5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0ece795ba5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Who do you think Percy would want to share an ice cream cone with? </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p:txBody>
      </p:sp>
    </p:spTree>
    <p:extLst>
      <p:ext uri="{BB962C8B-B14F-4D97-AF65-F5344CB8AC3E}">
        <p14:creationId xmlns:p14="http://schemas.microsoft.com/office/powerpoint/2010/main" val="28912242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09d30efcf1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Later that day, Percy went to the playground and met someone who he wanted to be friends with. Do you think Percy  should tell them about feeling sad today or about </a:t>
            </a:r>
            <a:r>
              <a:rPr lang="en-US" sz="1200" dirty="0" err="1">
                <a:solidFill>
                  <a:schemeClr val="dk1"/>
                </a:solidFill>
              </a:rPr>
              <a:t>th</a:t>
            </a:r>
            <a:r>
              <a:rPr lang="en" sz="1200" dirty="0">
                <a:solidFill>
                  <a:schemeClr val="dk1"/>
                </a:solidFill>
              </a:rPr>
              <a:t>e foxes?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extLst>
      <p:ext uri="{BB962C8B-B14F-4D97-AF65-F5344CB8AC3E}">
        <p14:creationId xmlns:p14="http://schemas.microsoft.com/office/powerpoint/2010/main" val="18731563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0ece795ba5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0ece795ba5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After the playground, Percy saw his friend’s mom in the park! Percy’s friend’s mom said “Hey Percy how was school today?” Do you think Percy should tell her that he’s feeling sad or about </a:t>
            </a:r>
            <a:r>
              <a:rPr lang="en-US" dirty="0" err="1"/>
              <a:t>th</a:t>
            </a:r>
            <a:r>
              <a:rPr lang="en" dirty="0"/>
              <a:t>e foxes?</a:t>
            </a:r>
            <a:endParaRPr dirty="0"/>
          </a:p>
        </p:txBody>
      </p:sp>
    </p:spTree>
    <p:extLst>
      <p:ext uri="{BB962C8B-B14F-4D97-AF65-F5344CB8AC3E}">
        <p14:creationId xmlns:p14="http://schemas.microsoft.com/office/powerpoint/2010/main" val="26614833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0ece795ba5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0ece795ba5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Then Percy saw his mom in the park! Percy’s mom said “Hey Percy! How was school today?” Do you think Percy should tell his mom about feeling sad today or about </a:t>
            </a:r>
            <a:r>
              <a:rPr lang="en-US" dirty="0" err="1"/>
              <a:t>th</a:t>
            </a:r>
            <a:r>
              <a:rPr lang="en" dirty="0"/>
              <a:t>e foxes?</a:t>
            </a:r>
            <a:endParaRPr dirty="0"/>
          </a:p>
        </p:txBody>
      </p:sp>
    </p:spTree>
    <p:extLst>
      <p:ext uri="{BB962C8B-B14F-4D97-AF65-F5344CB8AC3E}">
        <p14:creationId xmlns:p14="http://schemas.microsoft.com/office/powerpoint/2010/main" val="23421792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9" name="Google Shape;549;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image" Target="../media/image21.png"/><Relationship Id="rId5" Type="http://schemas.openxmlformats.org/officeDocument/2006/relationships/image" Target="../media/image6.jp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6.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6.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5.png"/><Relationship Id="rId7"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6.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6.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69" name="Google Shape;169;p32"/>
          <p:cNvSpPr/>
          <p:nvPr/>
        </p:nvSpPr>
        <p:spPr>
          <a:xfrm>
            <a:off x="4652975" y="1038917"/>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0" name="Google Shape;170;p32"/>
          <p:cNvSpPr/>
          <p:nvPr/>
        </p:nvSpPr>
        <p:spPr>
          <a:xfrm>
            <a:off x="3946457" y="1038917"/>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1" name="Google Shape;171;p32"/>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2" name="Google Shape;172;p32"/>
          <p:cNvSpPr/>
          <p:nvPr/>
        </p:nvSpPr>
        <p:spPr>
          <a:xfrm>
            <a:off x="4751702" y="225817"/>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3" name="Google Shape;173;p32"/>
          <p:cNvSpPr/>
          <p:nvPr/>
        </p:nvSpPr>
        <p:spPr>
          <a:xfrm>
            <a:off x="3855193" y="225817"/>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4" name="Google Shape;174;p32"/>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5" name="Google Shape;175;p32"/>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6" name="Google Shape;176;p32"/>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7" name="Google Shape;177;p32"/>
          <p:cNvSpPr/>
          <p:nvPr/>
        </p:nvSpPr>
        <p:spPr>
          <a:xfrm>
            <a:off x="4552173" y="186710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8" name="Google Shape;178;p32"/>
          <p:cNvSpPr/>
          <p:nvPr/>
        </p:nvSpPr>
        <p:spPr>
          <a:xfrm>
            <a:off x="4036155" y="186710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9" name="Google Shape;179;p32"/>
          <p:cNvSpPr/>
          <p:nvPr/>
        </p:nvSpPr>
        <p:spPr>
          <a:xfrm>
            <a:off x="4489307" y="26889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0" name="Google Shape;180;p32"/>
          <p:cNvSpPr/>
          <p:nvPr/>
        </p:nvSpPr>
        <p:spPr>
          <a:xfrm>
            <a:off x="4116164" y="26889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1" name="Google Shape;181;p32"/>
          <p:cNvSpPr/>
          <p:nvPr/>
        </p:nvSpPr>
        <p:spPr>
          <a:xfrm>
            <a:off x="4407803" y="35181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2" name="Google Shape;182;p32"/>
          <p:cNvSpPr/>
          <p:nvPr/>
        </p:nvSpPr>
        <p:spPr>
          <a:xfrm>
            <a:off x="4215635" y="35181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3" name="Google Shape;183;p32"/>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84" name="Google Shape;184;p32"/>
          <p:cNvSpPr/>
          <p:nvPr/>
        </p:nvSpPr>
        <p:spPr>
          <a:xfrm>
            <a:off x="4345059" y="4346244"/>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5" name="Google Shape;185;p32"/>
          <p:cNvSpPr/>
          <p:nvPr/>
        </p:nvSpPr>
        <p:spPr>
          <a:xfrm>
            <a:off x="4263669" y="4346244"/>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95">
          <a:extLst>
            <a:ext uri="{FF2B5EF4-FFF2-40B4-BE49-F238E27FC236}">
              <a16:creationId xmlns:a16="http://schemas.microsoft.com/office/drawing/2014/main" id="{11C86D9F-04D9-2644-EDB7-66F7C4350ED7}"/>
            </a:ext>
          </a:extLst>
        </p:cNvPr>
        <p:cNvGrpSpPr/>
        <p:nvPr/>
      </p:nvGrpSpPr>
      <p:grpSpPr>
        <a:xfrm>
          <a:off x="0" y="0"/>
          <a:ext cx="0" cy="0"/>
          <a:chOff x="0" y="0"/>
          <a:chExt cx="0" cy="0"/>
        </a:xfrm>
      </p:grpSpPr>
      <p:sp>
        <p:nvSpPr>
          <p:cNvPr id="196" name="Google Shape;196;p34">
            <a:extLst>
              <a:ext uri="{FF2B5EF4-FFF2-40B4-BE49-F238E27FC236}">
                <a16:creationId xmlns:a16="http://schemas.microsoft.com/office/drawing/2014/main" id="{97998F94-8A46-07F4-3B1A-B9715984FC73}"/>
              </a:ext>
            </a:extLst>
          </p:cNvPr>
          <p:cNvSpPr txBox="1">
            <a:spLocks noGrp="1"/>
          </p:cNvSpPr>
          <p:nvPr>
            <p:ph type="title"/>
          </p:nvPr>
        </p:nvSpPr>
        <p:spPr>
          <a:xfrm>
            <a:off x="2577600" y="1940250"/>
            <a:ext cx="3988800" cy="63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Happy Condition </a:t>
            </a:r>
            <a:endParaRPr dirty="0"/>
          </a:p>
        </p:txBody>
      </p:sp>
    </p:spTree>
    <p:extLst>
      <p:ext uri="{BB962C8B-B14F-4D97-AF65-F5344CB8AC3E}">
        <p14:creationId xmlns:p14="http://schemas.microsoft.com/office/powerpoint/2010/main" val="3342378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51" descr="A cartoon of a white and purple animal&#10;&#10;Description automatically generated"/>
          <p:cNvPicPr preferRelativeResize="0"/>
          <p:nvPr/>
        </p:nvPicPr>
        <p:blipFill rotWithShape="1">
          <a:blip r:embed="rId3">
            <a:alphaModFix/>
          </a:blip>
          <a:srcRect/>
          <a:stretch/>
        </p:blipFill>
        <p:spPr>
          <a:xfrm>
            <a:off x="3638000" y="1820500"/>
            <a:ext cx="1775900" cy="2168974"/>
          </a:xfrm>
          <a:prstGeom prst="rect">
            <a:avLst/>
          </a:prstGeom>
          <a:noFill/>
          <a:ln>
            <a:noFill/>
          </a:ln>
        </p:spPr>
      </p:pic>
      <p:sp>
        <p:nvSpPr>
          <p:cNvPr id="374" name="Google Shape;374;p51"/>
          <p:cNvSpPr/>
          <p:nvPr/>
        </p:nvSpPr>
        <p:spPr>
          <a:xfrm rot="-5400000">
            <a:off x="4422600" y="26018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1000" fill="hold"/>
                                        <p:tgtEl>
                                          <p:spTgt spid="373"/>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2"/>
          <p:cNvSpPr/>
          <p:nvPr/>
        </p:nvSpPr>
        <p:spPr>
          <a:xfrm>
            <a:off x="4771150" y="1491525"/>
            <a:ext cx="1567800" cy="1161000"/>
          </a:xfrm>
          <a:prstGeom prst="cloud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80" name="Google Shape;380;p52"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381" name="Google Shape;381;p52"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382" name="Google Shape;382;p52"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383" name="Google Shape;383;p52" descr="Elephant | Free Stock Photo | Illustration of an elephant | # 11454"/>
          <p:cNvPicPr preferRelativeResize="0"/>
          <p:nvPr/>
        </p:nvPicPr>
        <p:blipFill>
          <a:blip r:embed="rId6">
            <a:alphaModFix/>
          </a:blip>
          <a:stretch>
            <a:fillRect/>
          </a:stretch>
        </p:blipFill>
        <p:spPr>
          <a:xfrm>
            <a:off x="5096425" y="1717276"/>
            <a:ext cx="917249" cy="7094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53"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389" name="Google Shape;389;p53"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390" name="Google Shape;390;p53"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391" name="Google Shape;391;p53"/>
          <p:cNvSpPr/>
          <p:nvPr/>
        </p:nvSpPr>
        <p:spPr>
          <a:xfrm rot="-5400000">
            <a:off x="4398500" y="286426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57"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sp>
        <p:nvSpPr>
          <p:cNvPr id="429" name="Google Shape;429;p57"/>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30" name="Google Shape;430;p57"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31" name="Google Shape;431;p57"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id="433" name="Google Shape;433;p57" descr="A cartoon character with orange and white face&#10;&#10;Description automatically generated"/>
          <p:cNvPicPr preferRelativeResize="0"/>
          <p:nvPr/>
        </p:nvPicPr>
        <p:blipFill rotWithShape="1">
          <a:blip r:embed="rId5">
            <a:alphaModFix amt="91000"/>
          </a:blip>
          <a:srcRect/>
          <a:stretch/>
        </p:blipFill>
        <p:spPr>
          <a:xfrm>
            <a:off x="4537445" y="2346673"/>
            <a:ext cx="1437410" cy="1755556"/>
          </a:xfrm>
          <a:prstGeom prst="rect">
            <a:avLst/>
          </a:prstGeom>
          <a:noFill/>
          <a:ln>
            <a:noFill/>
          </a:ln>
          <a:effectLst>
            <a:outerShdw blurRad="57150" dist="19050" dir="6840000" algn="bl" rotWithShape="0">
              <a:srgbClr val="000000">
                <a:alpha val="51000"/>
              </a:srgbClr>
            </a:outerShdw>
          </a:effectLst>
        </p:spPr>
      </p:pic>
      <p:pic>
        <p:nvPicPr>
          <p:cNvPr id="2" name="Google Shape;401;p54" descr="Elephant | Free Stock Photo | Illustration of an elephant | # 11454">
            <a:extLst>
              <a:ext uri="{FF2B5EF4-FFF2-40B4-BE49-F238E27FC236}">
                <a16:creationId xmlns:a16="http://schemas.microsoft.com/office/drawing/2014/main" id="{1A88A7EF-B553-7E6D-6272-C38C914A688C}"/>
              </a:ext>
            </a:extLst>
          </p:cNvPr>
          <p:cNvPicPr preferRelativeResize="0"/>
          <p:nvPr/>
        </p:nvPicPr>
        <p:blipFill>
          <a:blip r:embed="rId6">
            <a:alphaModFix/>
          </a:blip>
          <a:stretch>
            <a:fillRect/>
          </a:stretch>
        </p:blipFill>
        <p:spPr>
          <a:xfrm>
            <a:off x="3686250" y="1937888"/>
            <a:ext cx="917249" cy="7094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8"/>
                                        </p:tgtEl>
                                        <p:attrNameLst>
                                          <p:attrName>style.visibility</p:attrName>
                                        </p:attrNameLst>
                                      </p:cBhvr>
                                      <p:to>
                                        <p:strVal val="visible"/>
                                      </p:to>
                                    </p:set>
                                    <p:anim calcmode="lin" valueType="num">
                                      <p:cBhvr additive="base">
                                        <p:cTn id="7" dur="750" fill="hold"/>
                                        <p:tgtEl>
                                          <p:spTgt spid="428"/>
                                        </p:tgtEl>
                                        <p:attrNameLst>
                                          <p:attrName>ppt_x</p:attrName>
                                        </p:attrNameLst>
                                      </p:cBhvr>
                                      <p:tavLst>
                                        <p:tav tm="0">
                                          <p:val>
                                            <p:strVal val="0-#ppt_w/2"/>
                                          </p:val>
                                        </p:tav>
                                        <p:tav tm="100000">
                                          <p:val>
                                            <p:strVal val="#ppt_x"/>
                                          </p:val>
                                        </p:tav>
                                      </p:tavLst>
                                    </p:anim>
                                    <p:anim calcmode="lin" valueType="num">
                                      <p:cBhvr additive="base">
                                        <p:cTn id="8" dur="750" fill="hold"/>
                                        <p:tgtEl>
                                          <p:spTgt spid="4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33"/>
                                        </p:tgtEl>
                                        <p:attrNameLst>
                                          <p:attrName>style.visibility</p:attrName>
                                        </p:attrNameLst>
                                      </p:cBhvr>
                                      <p:to>
                                        <p:strVal val="visible"/>
                                      </p:to>
                                    </p:set>
                                    <p:anim calcmode="lin" valueType="num">
                                      <p:cBhvr additive="base">
                                        <p:cTn id="13" dur="750" fill="hold"/>
                                        <p:tgtEl>
                                          <p:spTgt spid="433"/>
                                        </p:tgtEl>
                                        <p:attrNameLst>
                                          <p:attrName>ppt_x</p:attrName>
                                        </p:attrNameLst>
                                      </p:cBhvr>
                                      <p:tavLst>
                                        <p:tav tm="0">
                                          <p:val>
                                            <p:strVal val="1+#ppt_w/2"/>
                                          </p:val>
                                        </p:tav>
                                        <p:tav tm="100000">
                                          <p:val>
                                            <p:strVal val="#ppt_x"/>
                                          </p:val>
                                        </p:tav>
                                      </p:tavLst>
                                    </p:anim>
                                    <p:anim calcmode="lin" valueType="num">
                                      <p:cBhvr additive="base">
                                        <p:cTn id="14" dur="750" fill="hold"/>
                                        <p:tgtEl>
                                          <p:spTgt spid="4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406" name="Google Shape;406;p55"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sp>
        <p:nvSpPr>
          <p:cNvPr id="408" name="Google Shape;408;p55"/>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09" name="Google Shape;409;p55"/>
          <p:cNvPicPr preferRelativeResize="0"/>
          <p:nvPr/>
        </p:nvPicPr>
        <p:blipFill>
          <a:blip r:embed="rId4">
            <a:alphaModFix/>
          </a:blip>
          <a:stretch>
            <a:fillRect/>
          </a:stretch>
        </p:blipFill>
        <p:spPr>
          <a:xfrm>
            <a:off x="3830100" y="1927538"/>
            <a:ext cx="706850" cy="730174"/>
          </a:xfrm>
          <a:prstGeom prst="rect">
            <a:avLst/>
          </a:prstGeom>
          <a:noFill/>
          <a:ln>
            <a:noFill/>
          </a:ln>
        </p:spPr>
      </p:pic>
      <p:sp>
        <p:nvSpPr>
          <p:cNvPr id="410" name="Google Shape;410;p55"/>
          <p:cNvSpPr/>
          <p:nvPr/>
        </p:nvSpPr>
        <p:spPr>
          <a:xfrm>
            <a:off x="3982415" y="2204060"/>
            <a:ext cx="379200" cy="3765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1" name="Google Shape;411;p55" title="House icon vector clip art | Free SVG"/>
          <p:cNvPicPr preferRelativeResize="0"/>
          <p:nvPr/>
        </p:nvPicPr>
        <p:blipFill>
          <a:blip r:embed="rId5">
            <a:alphaModFix/>
          </a:blip>
          <a:stretch>
            <a:fillRect/>
          </a:stretch>
        </p:blipFill>
        <p:spPr>
          <a:xfrm>
            <a:off x="5880175" y="494425"/>
            <a:ext cx="2414224" cy="2414225"/>
          </a:xfrm>
          <a:prstGeom prst="rect">
            <a:avLst/>
          </a:prstGeom>
          <a:noFill/>
          <a:ln>
            <a:noFill/>
          </a:ln>
        </p:spPr>
      </p:pic>
      <p:pic>
        <p:nvPicPr>
          <p:cNvPr id="412" name="Google Shape;412;p55" title="House icon vector clip art | Free SVG"/>
          <p:cNvPicPr preferRelativeResize="0"/>
          <p:nvPr/>
        </p:nvPicPr>
        <p:blipFill>
          <a:blip r:embed="rId5">
            <a:alphaModFix/>
          </a:blip>
          <a:stretch>
            <a:fillRect/>
          </a:stretch>
        </p:blipFill>
        <p:spPr>
          <a:xfrm>
            <a:off x="619375" y="410250"/>
            <a:ext cx="2414225" cy="2414225"/>
          </a:xfrm>
          <a:prstGeom prst="rect">
            <a:avLst/>
          </a:prstGeom>
          <a:noFill/>
          <a:ln>
            <a:noFill/>
          </a:ln>
        </p:spPr>
      </p:pic>
      <p:pic>
        <p:nvPicPr>
          <p:cNvPr id="3" name="Google Shape;433;p57" descr="A cartoon character with orange and white face&#10;&#10;Description automatically generated">
            <a:extLst>
              <a:ext uri="{FF2B5EF4-FFF2-40B4-BE49-F238E27FC236}">
                <a16:creationId xmlns:a16="http://schemas.microsoft.com/office/drawing/2014/main" id="{C969C482-3DCB-BB09-9C9B-DE8C79BC6E71}"/>
              </a:ext>
            </a:extLst>
          </p:cNvPr>
          <p:cNvPicPr preferRelativeResize="0"/>
          <p:nvPr/>
        </p:nvPicPr>
        <p:blipFill rotWithShape="1">
          <a:blip r:embed="rId6">
            <a:alphaModFix amt="91000"/>
          </a:blip>
          <a:srcRect/>
          <a:stretch/>
        </p:blipFill>
        <p:spPr>
          <a:xfrm>
            <a:off x="4537445" y="2346673"/>
            <a:ext cx="1437410" cy="1755556"/>
          </a:xfrm>
          <a:prstGeom prst="rect">
            <a:avLst/>
          </a:prstGeom>
          <a:noFill/>
          <a:ln>
            <a:noFill/>
          </a:ln>
          <a:effectLst>
            <a:outerShdw blurRad="57150" dist="19050" dir="6840000" algn="bl" rotWithShape="0">
              <a:srgbClr val="000000">
                <a:alpha val="51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56"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sp>
        <p:nvSpPr>
          <p:cNvPr id="418" name="Google Shape;418;p56"/>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9" name="Google Shape;419;p56"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20" name="Google Shape;420;p56"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id="421" name="Google Shape;421;p56" descr="Elephant | Free Stock Photo | Illustration of an elephant | # 11454"/>
          <p:cNvPicPr preferRelativeResize="0"/>
          <p:nvPr/>
        </p:nvPicPr>
        <p:blipFill>
          <a:blip r:embed="rId5">
            <a:alphaModFix/>
          </a:blip>
          <a:stretch>
            <a:fillRect/>
          </a:stretch>
        </p:blipFill>
        <p:spPr>
          <a:xfrm>
            <a:off x="3686250" y="1937888"/>
            <a:ext cx="917249" cy="709482"/>
          </a:xfrm>
          <a:prstGeom prst="rect">
            <a:avLst/>
          </a:prstGeom>
          <a:noFill/>
          <a:ln>
            <a:noFill/>
          </a:ln>
        </p:spPr>
      </p:pic>
      <p:sp>
        <p:nvSpPr>
          <p:cNvPr id="422" name="Google Shape;422;p56"/>
          <p:cNvSpPr/>
          <p:nvPr/>
        </p:nvSpPr>
        <p:spPr>
          <a:xfrm>
            <a:off x="3861375" y="2060275"/>
            <a:ext cx="567000" cy="5685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Google Shape;397;p54" descr="A cartoon character with orange and white face&#10;&#10;Description automatically generated">
            <a:extLst>
              <a:ext uri="{FF2B5EF4-FFF2-40B4-BE49-F238E27FC236}">
                <a16:creationId xmlns:a16="http://schemas.microsoft.com/office/drawing/2014/main" id="{FF37E6EE-0DC6-901E-26E5-A10DB8D94E65}"/>
              </a:ext>
            </a:extLst>
          </p:cNvPr>
          <p:cNvPicPr preferRelativeResize="0"/>
          <p:nvPr/>
        </p:nvPicPr>
        <p:blipFill rotWithShape="1">
          <a:blip r:embed="rId6">
            <a:alphaModFix/>
          </a:blip>
          <a:srcRect/>
          <a:stretch/>
        </p:blipFill>
        <p:spPr>
          <a:xfrm>
            <a:off x="4431371" y="2299171"/>
            <a:ext cx="1437410" cy="18505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6" name="Google Shape;396;p54"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sp>
        <p:nvSpPr>
          <p:cNvPr id="398" name="Google Shape;398;p54"/>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99" name="Google Shape;399;p54"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00" name="Google Shape;400;p54"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id="2" name="Google Shape;409;p55">
            <a:extLst>
              <a:ext uri="{FF2B5EF4-FFF2-40B4-BE49-F238E27FC236}">
                <a16:creationId xmlns:a16="http://schemas.microsoft.com/office/drawing/2014/main" id="{FC072FC3-AC0C-F303-59CE-77ECF77E9DE9}"/>
              </a:ext>
            </a:extLst>
          </p:cNvPr>
          <p:cNvPicPr preferRelativeResize="0"/>
          <p:nvPr/>
        </p:nvPicPr>
        <p:blipFill>
          <a:blip r:embed="rId5">
            <a:alphaModFix/>
          </a:blip>
          <a:stretch>
            <a:fillRect/>
          </a:stretch>
        </p:blipFill>
        <p:spPr>
          <a:xfrm>
            <a:off x="3830100" y="1927538"/>
            <a:ext cx="706850" cy="730174"/>
          </a:xfrm>
          <a:prstGeom prst="rect">
            <a:avLst/>
          </a:prstGeom>
          <a:noFill/>
          <a:ln>
            <a:noFill/>
          </a:ln>
        </p:spPr>
      </p:pic>
      <p:pic>
        <p:nvPicPr>
          <p:cNvPr id="3" name="Google Shape;397;p54" descr="A cartoon character with orange and white face&#10;&#10;Description automatically generated">
            <a:extLst>
              <a:ext uri="{FF2B5EF4-FFF2-40B4-BE49-F238E27FC236}">
                <a16:creationId xmlns:a16="http://schemas.microsoft.com/office/drawing/2014/main" id="{76AC8FEE-E567-1937-8FB9-67BB86AF73C6}"/>
              </a:ext>
            </a:extLst>
          </p:cNvPr>
          <p:cNvPicPr preferRelativeResize="0"/>
          <p:nvPr/>
        </p:nvPicPr>
        <p:blipFill rotWithShape="1">
          <a:blip r:embed="rId6">
            <a:alphaModFix/>
          </a:blip>
          <a:srcRect/>
          <a:stretch/>
        </p:blipFill>
        <p:spPr>
          <a:xfrm>
            <a:off x="4326551" y="2346673"/>
            <a:ext cx="1491908" cy="18512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pic>
        <p:nvPicPr>
          <p:cNvPr id="438" name="Google Shape;438;p58"/>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439" name="Google Shape;439;p58" descr="Elephant | Free Stock Photo | Illustration of an elephant | # 11454"/>
          <p:cNvPicPr preferRelativeResize="0"/>
          <p:nvPr/>
        </p:nvPicPr>
        <p:blipFill>
          <a:blip r:embed="rId4">
            <a:alphaModFix/>
          </a:blip>
          <a:stretch>
            <a:fillRect/>
          </a:stretch>
        </p:blipFill>
        <p:spPr>
          <a:xfrm>
            <a:off x="3680300" y="2969225"/>
            <a:ext cx="1380351" cy="1067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59"/>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445" name="Google Shape;445;p59"/>
          <p:cNvPicPr preferRelativeResize="0"/>
          <p:nvPr/>
        </p:nvPicPr>
        <p:blipFill>
          <a:blip r:embed="rId4">
            <a:alphaModFix/>
          </a:blip>
          <a:stretch>
            <a:fillRect/>
          </a:stretch>
        </p:blipFill>
        <p:spPr>
          <a:xfrm>
            <a:off x="3876675" y="2966925"/>
            <a:ext cx="1026900" cy="10607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3" name="Google Shape;473;p61"/>
          <p:cNvSpPr/>
          <p:nvPr/>
        </p:nvSpPr>
        <p:spPr>
          <a:xfrm>
            <a:off x="4652975" y="1048605"/>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4" name="Google Shape;474;p61"/>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5" name="Google Shape;475;p61"/>
          <p:cNvSpPr/>
          <p:nvPr/>
        </p:nvSpPr>
        <p:spPr>
          <a:xfrm>
            <a:off x="4751702" y="225817"/>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6" name="Google Shape;476;p61"/>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7" name="Google Shape;477;p61"/>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8" name="Google Shape;478;p61"/>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9" name="Google Shape;479;p61"/>
          <p:cNvSpPr/>
          <p:nvPr/>
        </p:nvSpPr>
        <p:spPr>
          <a:xfrm>
            <a:off x="4552173" y="1867106"/>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0" name="Google Shape;480;p61"/>
          <p:cNvSpPr/>
          <p:nvPr/>
        </p:nvSpPr>
        <p:spPr>
          <a:xfrm>
            <a:off x="4489307" y="2688926"/>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1" name="Google Shape;481;p61"/>
          <p:cNvSpPr/>
          <p:nvPr/>
        </p:nvSpPr>
        <p:spPr>
          <a:xfrm>
            <a:off x="4407803" y="3518126"/>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2" name="Google Shape;482;p61"/>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83" name="Google Shape;483;p61"/>
          <p:cNvSpPr/>
          <p:nvPr/>
        </p:nvSpPr>
        <p:spPr>
          <a:xfrm>
            <a:off x="4345059" y="4346244"/>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4" name="Google Shape;484;p61"/>
          <p:cNvSpPr/>
          <p:nvPr/>
        </p:nvSpPr>
        <p:spPr>
          <a:xfrm>
            <a:off x="3866000" y="21945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5" name="Google Shape;485;p61"/>
          <p:cNvSpPr/>
          <p:nvPr/>
        </p:nvSpPr>
        <p:spPr>
          <a:xfrm>
            <a:off x="3947500" y="104860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6" name="Google Shape;486;p61"/>
          <p:cNvSpPr/>
          <p:nvPr/>
        </p:nvSpPr>
        <p:spPr>
          <a:xfrm>
            <a:off x="4036150" y="1871738"/>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7" name="Google Shape;487;p61"/>
          <p:cNvSpPr/>
          <p:nvPr/>
        </p:nvSpPr>
        <p:spPr>
          <a:xfrm>
            <a:off x="4111175" y="269566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8" name="Google Shape;488;p61"/>
          <p:cNvSpPr/>
          <p:nvPr/>
        </p:nvSpPr>
        <p:spPr>
          <a:xfrm>
            <a:off x="4209900" y="3524675"/>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9" name="Google Shape;489;p61"/>
          <p:cNvSpPr/>
          <p:nvPr/>
        </p:nvSpPr>
        <p:spPr>
          <a:xfrm>
            <a:off x="4253125" y="434431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0"/>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1" name="Google Shape;451;p60"/>
          <p:cNvSpPr/>
          <p:nvPr/>
        </p:nvSpPr>
        <p:spPr>
          <a:xfrm>
            <a:off x="4652975" y="1048605"/>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2" name="Google Shape;452;p60"/>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3" name="Google Shape;453;p60"/>
          <p:cNvSpPr/>
          <p:nvPr/>
        </p:nvSpPr>
        <p:spPr>
          <a:xfrm>
            <a:off x="4751702" y="225817"/>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4" name="Google Shape;454;p60"/>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5" name="Google Shape;455;p60"/>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6" name="Google Shape;456;p60"/>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7" name="Google Shape;457;p60"/>
          <p:cNvSpPr/>
          <p:nvPr/>
        </p:nvSpPr>
        <p:spPr>
          <a:xfrm>
            <a:off x="4552173" y="1867106"/>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8" name="Google Shape;458;p60"/>
          <p:cNvSpPr/>
          <p:nvPr/>
        </p:nvSpPr>
        <p:spPr>
          <a:xfrm>
            <a:off x="4489307" y="2688926"/>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9" name="Google Shape;459;p60"/>
          <p:cNvSpPr/>
          <p:nvPr/>
        </p:nvSpPr>
        <p:spPr>
          <a:xfrm>
            <a:off x="4407803" y="3518126"/>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0" name="Google Shape;460;p60"/>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61" name="Google Shape;461;p60"/>
          <p:cNvSpPr/>
          <p:nvPr/>
        </p:nvSpPr>
        <p:spPr>
          <a:xfrm>
            <a:off x="4345059" y="4346244"/>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2" name="Google Shape;462;p60"/>
          <p:cNvSpPr/>
          <p:nvPr/>
        </p:nvSpPr>
        <p:spPr>
          <a:xfrm>
            <a:off x="3866000" y="21945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3" name="Google Shape;463;p60"/>
          <p:cNvSpPr/>
          <p:nvPr/>
        </p:nvSpPr>
        <p:spPr>
          <a:xfrm>
            <a:off x="3947500" y="104860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4" name="Google Shape;464;p60"/>
          <p:cNvSpPr/>
          <p:nvPr/>
        </p:nvSpPr>
        <p:spPr>
          <a:xfrm>
            <a:off x="4036150" y="1871738"/>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5" name="Google Shape;465;p60"/>
          <p:cNvSpPr/>
          <p:nvPr/>
        </p:nvSpPr>
        <p:spPr>
          <a:xfrm>
            <a:off x="4111175" y="269566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6" name="Google Shape;466;p60"/>
          <p:cNvSpPr/>
          <p:nvPr/>
        </p:nvSpPr>
        <p:spPr>
          <a:xfrm>
            <a:off x="4209900" y="3524675"/>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7" name="Google Shape;467;p60"/>
          <p:cNvSpPr/>
          <p:nvPr/>
        </p:nvSpPr>
        <p:spPr>
          <a:xfrm>
            <a:off x="4253125" y="434431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494" name="Google Shape;494;p62" descr="A cartoon character with orange and white face&#10;&#10;Description automatically generated"/>
          <p:cNvPicPr preferRelativeResize="0"/>
          <p:nvPr/>
        </p:nvPicPr>
        <p:blipFill rotWithShape="1">
          <a:blip r:embed="rId3">
            <a:alphaModFix amt="91000"/>
          </a:blip>
          <a:srcRect/>
          <a:stretch/>
        </p:blipFill>
        <p:spPr>
          <a:xfrm>
            <a:off x="2170522" y="1954160"/>
            <a:ext cx="1408018" cy="1719650"/>
          </a:xfrm>
          <a:prstGeom prst="rect">
            <a:avLst/>
          </a:prstGeom>
          <a:noFill/>
          <a:ln>
            <a:noFill/>
          </a:ln>
          <a:effectLst>
            <a:outerShdw blurRad="57150" dist="19050" dir="6840000" algn="bl" rotWithShape="0">
              <a:srgbClr val="000000">
                <a:alpha val="51000"/>
              </a:srgbClr>
            </a:outerShdw>
          </a:effectLst>
        </p:spPr>
      </p:pic>
      <p:sp>
        <p:nvSpPr>
          <p:cNvPr id="495" name="Google Shape;495;p62"/>
          <p:cNvSpPr txBox="1"/>
          <p:nvPr/>
        </p:nvSpPr>
        <p:spPr>
          <a:xfrm>
            <a:off x="2334250" y="927250"/>
            <a:ext cx="4108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Who do you think is a better friend?</a:t>
            </a:r>
            <a:endParaRPr sz="1800">
              <a:solidFill>
                <a:schemeClr val="dk2"/>
              </a:solidFill>
            </a:endParaRPr>
          </a:p>
        </p:txBody>
      </p:sp>
      <p:pic>
        <p:nvPicPr>
          <p:cNvPr id="496" name="Google Shape;496;p62" descr="A cartoon character with orange and white face&#10;&#10;Description automatically generated"/>
          <p:cNvPicPr preferRelativeResize="0"/>
          <p:nvPr/>
        </p:nvPicPr>
        <p:blipFill rotWithShape="1">
          <a:blip r:embed="rId4">
            <a:alphaModFix/>
          </a:blip>
          <a:srcRect/>
          <a:stretch/>
        </p:blipFill>
        <p:spPr>
          <a:xfrm>
            <a:off x="5034725" y="1954150"/>
            <a:ext cx="1408025" cy="17196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64" descr="A cartoon character with orange and white face&#10;&#10;Description automatically generated"/>
          <p:cNvPicPr preferRelativeResize="0"/>
          <p:nvPr/>
        </p:nvPicPr>
        <p:blipFill rotWithShape="1">
          <a:blip r:embed="rId3">
            <a:alphaModFix amt="91000"/>
          </a:blip>
          <a:srcRect/>
          <a:stretch/>
        </p:blipFill>
        <p:spPr>
          <a:xfrm>
            <a:off x="2208256" y="2080925"/>
            <a:ext cx="1408018" cy="1719650"/>
          </a:xfrm>
          <a:prstGeom prst="rect">
            <a:avLst/>
          </a:prstGeom>
          <a:noFill/>
          <a:ln>
            <a:noFill/>
          </a:ln>
          <a:effectLst>
            <a:outerShdw blurRad="57150" dist="19050" dir="6840000" algn="bl" rotWithShape="0">
              <a:srgbClr val="000000">
                <a:alpha val="51000"/>
              </a:srgbClr>
            </a:outerShdw>
          </a:effectLst>
        </p:spPr>
      </p:pic>
      <p:pic>
        <p:nvPicPr>
          <p:cNvPr id="509" name="Google Shape;509;p64" descr="A cartoon character with orange and white face&#10;&#10;Description automatically generated"/>
          <p:cNvPicPr preferRelativeResize="0"/>
          <p:nvPr/>
        </p:nvPicPr>
        <p:blipFill rotWithShape="1">
          <a:blip r:embed="rId4">
            <a:alphaModFix/>
          </a:blip>
          <a:srcRect/>
          <a:stretch/>
        </p:blipFill>
        <p:spPr>
          <a:xfrm>
            <a:off x="5527719" y="2080915"/>
            <a:ext cx="1408025" cy="1719660"/>
          </a:xfrm>
          <a:prstGeom prst="rect">
            <a:avLst/>
          </a:prstGeom>
          <a:noFill/>
          <a:ln>
            <a:noFill/>
          </a:ln>
        </p:spPr>
      </p:pic>
      <p:pic>
        <p:nvPicPr>
          <p:cNvPr id="510" name="Google Shape;510;p64" descr="Foffee collection | Free SVG"/>
          <p:cNvPicPr preferRelativeResize="0"/>
          <p:nvPr/>
        </p:nvPicPr>
        <p:blipFill>
          <a:blip r:embed="rId5">
            <a:alphaModFix/>
          </a:blip>
          <a:stretch>
            <a:fillRect/>
          </a:stretch>
        </p:blipFill>
        <p:spPr>
          <a:xfrm>
            <a:off x="3921062" y="2289808"/>
            <a:ext cx="1301876" cy="1301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63" descr="A cartoon character with orange and white face&#10;&#10;Description automatically generated"/>
          <p:cNvPicPr preferRelativeResize="0"/>
          <p:nvPr/>
        </p:nvPicPr>
        <p:blipFill rotWithShape="1">
          <a:blip r:embed="rId3">
            <a:alphaModFix amt="91000"/>
          </a:blip>
          <a:srcRect/>
          <a:stretch/>
        </p:blipFill>
        <p:spPr>
          <a:xfrm>
            <a:off x="2144025" y="1988152"/>
            <a:ext cx="1408018" cy="1719650"/>
          </a:xfrm>
          <a:prstGeom prst="rect">
            <a:avLst/>
          </a:prstGeom>
          <a:noFill/>
          <a:ln>
            <a:noFill/>
          </a:ln>
          <a:effectLst>
            <a:outerShdw blurRad="57150" dist="19050" dir="6840000" algn="bl" rotWithShape="0">
              <a:srgbClr val="000000">
                <a:alpha val="51000"/>
              </a:srgbClr>
            </a:outerShdw>
          </a:effectLst>
        </p:spPr>
      </p:pic>
      <p:pic>
        <p:nvPicPr>
          <p:cNvPr id="502" name="Google Shape;502;p63" descr="A cartoon character with orange and white face&#10;&#10;Description automatically generated"/>
          <p:cNvPicPr preferRelativeResize="0"/>
          <p:nvPr/>
        </p:nvPicPr>
        <p:blipFill rotWithShape="1">
          <a:blip r:embed="rId4">
            <a:alphaModFix/>
          </a:blip>
          <a:srcRect/>
          <a:stretch/>
        </p:blipFill>
        <p:spPr>
          <a:xfrm>
            <a:off x="5376675" y="1988142"/>
            <a:ext cx="1408025" cy="1719660"/>
          </a:xfrm>
          <a:prstGeom prst="rect">
            <a:avLst/>
          </a:prstGeom>
          <a:noFill/>
          <a:ln>
            <a:noFill/>
          </a:ln>
        </p:spPr>
      </p:pic>
      <p:pic>
        <p:nvPicPr>
          <p:cNvPr id="503" name="Google Shape;503;p63" descr="Vanilla ice cream in cone vector image | Free SVG"/>
          <p:cNvPicPr preferRelativeResize="0"/>
          <p:nvPr/>
        </p:nvPicPr>
        <p:blipFill>
          <a:blip r:embed="rId5">
            <a:alphaModFix/>
          </a:blip>
          <a:stretch>
            <a:fillRect/>
          </a:stretch>
        </p:blipFill>
        <p:spPr>
          <a:xfrm>
            <a:off x="3718298" y="2393493"/>
            <a:ext cx="1609350" cy="1609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65" title="Playground Slide2 | Free SVG"/>
          <p:cNvPicPr preferRelativeResize="0"/>
          <p:nvPr/>
        </p:nvPicPr>
        <p:blipFill>
          <a:blip r:embed="rId3">
            <a:alphaModFix/>
          </a:blip>
          <a:stretch>
            <a:fillRect/>
          </a:stretch>
        </p:blipFill>
        <p:spPr>
          <a:xfrm flipH="1">
            <a:off x="138100" y="379150"/>
            <a:ext cx="2597700" cy="2597700"/>
          </a:xfrm>
          <a:prstGeom prst="rect">
            <a:avLst/>
          </a:prstGeom>
          <a:noFill/>
          <a:ln>
            <a:noFill/>
          </a:ln>
        </p:spPr>
      </p:pic>
      <p:pic>
        <p:nvPicPr>
          <p:cNvPr id="516" name="Google Shape;516;p65" title="Public Domain Clip Art Image | Sandbox | ID: 13932766213513 ..."/>
          <p:cNvPicPr preferRelativeResize="0"/>
          <p:nvPr/>
        </p:nvPicPr>
        <p:blipFill>
          <a:blip r:embed="rId4">
            <a:alphaModFix/>
          </a:blip>
          <a:stretch>
            <a:fillRect/>
          </a:stretch>
        </p:blipFill>
        <p:spPr>
          <a:xfrm rot="-447145">
            <a:off x="3828550" y="2817775"/>
            <a:ext cx="3875828" cy="1262275"/>
          </a:xfrm>
          <a:prstGeom prst="rect">
            <a:avLst/>
          </a:prstGeom>
          <a:noFill/>
          <a:ln>
            <a:noFill/>
          </a:ln>
        </p:spPr>
      </p:pic>
      <p:sp>
        <p:nvSpPr>
          <p:cNvPr id="517" name="Google Shape;517;p65"/>
          <p:cNvSpPr/>
          <p:nvPr/>
        </p:nvSpPr>
        <p:spPr>
          <a:xfrm>
            <a:off x="3478975" y="1718550"/>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18" name="Google Shape;518;p65" descr="A cartoon of a white and purple animal&#10;&#10;Description automatically generated"/>
          <p:cNvPicPr preferRelativeResize="0"/>
          <p:nvPr/>
        </p:nvPicPr>
        <p:blipFill rotWithShape="1">
          <a:blip r:embed="rId5">
            <a:alphaModFix/>
          </a:blip>
          <a:srcRect/>
          <a:stretch/>
        </p:blipFill>
        <p:spPr>
          <a:xfrm>
            <a:off x="7511700" y="2253550"/>
            <a:ext cx="1487350" cy="1816549"/>
          </a:xfrm>
          <a:prstGeom prst="rect">
            <a:avLst/>
          </a:prstGeom>
          <a:noFill/>
          <a:ln>
            <a:noFill/>
          </a:ln>
        </p:spPr>
      </p:pic>
      <p:sp>
        <p:nvSpPr>
          <p:cNvPr id="519" name="Google Shape;519;p65"/>
          <p:cNvSpPr/>
          <p:nvPr/>
        </p:nvSpPr>
        <p:spPr>
          <a:xfrm flipH="1">
            <a:off x="2059563" y="1736409"/>
            <a:ext cx="1243201" cy="773828"/>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20" name="Google Shape;520;p65" descr="A cartoon of a white and purple animal&#10;&#10;Description automatically generated"/>
          <p:cNvPicPr preferRelativeResize="0"/>
          <p:nvPr/>
        </p:nvPicPr>
        <p:blipFill rotWithShape="1">
          <a:blip r:embed="rId6">
            <a:alphaModFix/>
          </a:blip>
          <a:srcRect/>
          <a:stretch/>
        </p:blipFill>
        <p:spPr>
          <a:xfrm>
            <a:off x="2556516" y="2346673"/>
            <a:ext cx="1437410" cy="1755556"/>
          </a:xfrm>
          <a:prstGeom prst="rect">
            <a:avLst/>
          </a:prstGeom>
          <a:noFill/>
          <a:ln>
            <a:noFill/>
          </a:ln>
        </p:spPr>
      </p:pic>
      <p:pic>
        <p:nvPicPr>
          <p:cNvPr id="521" name="Google Shape;521;p65"/>
          <p:cNvPicPr preferRelativeResize="0"/>
          <p:nvPr/>
        </p:nvPicPr>
        <p:blipFill>
          <a:blip r:embed="rId7">
            <a:alphaModFix/>
          </a:blip>
          <a:stretch>
            <a:fillRect/>
          </a:stretch>
        </p:blipFill>
        <p:spPr>
          <a:xfrm>
            <a:off x="3747150" y="1780063"/>
            <a:ext cx="706850" cy="730174"/>
          </a:xfrm>
          <a:prstGeom prst="rect">
            <a:avLst/>
          </a:prstGeom>
          <a:noFill/>
          <a:ln>
            <a:noFill/>
          </a:ln>
        </p:spPr>
      </p:pic>
      <p:pic>
        <p:nvPicPr>
          <p:cNvPr id="522" name="Google Shape;522;p65" descr="Elephant | Free Stock Photo | Illustration of an elephant | # 11454"/>
          <p:cNvPicPr preferRelativeResize="0"/>
          <p:nvPr/>
        </p:nvPicPr>
        <p:blipFill>
          <a:blip r:embed="rId8">
            <a:alphaModFix/>
          </a:blip>
          <a:stretch>
            <a:fillRect/>
          </a:stretch>
        </p:blipFill>
        <p:spPr>
          <a:xfrm>
            <a:off x="2222538" y="1780063"/>
            <a:ext cx="917249" cy="7094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0"/>
                                        </p:tgtEl>
                                        <p:attrNameLst>
                                          <p:attrName>style.visibility</p:attrName>
                                        </p:attrNameLst>
                                      </p:cBhvr>
                                      <p:to>
                                        <p:strVal val="visible"/>
                                      </p:to>
                                    </p:set>
                                    <p:anim calcmode="lin" valueType="num">
                                      <p:cBhvr additive="base">
                                        <p:cTn id="7" dur="1800"/>
                                        <p:tgtEl>
                                          <p:spTgt spid="52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18"/>
                                        </p:tgtEl>
                                        <p:attrNameLst>
                                          <p:attrName>style.visibility</p:attrName>
                                        </p:attrNameLst>
                                      </p:cBhvr>
                                      <p:to>
                                        <p:strVal val="visible"/>
                                      </p:to>
                                    </p:set>
                                    <p:anim calcmode="lin" valueType="num">
                                      <p:cBhvr additive="base">
                                        <p:cTn id="12" dur="1700"/>
                                        <p:tgtEl>
                                          <p:spTgt spid="51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67" descr="A cartoon of a white and purple animal&#10;&#10;Description automatically generated"/>
          <p:cNvPicPr preferRelativeResize="0"/>
          <p:nvPr/>
        </p:nvPicPr>
        <p:blipFill rotWithShape="1">
          <a:blip r:embed="rId3">
            <a:alphaModFix/>
          </a:blip>
          <a:srcRect l="10180" r="-10180"/>
          <a:stretch/>
        </p:blipFill>
        <p:spPr>
          <a:xfrm>
            <a:off x="2353816" y="2234048"/>
            <a:ext cx="1437410" cy="1755556"/>
          </a:xfrm>
          <a:prstGeom prst="rect">
            <a:avLst/>
          </a:prstGeom>
          <a:noFill/>
          <a:ln>
            <a:noFill/>
          </a:ln>
        </p:spPr>
      </p:pic>
      <p:pic>
        <p:nvPicPr>
          <p:cNvPr id="540" name="Google Shape;540;p67" descr="A cartoon of a white and purple animal&#10;&#10;Description automatically generated"/>
          <p:cNvPicPr preferRelativeResize="0"/>
          <p:nvPr/>
        </p:nvPicPr>
        <p:blipFill rotWithShape="1">
          <a:blip r:embed="rId4">
            <a:alphaModFix/>
          </a:blip>
          <a:srcRect t="-2250" b="2250"/>
          <a:stretch/>
        </p:blipFill>
        <p:spPr>
          <a:xfrm>
            <a:off x="4776950" y="1531500"/>
            <a:ext cx="2049525" cy="2503151"/>
          </a:xfrm>
          <a:prstGeom prst="rect">
            <a:avLst/>
          </a:prstGeom>
          <a:noFill/>
          <a:ln>
            <a:noFill/>
          </a:ln>
        </p:spPr>
      </p:pic>
      <p:pic>
        <p:nvPicPr>
          <p:cNvPr id="541" name="Google Shape;541;p67" descr="Small Trees | Free SVG"/>
          <p:cNvPicPr preferRelativeResize="0"/>
          <p:nvPr/>
        </p:nvPicPr>
        <p:blipFill>
          <a:blip r:embed="rId5">
            <a:alphaModFix/>
          </a:blip>
          <a:stretch>
            <a:fillRect/>
          </a:stretch>
        </p:blipFill>
        <p:spPr>
          <a:xfrm>
            <a:off x="100675" y="259775"/>
            <a:ext cx="2044400" cy="2044400"/>
          </a:xfrm>
          <a:prstGeom prst="rect">
            <a:avLst/>
          </a:prstGeom>
          <a:noFill/>
          <a:ln>
            <a:noFill/>
          </a:ln>
        </p:spPr>
      </p:pic>
      <p:pic>
        <p:nvPicPr>
          <p:cNvPr id="542" name="Google Shape;542;p67" descr="Small Trees | Free SVG"/>
          <p:cNvPicPr preferRelativeResize="0"/>
          <p:nvPr/>
        </p:nvPicPr>
        <p:blipFill>
          <a:blip r:embed="rId5">
            <a:alphaModFix/>
          </a:blip>
          <a:stretch>
            <a:fillRect/>
          </a:stretch>
        </p:blipFill>
        <p:spPr>
          <a:xfrm>
            <a:off x="6998250" y="389650"/>
            <a:ext cx="2044399" cy="2044400"/>
          </a:xfrm>
          <a:prstGeom prst="rect">
            <a:avLst/>
          </a:prstGeom>
          <a:noFill/>
          <a:ln>
            <a:noFill/>
          </a:ln>
        </p:spPr>
      </p:pic>
      <p:sp>
        <p:nvSpPr>
          <p:cNvPr id="543" name="Google Shape;543;p67"/>
          <p:cNvSpPr/>
          <p:nvPr/>
        </p:nvSpPr>
        <p:spPr>
          <a:xfrm>
            <a:off x="2893375" y="1648700"/>
            <a:ext cx="119345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67"/>
          <p:cNvSpPr/>
          <p:nvPr/>
        </p:nvSpPr>
        <p:spPr>
          <a:xfrm flipH="1">
            <a:off x="1529900" y="1648700"/>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45" name="Google Shape;545;p67" descr="Elephant | Free Stock Photo | Illustration of an elephant | # 11454"/>
          <p:cNvPicPr preferRelativeResize="0"/>
          <p:nvPr/>
        </p:nvPicPr>
        <p:blipFill>
          <a:blip r:embed="rId6">
            <a:alphaModFix/>
          </a:blip>
          <a:stretch>
            <a:fillRect/>
          </a:stretch>
        </p:blipFill>
        <p:spPr>
          <a:xfrm>
            <a:off x="1727404" y="1700309"/>
            <a:ext cx="917249" cy="709482"/>
          </a:xfrm>
          <a:prstGeom prst="rect">
            <a:avLst/>
          </a:prstGeom>
          <a:noFill/>
          <a:ln>
            <a:noFill/>
          </a:ln>
        </p:spPr>
      </p:pic>
      <p:pic>
        <p:nvPicPr>
          <p:cNvPr id="546" name="Google Shape;546;p67"/>
          <p:cNvPicPr preferRelativeResize="0"/>
          <p:nvPr/>
        </p:nvPicPr>
        <p:blipFill>
          <a:blip r:embed="rId7">
            <a:alphaModFix/>
          </a:blip>
          <a:stretch>
            <a:fillRect/>
          </a:stretch>
        </p:blipFill>
        <p:spPr>
          <a:xfrm>
            <a:off x="3108187" y="1703876"/>
            <a:ext cx="706850" cy="7301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40"/>
                                        </p:tgtEl>
                                        <p:attrNameLst>
                                          <p:attrName>style.visibility</p:attrName>
                                        </p:attrNameLst>
                                      </p:cBhvr>
                                      <p:to>
                                        <p:strVal val="visible"/>
                                      </p:to>
                                    </p:set>
                                    <p:anim calcmode="lin" valueType="num">
                                      <p:cBhvr additive="base">
                                        <p:cTn id="7" dur="1600"/>
                                        <p:tgtEl>
                                          <p:spTgt spid="54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4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4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4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p66" descr="A cartoon of a white and purple animal&#10;&#10;Description automatically generated"/>
          <p:cNvPicPr preferRelativeResize="0"/>
          <p:nvPr/>
        </p:nvPicPr>
        <p:blipFill rotWithShape="1">
          <a:blip r:embed="rId3">
            <a:alphaModFix/>
          </a:blip>
          <a:srcRect l="10180" r="-10180"/>
          <a:stretch/>
        </p:blipFill>
        <p:spPr>
          <a:xfrm>
            <a:off x="2432641" y="2222798"/>
            <a:ext cx="1437410" cy="1755556"/>
          </a:xfrm>
          <a:prstGeom prst="rect">
            <a:avLst/>
          </a:prstGeom>
          <a:noFill/>
          <a:ln>
            <a:noFill/>
          </a:ln>
        </p:spPr>
      </p:pic>
      <p:pic>
        <p:nvPicPr>
          <p:cNvPr id="528" name="Google Shape;528;p66" descr="A cartoon of a white and purple animal&#10;&#10;Description automatically generated"/>
          <p:cNvPicPr preferRelativeResize="0"/>
          <p:nvPr/>
        </p:nvPicPr>
        <p:blipFill rotWithShape="1">
          <a:blip r:embed="rId3">
            <a:alphaModFix/>
          </a:blip>
          <a:srcRect t="-2250" b="2250"/>
          <a:stretch/>
        </p:blipFill>
        <p:spPr>
          <a:xfrm>
            <a:off x="4776950" y="1531500"/>
            <a:ext cx="2049525" cy="2503151"/>
          </a:xfrm>
          <a:prstGeom prst="rect">
            <a:avLst/>
          </a:prstGeom>
          <a:noFill/>
          <a:ln>
            <a:noFill/>
          </a:ln>
        </p:spPr>
      </p:pic>
      <p:pic>
        <p:nvPicPr>
          <p:cNvPr id="529" name="Google Shape;529;p66" descr="Small Trees | Free SVG"/>
          <p:cNvPicPr preferRelativeResize="0"/>
          <p:nvPr/>
        </p:nvPicPr>
        <p:blipFill>
          <a:blip r:embed="rId4">
            <a:alphaModFix/>
          </a:blip>
          <a:stretch>
            <a:fillRect/>
          </a:stretch>
        </p:blipFill>
        <p:spPr>
          <a:xfrm>
            <a:off x="78150" y="304800"/>
            <a:ext cx="2044400" cy="2044400"/>
          </a:xfrm>
          <a:prstGeom prst="rect">
            <a:avLst/>
          </a:prstGeom>
          <a:noFill/>
          <a:ln>
            <a:noFill/>
          </a:ln>
        </p:spPr>
      </p:pic>
      <p:pic>
        <p:nvPicPr>
          <p:cNvPr id="530" name="Google Shape;530;p66" descr="Small Trees | Free SVG"/>
          <p:cNvPicPr preferRelativeResize="0"/>
          <p:nvPr/>
        </p:nvPicPr>
        <p:blipFill>
          <a:blip r:embed="rId4">
            <a:alphaModFix/>
          </a:blip>
          <a:stretch>
            <a:fillRect/>
          </a:stretch>
        </p:blipFill>
        <p:spPr>
          <a:xfrm>
            <a:off x="6716925" y="304800"/>
            <a:ext cx="2044399" cy="2044400"/>
          </a:xfrm>
          <a:prstGeom prst="rect">
            <a:avLst/>
          </a:prstGeom>
          <a:noFill/>
          <a:ln>
            <a:noFill/>
          </a:ln>
        </p:spPr>
      </p:pic>
      <p:sp>
        <p:nvSpPr>
          <p:cNvPr id="531" name="Google Shape;531;p66"/>
          <p:cNvSpPr/>
          <p:nvPr/>
        </p:nvSpPr>
        <p:spPr>
          <a:xfrm>
            <a:off x="3096100" y="165097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 name="Google Shape;532;p66"/>
          <p:cNvSpPr/>
          <p:nvPr/>
        </p:nvSpPr>
        <p:spPr>
          <a:xfrm flipH="1">
            <a:off x="1732600" y="16712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33" name="Google Shape;533;p66" descr="Elephant | Free Stock Photo | Illustration of an elephant | # 11454"/>
          <p:cNvPicPr preferRelativeResize="0"/>
          <p:nvPr/>
        </p:nvPicPr>
        <p:blipFill>
          <a:blip r:embed="rId5">
            <a:alphaModFix/>
          </a:blip>
          <a:stretch>
            <a:fillRect/>
          </a:stretch>
        </p:blipFill>
        <p:spPr>
          <a:xfrm>
            <a:off x="1882751" y="1707081"/>
            <a:ext cx="917249" cy="709482"/>
          </a:xfrm>
          <a:prstGeom prst="rect">
            <a:avLst/>
          </a:prstGeom>
          <a:noFill/>
          <a:ln>
            <a:noFill/>
          </a:ln>
        </p:spPr>
      </p:pic>
      <p:pic>
        <p:nvPicPr>
          <p:cNvPr id="534" name="Google Shape;534;p66"/>
          <p:cNvPicPr preferRelativeResize="0"/>
          <p:nvPr/>
        </p:nvPicPr>
        <p:blipFill>
          <a:blip r:embed="rId6">
            <a:alphaModFix/>
          </a:blip>
          <a:stretch>
            <a:fillRect/>
          </a:stretch>
        </p:blipFill>
        <p:spPr>
          <a:xfrm>
            <a:off x="3344324" y="1712488"/>
            <a:ext cx="706850" cy="7301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28"/>
                                        </p:tgtEl>
                                        <p:attrNameLst>
                                          <p:attrName>style.visibility</p:attrName>
                                        </p:attrNameLst>
                                      </p:cBhvr>
                                      <p:to>
                                        <p:strVal val="visible"/>
                                      </p:to>
                                    </p:set>
                                    <p:anim calcmode="lin" valueType="num">
                                      <p:cBhvr additive="base">
                                        <p:cTn id="7" dur="1500"/>
                                        <p:tgtEl>
                                          <p:spTgt spid="52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3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3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195"/>
        <p:cNvGrpSpPr/>
        <p:nvPr/>
      </p:nvGrpSpPr>
      <p:grpSpPr>
        <a:xfrm>
          <a:off x="0" y="0"/>
          <a:ext cx="0" cy="0"/>
          <a:chOff x="0" y="0"/>
          <a:chExt cx="0" cy="0"/>
        </a:xfrm>
      </p:grpSpPr>
      <p:sp>
        <p:nvSpPr>
          <p:cNvPr id="196" name="Google Shape;196;p34"/>
          <p:cNvSpPr txBox="1">
            <a:spLocks noGrp="1"/>
          </p:cNvSpPr>
          <p:nvPr>
            <p:ph type="title"/>
          </p:nvPr>
        </p:nvSpPr>
        <p:spPr>
          <a:xfrm>
            <a:off x="2888250" y="1999525"/>
            <a:ext cx="3367500" cy="63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Sad Condition </a:t>
            </a:r>
            <a:endParaRPr dirty="0"/>
          </a:p>
        </p:txBody>
      </p:sp>
    </p:spTree>
    <p:extLst>
      <p:ext uri="{BB962C8B-B14F-4D97-AF65-F5344CB8AC3E}">
        <p14:creationId xmlns:p14="http://schemas.microsoft.com/office/powerpoint/2010/main" val="973136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3" descr="A cartoon of a white and purple animal&#10;&#10;Description automatically generated"/>
          <p:cNvPicPr preferRelativeResize="0"/>
          <p:nvPr/>
        </p:nvPicPr>
        <p:blipFill rotWithShape="1">
          <a:blip r:embed="rId3">
            <a:alphaModFix/>
          </a:blip>
          <a:srcRect/>
          <a:stretch/>
        </p:blipFill>
        <p:spPr>
          <a:xfrm>
            <a:off x="3638000" y="1820500"/>
            <a:ext cx="1775900" cy="2168974"/>
          </a:xfrm>
          <a:prstGeom prst="rect">
            <a:avLst/>
          </a:prstGeom>
          <a:noFill/>
          <a:ln>
            <a:noFill/>
          </a:ln>
        </p:spPr>
      </p:pic>
      <p:pic>
        <p:nvPicPr>
          <p:cNvPr id="191" name="Google Shape;191;p33" descr="Water with solid fill"/>
          <p:cNvPicPr preferRelativeResize="0"/>
          <p:nvPr/>
        </p:nvPicPr>
        <p:blipFill rotWithShape="1">
          <a:blip r:embed="rId4">
            <a:alphaModFix/>
          </a:blip>
          <a:srcRect/>
          <a:stretch/>
        </p:blipFill>
        <p:spPr>
          <a:xfrm>
            <a:off x="4572000" y="2758950"/>
            <a:ext cx="292050" cy="292050"/>
          </a:xfrm>
          <a:prstGeom prst="rect">
            <a:avLst/>
          </a:prstGeom>
          <a:noFill/>
          <a:ln>
            <a:noFill/>
          </a:ln>
        </p:spPr>
      </p:pic>
    </p:spTree>
    <p:extLst>
      <p:ext uri="{BB962C8B-B14F-4D97-AF65-F5344CB8AC3E}">
        <p14:creationId xmlns:p14="http://schemas.microsoft.com/office/powerpoint/2010/main" val="394472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1000" fill="hold"/>
                                        <p:tgtEl>
                                          <p:spTgt spid="190"/>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p:nvPr/>
        </p:nvSpPr>
        <p:spPr>
          <a:xfrm>
            <a:off x="4771150" y="1491525"/>
            <a:ext cx="1567800" cy="1161000"/>
          </a:xfrm>
          <a:prstGeom prst="cloud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2" name="Google Shape;202;p35"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203" name="Google Shape;203;p35" title="Cute fox | Free SVG"/>
          <p:cNvPicPr preferRelativeResize="0"/>
          <p:nvPr/>
        </p:nvPicPr>
        <p:blipFill>
          <a:blip r:embed="rId4">
            <a:alphaModFix/>
          </a:blip>
          <a:stretch>
            <a:fillRect/>
          </a:stretch>
        </p:blipFill>
        <p:spPr>
          <a:xfrm>
            <a:off x="5002250" y="1597637"/>
            <a:ext cx="948775" cy="948775"/>
          </a:xfrm>
          <a:prstGeom prst="rect">
            <a:avLst/>
          </a:prstGeom>
          <a:noFill/>
          <a:ln>
            <a:noFill/>
          </a:ln>
        </p:spPr>
      </p:pic>
      <p:pic>
        <p:nvPicPr>
          <p:cNvPr id="204" name="Google Shape;204;p35" title="School desk | Free SVG"/>
          <p:cNvPicPr preferRelativeResize="0"/>
          <p:nvPr/>
        </p:nvPicPr>
        <p:blipFill>
          <a:blip r:embed="rId5">
            <a:alphaModFix/>
          </a:blip>
          <a:stretch>
            <a:fillRect/>
          </a:stretch>
        </p:blipFill>
        <p:spPr>
          <a:xfrm>
            <a:off x="3638400" y="3381875"/>
            <a:ext cx="1801076" cy="1801076"/>
          </a:xfrm>
          <a:prstGeom prst="rect">
            <a:avLst/>
          </a:prstGeom>
          <a:noFill/>
          <a:ln>
            <a:noFill/>
          </a:ln>
        </p:spPr>
      </p:pic>
      <p:pic>
        <p:nvPicPr>
          <p:cNvPr id="205" name="Google Shape;205;p35" title="Royalty-Free photo: Rectangular green board on brown background ..."/>
          <p:cNvPicPr preferRelativeResize="0"/>
          <p:nvPr/>
        </p:nvPicPr>
        <p:blipFill>
          <a:blip r:embed="rId6">
            <a:alphaModFix/>
          </a:blip>
          <a:stretch>
            <a:fillRect/>
          </a:stretch>
        </p:blipFill>
        <p:spPr>
          <a:xfrm>
            <a:off x="164525" y="141100"/>
            <a:ext cx="3347725" cy="1969250"/>
          </a:xfrm>
          <a:prstGeom prst="rect">
            <a:avLst/>
          </a:prstGeom>
          <a:noFill/>
          <a:ln>
            <a:noFill/>
          </a:ln>
        </p:spPr>
      </p:pic>
    </p:spTree>
    <p:extLst>
      <p:ext uri="{BB962C8B-B14F-4D97-AF65-F5344CB8AC3E}">
        <p14:creationId xmlns:p14="http://schemas.microsoft.com/office/powerpoint/2010/main" val="325812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6"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211" name="Google Shape;211;p36"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12" name="Google Shape;212;p36"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13" name="Google Shape;213;p36"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extLst>
      <p:ext uri="{BB962C8B-B14F-4D97-AF65-F5344CB8AC3E}">
        <p14:creationId xmlns:p14="http://schemas.microsoft.com/office/powerpoint/2010/main" val="363406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40"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51" name="Google Shape;251;p40"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52" name="Google Shape;252;p40"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53" name="Google Shape;253;p40"/>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5" name="Google Shape;255;p40" descr="A cartoon character with orange and white face&#10;&#10;Description automatically generated"/>
          <p:cNvPicPr preferRelativeResize="0"/>
          <p:nvPr/>
        </p:nvPicPr>
        <p:blipFill rotWithShape="1">
          <a:blip r:embed="rId6">
            <a:alphaModFix/>
          </a:blip>
          <a:srcRect/>
          <a:stretch/>
        </p:blipFill>
        <p:spPr>
          <a:xfrm>
            <a:off x="2085908" y="2968298"/>
            <a:ext cx="1509254" cy="1755556"/>
          </a:xfrm>
          <a:prstGeom prst="rect">
            <a:avLst/>
          </a:prstGeom>
          <a:noFill/>
          <a:ln>
            <a:noFill/>
          </a:ln>
        </p:spPr>
      </p:pic>
      <p:pic>
        <p:nvPicPr>
          <p:cNvPr id="3" name="Google Shape;223;p37" title="Cute fox | Free SVG">
            <a:extLst>
              <a:ext uri="{FF2B5EF4-FFF2-40B4-BE49-F238E27FC236}">
                <a16:creationId xmlns:a16="http://schemas.microsoft.com/office/drawing/2014/main" id="{74829A5C-A357-994C-62C9-0314B751C1D1}"/>
              </a:ext>
            </a:extLst>
          </p:cNvPr>
          <p:cNvPicPr preferRelativeResize="0"/>
          <p:nvPr/>
        </p:nvPicPr>
        <p:blipFill>
          <a:blip r:embed="rId7">
            <a:alphaModFix/>
          </a:blip>
          <a:stretch>
            <a:fillRect/>
          </a:stretch>
        </p:blipFill>
        <p:spPr>
          <a:xfrm>
            <a:off x="1544037" y="2601037"/>
            <a:ext cx="948776" cy="948775"/>
          </a:xfrm>
          <a:prstGeom prst="rect">
            <a:avLst/>
          </a:prstGeom>
          <a:noFill/>
          <a:ln>
            <a:noFill/>
          </a:ln>
        </p:spPr>
      </p:pic>
    </p:spTree>
    <p:extLst>
      <p:ext uri="{BB962C8B-B14F-4D97-AF65-F5344CB8AC3E}">
        <p14:creationId xmlns:p14="http://schemas.microsoft.com/office/powerpoint/2010/main" val="227937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anim calcmode="lin" valueType="num">
                                      <p:cBhvr additive="base">
                                        <p:cTn id="7" dur="500" fill="hold"/>
                                        <p:tgtEl>
                                          <p:spTgt spid="250"/>
                                        </p:tgtEl>
                                        <p:attrNameLst>
                                          <p:attrName>ppt_x</p:attrName>
                                        </p:attrNameLst>
                                      </p:cBhvr>
                                      <p:tavLst>
                                        <p:tav tm="0">
                                          <p:val>
                                            <p:strVal val="0-#ppt_w/2"/>
                                          </p:val>
                                        </p:tav>
                                        <p:tav tm="100000">
                                          <p:val>
                                            <p:strVal val="#ppt_x"/>
                                          </p:val>
                                        </p:tav>
                                      </p:tavLst>
                                    </p:anim>
                                    <p:anim calcmode="lin" valueType="num">
                                      <p:cBhvr additive="base">
                                        <p:cTn id="8" dur="500" fill="hold"/>
                                        <p:tgtEl>
                                          <p:spTgt spid="2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55"/>
                                        </p:tgtEl>
                                        <p:attrNameLst>
                                          <p:attrName>style.visibility</p:attrName>
                                        </p:attrNameLst>
                                      </p:cBhvr>
                                      <p:to>
                                        <p:strVal val="visible"/>
                                      </p:to>
                                    </p:set>
                                    <p:anim calcmode="lin" valueType="num">
                                      <p:cBhvr additive="base">
                                        <p:cTn id="13" dur="1000" fill="hold"/>
                                        <p:tgtEl>
                                          <p:spTgt spid="255"/>
                                        </p:tgtEl>
                                        <p:attrNameLst>
                                          <p:attrName>ppt_x</p:attrName>
                                        </p:attrNameLst>
                                      </p:cBhvr>
                                      <p:tavLst>
                                        <p:tav tm="0">
                                          <p:val>
                                            <p:strVal val="1+#ppt_w/2"/>
                                          </p:val>
                                        </p:tav>
                                        <p:tav tm="100000">
                                          <p:val>
                                            <p:strVal val="#ppt_x"/>
                                          </p:val>
                                        </p:tav>
                                      </p:tavLst>
                                    </p:anim>
                                    <p:anim calcmode="lin" valueType="num">
                                      <p:cBhvr additive="base">
                                        <p:cTn id="14" dur="1000" fill="hold"/>
                                        <p:tgtEl>
                                          <p:spTgt spid="2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38"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30" name="Google Shape;230;p38"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31" name="Google Shape;231;p38"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32" name="Google Shape;232;p38"/>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3" name="Google Shape;233;p38"/>
          <p:cNvPicPr preferRelativeResize="0"/>
          <p:nvPr/>
        </p:nvPicPr>
        <p:blipFill>
          <a:blip r:embed="rId6">
            <a:alphaModFix/>
          </a:blip>
          <a:stretch>
            <a:fillRect/>
          </a:stretch>
        </p:blipFill>
        <p:spPr>
          <a:xfrm>
            <a:off x="1738088" y="2771249"/>
            <a:ext cx="652831" cy="568500"/>
          </a:xfrm>
          <a:prstGeom prst="rect">
            <a:avLst/>
          </a:prstGeom>
          <a:noFill/>
          <a:ln>
            <a:noFill/>
          </a:ln>
        </p:spPr>
      </p:pic>
      <p:sp>
        <p:nvSpPr>
          <p:cNvPr id="234" name="Google Shape;234;p38"/>
          <p:cNvSpPr/>
          <p:nvPr/>
        </p:nvSpPr>
        <p:spPr>
          <a:xfrm>
            <a:off x="1964911" y="3011100"/>
            <a:ext cx="199200" cy="1788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 name="Google Shape;255;p40" descr="A cartoon character with orange and white face&#10;&#10;Description automatically generated">
            <a:extLst>
              <a:ext uri="{FF2B5EF4-FFF2-40B4-BE49-F238E27FC236}">
                <a16:creationId xmlns:a16="http://schemas.microsoft.com/office/drawing/2014/main" id="{EED53795-D80B-0B27-C10F-CFB2834EDA02}"/>
              </a:ext>
            </a:extLst>
          </p:cNvPr>
          <p:cNvPicPr preferRelativeResize="0"/>
          <p:nvPr/>
        </p:nvPicPr>
        <p:blipFill rotWithShape="1">
          <a:blip r:embed="rId7">
            <a:alphaModFix/>
          </a:blip>
          <a:srcRect/>
          <a:stretch/>
        </p:blipFill>
        <p:spPr>
          <a:xfrm>
            <a:off x="2085908" y="2968298"/>
            <a:ext cx="1509254" cy="1755556"/>
          </a:xfrm>
          <a:prstGeom prst="rect">
            <a:avLst/>
          </a:prstGeom>
          <a:noFill/>
          <a:ln>
            <a:noFill/>
          </a:ln>
        </p:spPr>
      </p:pic>
    </p:spTree>
    <p:extLst>
      <p:ext uri="{BB962C8B-B14F-4D97-AF65-F5344CB8AC3E}">
        <p14:creationId xmlns:p14="http://schemas.microsoft.com/office/powerpoint/2010/main" val="152517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39"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40" name="Google Shape;240;p39"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41" name="Google Shape;241;p39"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42" name="Google Shape;242;p39"/>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3" name="Google Shape;243;p39" title="Cute fox | Free SVG"/>
          <p:cNvPicPr preferRelativeResize="0"/>
          <p:nvPr/>
        </p:nvPicPr>
        <p:blipFill>
          <a:blip r:embed="rId6">
            <a:alphaModFix/>
          </a:blip>
          <a:stretch>
            <a:fillRect/>
          </a:stretch>
        </p:blipFill>
        <p:spPr>
          <a:xfrm>
            <a:off x="1544025" y="2532412"/>
            <a:ext cx="948776" cy="948775"/>
          </a:xfrm>
          <a:prstGeom prst="rect">
            <a:avLst/>
          </a:prstGeom>
          <a:noFill/>
          <a:ln>
            <a:noFill/>
          </a:ln>
        </p:spPr>
      </p:pic>
      <p:sp>
        <p:nvSpPr>
          <p:cNvPr id="245" name="Google Shape;245;p39"/>
          <p:cNvSpPr/>
          <p:nvPr/>
        </p:nvSpPr>
        <p:spPr>
          <a:xfrm>
            <a:off x="1780988" y="2771250"/>
            <a:ext cx="567000" cy="5685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Google Shape;219;p37" descr="A cartoon character with orange and white face&#10;&#10;Description automatically generated">
            <a:extLst>
              <a:ext uri="{FF2B5EF4-FFF2-40B4-BE49-F238E27FC236}">
                <a16:creationId xmlns:a16="http://schemas.microsoft.com/office/drawing/2014/main" id="{403DE338-C0AB-A6D4-8C20-883371EF204F}"/>
              </a:ext>
            </a:extLst>
          </p:cNvPr>
          <p:cNvPicPr preferRelativeResize="0"/>
          <p:nvPr/>
        </p:nvPicPr>
        <p:blipFill rotWithShape="1">
          <a:blip r:embed="rId7">
            <a:alphaModFix/>
          </a:blip>
          <a:srcRect/>
          <a:stretch/>
        </p:blipFill>
        <p:spPr>
          <a:xfrm>
            <a:off x="2157764" y="2968298"/>
            <a:ext cx="1494848" cy="1755556"/>
          </a:xfrm>
          <a:prstGeom prst="rect">
            <a:avLst/>
          </a:prstGeom>
          <a:noFill/>
          <a:ln>
            <a:noFill/>
          </a:ln>
        </p:spPr>
      </p:pic>
    </p:spTree>
    <p:extLst>
      <p:ext uri="{BB962C8B-B14F-4D97-AF65-F5344CB8AC3E}">
        <p14:creationId xmlns:p14="http://schemas.microsoft.com/office/powerpoint/2010/main" val="420070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7"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20" name="Google Shape;220;p37"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21" name="Google Shape;221;p37"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22" name="Google Shape;222;p37"/>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Google Shape;233;p38">
            <a:extLst>
              <a:ext uri="{FF2B5EF4-FFF2-40B4-BE49-F238E27FC236}">
                <a16:creationId xmlns:a16="http://schemas.microsoft.com/office/drawing/2014/main" id="{4DB1D273-0E09-5DE3-B1C1-9B81E285B74A}"/>
              </a:ext>
            </a:extLst>
          </p:cNvPr>
          <p:cNvPicPr preferRelativeResize="0"/>
          <p:nvPr/>
        </p:nvPicPr>
        <p:blipFill>
          <a:blip r:embed="rId6">
            <a:alphaModFix/>
          </a:blip>
          <a:stretch>
            <a:fillRect/>
          </a:stretch>
        </p:blipFill>
        <p:spPr>
          <a:xfrm>
            <a:off x="1738088" y="2771249"/>
            <a:ext cx="652831" cy="568500"/>
          </a:xfrm>
          <a:prstGeom prst="rect">
            <a:avLst/>
          </a:prstGeom>
          <a:noFill/>
          <a:ln>
            <a:noFill/>
          </a:ln>
        </p:spPr>
      </p:pic>
      <p:pic>
        <p:nvPicPr>
          <p:cNvPr id="3" name="Google Shape;219;p37" descr="A cartoon character with orange and white face&#10;&#10;Description automatically generated">
            <a:extLst>
              <a:ext uri="{FF2B5EF4-FFF2-40B4-BE49-F238E27FC236}">
                <a16:creationId xmlns:a16="http://schemas.microsoft.com/office/drawing/2014/main" id="{4FABCB12-C011-D834-A097-3772CD53A4CD}"/>
              </a:ext>
            </a:extLst>
          </p:cNvPr>
          <p:cNvPicPr preferRelativeResize="0"/>
          <p:nvPr/>
        </p:nvPicPr>
        <p:blipFill rotWithShape="1">
          <a:blip r:embed="rId7">
            <a:alphaModFix/>
          </a:blip>
          <a:srcRect/>
          <a:stretch/>
        </p:blipFill>
        <p:spPr>
          <a:xfrm>
            <a:off x="2157764" y="2968298"/>
            <a:ext cx="1494848" cy="1755556"/>
          </a:xfrm>
          <a:prstGeom prst="rect">
            <a:avLst/>
          </a:prstGeom>
          <a:noFill/>
          <a:ln>
            <a:noFill/>
          </a:ln>
        </p:spPr>
      </p:pic>
    </p:spTree>
    <p:extLst>
      <p:ext uri="{BB962C8B-B14F-4D97-AF65-F5344CB8AC3E}">
        <p14:creationId xmlns:p14="http://schemas.microsoft.com/office/powerpoint/2010/main" val="260335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1"/>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261" name="Google Shape;261;p41" title="Cute fox | Free SVG"/>
          <p:cNvPicPr preferRelativeResize="0"/>
          <p:nvPr/>
        </p:nvPicPr>
        <p:blipFill>
          <a:blip r:embed="rId4">
            <a:alphaModFix/>
          </a:blip>
          <a:stretch>
            <a:fillRect/>
          </a:stretch>
        </p:blipFill>
        <p:spPr>
          <a:xfrm>
            <a:off x="3583000" y="2983150"/>
            <a:ext cx="1357324" cy="1357325"/>
          </a:xfrm>
          <a:prstGeom prst="rect">
            <a:avLst/>
          </a:prstGeom>
          <a:noFill/>
          <a:ln>
            <a:noFill/>
          </a:ln>
        </p:spPr>
      </p:pic>
    </p:spTree>
    <p:extLst>
      <p:ext uri="{BB962C8B-B14F-4D97-AF65-F5344CB8AC3E}">
        <p14:creationId xmlns:p14="http://schemas.microsoft.com/office/powerpoint/2010/main" val="4064832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42"/>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267" name="Google Shape;267;p42"/>
          <p:cNvPicPr preferRelativeResize="0"/>
          <p:nvPr/>
        </p:nvPicPr>
        <p:blipFill>
          <a:blip r:embed="rId4">
            <a:alphaModFix/>
          </a:blip>
          <a:stretch>
            <a:fillRect/>
          </a:stretch>
        </p:blipFill>
        <p:spPr>
          <a:xfrm>
            <a:off x="3745149" y="2974100"/>
            <a:ext cx="1313650" cy="1143950"/>
          </a:xfrm>
          <a:prstGeom prst="rect">
            <a:avLst/>
          </a:prstGeom>
          <a:noFill/>
          <a:ln>
            <a:noFill/>
          </a:ln>
        </p:spPr>
      </p:pic>
    </p:spTree>
    <p:extLst>
      <p:ext uri="{BB962C8B-B14F-4D97-AF65-F5344CB8AC3E}">
        <p14:creationId xmlns:p14="http://schemas.microsoft.com/office/powerpoint/2010/main" val="334932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4"/>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95" name="Google Shape;295;p44"/>
          <p:cNvSpPr/>
          <p:nvPr/>
        </p:nvSpPr>
        <p:spPr>
          <a:xfrm>
            <a:off x="4652975" y="1048605"/>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6" name="Google Shape;296;p44"/>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97" name="Google Shape;297;p44"/>
          <p:cNvSpPr/>
          <p:nvPr/>
        </p:nvSpPr>
        <p:spPr>
          <a:xfrm>
            <a:off x="4751702" y="225817"/>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8" name="Google Shape;298;p44"/>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99" name="Google Shape;299;p44"/>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300" name="Google Shape;300;p44"/>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301" name="Google Shape;301;p44"/>
          <p:cNvSpPr/>
          <p:nvPr/>
        </p:nvSpPr>
        <p:spPr>
          <a:xfrm>
            <a:off x="4552173" y="1867106"/>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2" name="Google Shape;302;p44"/>
          <p:cNvSpPr/>
          <p:nvPr/>
        </p:nvSpPr>
        <p:spPr>
          <a:xfrm>
            <a:off x="4489307" y="2688926"/>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3" name="Google Shape;303;p44"/>
          <p:cNvSpPr/>
          <p:nvPr/>
        </p:nvSpPr>
        <p:spPr>
          <a:xfrm>
            <a:off x="4407803" y="3518126"/>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4" name="Google Shape;304;p44"/>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305" name="Google Shape;305;p44"/>
          <p:cNvSpPr/>
          <p:nvPr/>
        </p:nvSpPr>
        <p:spPr>
          <a:xfrm>
            <a:off x="4345059" y="4346244"/>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p44"/>
          <p:cNvSpPr/>
          <p:nvPr/>
        </p:nvSpPr>
        <p:spPr>
          <a:xfrm>
            <a:off x="3866000" y="21945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07" name="Google Shape;307;p44"/>
          <p:cNvSpPr/>
          <p:nvPr/>
        </p:nvSpPr>
        <p:spPr>
          <a:xfrm>
            <a:off x="3947500" y="104860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08" name="Google Shape;308;p44"/>
          <p:cNvSpPr/>
          <p:nvPr/>
        </p:nvSpPr>
        <p:spPr>
          <a:xfrm>
            <a:off x="4036150" y="1871738"/>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09" name="Google Shape;309;p44"/>
          <p:cNvSpPr/>
          <p:nvPr/>
        </p:nvSpPr>
        <p:spPr>
          <a:xfrm>
            <a:off x="4111175" y="269566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10" name="Google Shape;310;p44"/>
          <p:cNvSpPr/>
          <p:nvPr/>
        </p:nvSpPr>
        <p:spPr>
          <a:xfrm>
            <a:off x="4209900" y="3524675"/>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11" name="Google Shape;311;p44"/>
          <p:cNvSpPr/>
          <p:nvPr/>
        </p:nvSpPr>
        <p:spPr>
          <a:xfrm>
            <a:off x="4253125" y="434431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50343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3"/>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3" name="Google Shape;273;p43"/>
          <p:cNvSpPr/>
          <p:nvPr/>
        </p:nvSpPr>
        <p:spPr>
          <a:xfrm>
            <a:off x="4652975" y="1048605"/>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4" name="Google Shape;274;p43"/>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5" name="Google Shape;275;p43"/>
          <p:cNvSpPr/>
          <p:nvPr/>
        </p:nvSpPr>
        <p:spPr>
          <a:xfrm>
            <a:off x="4751702" y="225817"/>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6" name="Google Shape;276;p43"/>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7" name="Google Shape;277;p43"/>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8" name="Google Shape;278;p43"/>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9" name="Google Shape;279;p43"/>
          <p:cNvSpPr/>
          <p:nvPr/>
        </p:nvSpPr>
        <p:spPr>
          <a:xfrm>
            <a:off x="4552173" y="1867106"/>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0" name="Google Shape;280;p43"/>
          <p:cNvSpPr/>
          <p:nvPr/>
        </p:nvSpPr>
        <p:spPr>
          <a:xfrm>
            <a:off x="4489307" y="2688926"/>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1" name="Google Shape;281;p43"/>
          <p:cNvSpPr/>
          <p:nvPr/>
        </p:nvSpPr>
        <p:spPr>
          <a:xfrm>
            <a:off x="4407803" y="3518126"/>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2" name="Google Shape;282;p43"/>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83" name="Google Shape;283;p43"/>
          <p:cNvSpPr/>
          <p:nvPr/>
        </p:nvSpPr>
        <p:spPr>
          <a:xfrm>
            <a:off x="4345059" y="4346244"/>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4" name="Google Shape;284;p43"/>
          <p:cNvSpPr/>
          <p:nvPr/>
        </p:nvSpPr>
        <p:spPr>
          <a:xfrm>
            <a:off x="3866000" y="21945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5" name="Google Shape;285;p43"/>
          <p:cNvSpPr/>
          <p:nvPr/>
        </p:nvSpPr>
        <p:spPr>
          <a:xfrm>
            <a:off x="3947500" y="104860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6" name="Google Shape;286;p43"/>
          <p:cNvSpPr/>
          <p:nvPr/>
        </p:nvSpPr>
        <p:spPr>
          <a:xfrm>
            <a:off x="4036150" y="1871738"/>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7" name="Google Shape;287;p43"/>
          <p:cNvSpPr/>
          <p:nvPr/>
        </p:nvSpPr>
        <p:spPr>
          <a:xfrm>
            <a:off x="4111175" y="269566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8" name="Google Shape;288;p43"/>
          <p:cNvSpPr/>
          <p:nvPr/>
        </p:nvSpPr>
        <p:spPr>
          <a:xfrm>
            <a:off x="4209900" y="3524675"/>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9" name="Google Shape;289;p43"/>
          <p:cNvSpPr/>
          <p:nvPr/>
        </p:nvSpPr>
        <p:spPr>
          <a:xfrm>
            <a:off x="4253125" y="434431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36847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45" descr="A cartoon character with orange and white face&#10;&#10;Description automatically generated"/>
          <p:cNvPicPr preferRelativeResize="0"/>
          <p:nvPr/>
        </p:nvPicPr>
        <p:blipFill rotWithShape="1">
          <a:blip r:embed="rId3">
            <a:alphaModFix/>
          </a:blip>
          <a:srcRect/>
          <a:stretch/>
        </p:blipFill>
        <p:spPr>
          <a:xfrm>
            <a:off x="5089824" y="1635305"/>
            <a:ext cx="1533500" cy="1872901"/>
          </a:xfrm>
          <a:prstGeom prst="rect">
            <a:avLst/>
          </a:prstGeom>
          <a:noFill/>
          <a:ln>
            <a:noFill/>
          </a:ln>
        </p:spPr>
      </p:pic>
      <p:pic>
        <p:nvPicPr>
          <p:cNvPr id="317" name="Google Shape;317;p45" descr="A cartoon character with orange and white face&#10;&#10;Description automatically generated"/>
          <p:cNvPicPr preferRelativeResize="0"/>
          <p:nvPr/>
        </p:nvPicPr>
        <p:blipFill rotWithShape="1">
          <a:blip r:embed="rId4">
            <a:alphaModFix/>
          </a:blip>
          <a:srcRect/>
          <a:stretch/>
        </p:blipFill>
        <p:spPr>
          <a:xfrm>
            <a:off x="2194554" y="1635317"/>
            <a:ext cx="1533500" cy="1872889"/>
          </a:xfrm>
          <a:prstGeom prst="rect">
            <a:avLst/>
          </a:prstGeom>
          <a:noFill/>
          <a:ln>
            <a:noFill/>
          </a:ln>
        </p:spPr>
      </p:pic>
      <p:sp>
        <p:nvSpPr>
          <p:cNvPr id="318" name="Google Shape;318;p45"/>
          <p:cNvSpPr txBox="1"/>
          <p:nvPr/>
        </p:nvSpPr>
        <p:spPr>
          <a:xfrm>
            <a:off x="2517750" y="874241"/>
            <a:ext cx="4108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Who do you think is a better friend?</a:t>
            </a:r>
            <a:endParaRPr sz="1800" dirty="0">
              <a:solidFill>
                <a:schemeClr val="dk2"/>
              </a:solidFill>
            </a:endParaRPr>
          </a:p>
        </p:txBody>
      </p:sp>
    </p:spTree>
    <p:extLst>
      <p:ext uri="{BB962C8B-B14F-4D97-AF65-F5344CB8AC3E}">
        <p14:creationId xmlns:p14="http://schemas.microsoft.com/office/powerpoint/2010/main" val="2796811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47" descr="A cartoon character with orange and white face&#10;&#10;Description automatically generated"/>
          <p:cNvPicPr preferRelativeResize="0"/>
          <p:nvPr/>
        </p:nvPicPr>
        <p:blipFill rotWithShape="1">
          <a:blip r:embed="rId3">
            <a:alphaModFix/>
          </a:blip>
          <a:srcRect/>
          <a:stretch/>
        </p:blipFill>
        <p:spPr>
          <a:xfrm>
            <a:off x="5640155" y="1635299"/>
            <a:ext cx="1533500" cy="1872901"/>
          </a:xfrm>
          <a:prstGeom prst="rect">
            <a:avLst/>
          </a:prstGeom>
          <a:noFill/>
          <a:ln>
            <a:noFill/>
          </a:ln>
        </p:spPr>
      </p:pic>
      <p:pic>
        <p:nvPicPr>
          <p:cNvPr id="331" name="Google Shape;331;p47" descr="A cartoon character with orange and white face&#10;&#10;Description automatically generated"/>
          <p:cNvPicPr preferRelativeResize="0"/>
          <p:nvPr/>
        </p:nvPicPr>
        <p:blipFill rotWithShape="1">
          <a:blip r:embed="rId4">
            <a:alphaModFix/>
          </a:blip>
          <a:srcRect/>
          <a:stretch/>
        </p:blipFill>
        <p:spPr>
          <a:xfrm>
            <a:off x="1970345" y="1635311"/>
            <a:ext cx="1533500" cy="1872889"/>
          </a:xfrm>
          <a:prstGeom prst="rect">
            <a:avLst/>
          </a:prstGeom>
          <a:noFill/>
          <a:ln>
            <a:noFill/>
          </a:ln>
        </p:spPr>
      </p:pic>
      <p:pic>
        <p:nvPicPr>
          <p:cNvPr id="332" name="Google Shape;332;p47" descr="Foffee collection | Free SVG"/>
          <p:cNvPicPr preferRelativeResize="0"/>
          <p:nvPr/>
        </p:nvPicPr>
        <p:blipFill>
          <a:blip r:embed="rId5">
            <a:alphaModFix/>
          </a:blip>
          <a:stretch>
            <a:fillRect/>
          </a:stretch>
        </p:blipFill>
        <p:spPr>
          <a:xfrm>
            <a:off x="3921062" y="2179587"/>
            <a:ext cx="1301876" cy="1301875"/>
          </a:xfrm>
          <a:prstGeom prst="rect">
            <a:avLst/>
          </a:prstGeom>
          <a:noFill/>
          <a:ln>
            <a:noFill/>
          </a:ln>
        </p:spPr>
      </p:pic>
    </p:spTree>
    <p:extLst>
      <p:ext uri="{BB962C8B-B14F-4D97-AF65-F5344CB8AC3E}">
        <p14:creationId xmlns:p14="http://schemas.microsoft.com/office/powerpoint/2010/main" val="1749982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46" descr="A cartoon character with orange and white face&#10;&#10;Description automatically generated"/>
          <p:cNvPicPr preferRelativeResize="0"/>
          <p:nvPr/>
        </p:nvPicPr>
        <p:blipFill rotWithShape="1">
          <a:blip r:embed="rId3">
            <a:alphaModFix/>
          </a:blip>
          <a:srcRect/>
          <a:stretch/>
        </p:blipFill>
        <p:spPr>
          <a:xfrm>
            <a:off x="5376675" y="1890245"/>
            <a:ext cx="1533500" cy="1872901"/>
          </a:xfrm>
          <a:prstGeom prst="rect">
            <a:avLst/>
          </a:prstGeom>
          <a:noFill/>
          <a:ln>
            <a:noFill/>
          </a:ln>
        </p:spPr>
      </p:pic>
      <p:pic>
        <p:nvPicPr>
          <p:cNvPr id="324" name="Google Shape;324;p46" descr="A cartoon character with orange and white face&#10;&#10;Description automatically generated"/>
          <p:cNvPicPr preferRelativeResize="0"/>
          <p:nvPr/>
        </p:nvPicPr>
        <p:blipFill rotWithShape="1">
          <a:blip r:embed="rId4">
            <a:alphaModFix/>
          </a:blip>
          <a:srcRect/>
          <a:stretch/>
        </p:blipFill>
        <p:spPr>
          <a:xfrm>
            <a:off x="2129728" y="1890257"/>
            <a:ext cx="1533500" cy="1872889"/>
          </a:xfrm>
          <a:prstGeom prst="rect">
            <a:avLst/>
          </a:prstGeom>
          <a:noFill/>
          <a:ln>
            <a:noFill/>
          </a:ln>
        </p:spPr>
      </p:pic>
      <p:pic>
        <p:nvPicPr>
          <p:cNvPr id="325" name="Google Shape;325;p46" descr="Vanilla ice cream in cone vector image | Free SVG"/>
          <p:cNvPicPr preferRelativeResize="0"/>
          <p:nvPr/>
        </p:nvPicPr>
        <p:blipFill>
          <a:blip r:embed="rId5">
            <a:alphaModFix/>
          </a:blip>
          <a:stretch>
            <a:fillRect/>
          </a:stretch>
        </p:blipFill>
        <p:spPr>
          <a:xfrm>
            <a:off x="3767325" y="2270092"/>
            <a:ext cx="1609350" cy="1609350"/>
          </a:xfrm>
          <a:prstGeom prst="rect">
            <a:avLst/>
          </a:prstGeom>
          <a:noFill/>
          <a:ln>
            <a:noFill/>
          </a:ln>
        </p:spPr>
      </p:pic>
    </p:spTree>
    <p:extLst>
      <p:ext uri="{BB962C8B-B14F-4D97-AF65-F5344CB8AC3E}">
        <p14:creationId xmlns:p14="http://schemas.microsoft.com/office/powerpoint/2010/main" val="3954810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48" title="Playground Slide2 | Free SVG"/>
          <p:cNvPicPr preferRelativeResize="0"/>
          <p:nvPr/>
        </p:nvPicPr>
        <p:blipFill>
          <a:blip r:embed="rId3">
            <a:alphaModFix/>
          </a:blip>
          <a:stretch>
            <a:fillRect/>
          </a:stretch>
        </p:blipFill>
        <p:spPr>
          <a:xfrm flipH="1">
            <a:off x="138100" y="379150"/>
            <a:ext cx="2597700" cy="2597700"/>
          </a:xfrm>
          <a:prstGeom prst="rect">
            <a:avLst/>
          </a:prstGeom>
          <a:noFill/>
          <a:ln>
            <a:noFill/>
          </a:ln>
        </p:spPr>
      </p:pic>
      <p:sp>
        <p:nvSpPr>
          <p:cNvPr id="343" name="Google Shape;343;p48"/>
          <p:cNvSpPr/>
          <p:nvPr/>
        </p:nvSpPr>
        <p:spPr>
          <a:xfrm flipH="1">
            <a:off x="2143800" y="1715604"/>
            <a:ext cx="1243200" cy="781896"/>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pic>
        <p:nvPicPr>
          <p:cNvPr id="338" name="Google Shape;338;p48" descr="A cartoon of a white and purple animal&#10;&#10;Description automatically generated"/>
          <p:cNvPicPr preferRelativeResize="0"/>
          <p:nvPr/>
        </p:nvPicPr>
        <p:blipFill rotWithShape="1">
          <a:blip r:embed="rId4">
            <a:alphaModFix/>
          </a:blip>
          <a:srcRect/>
          <a:stretch/>
        </p:blipFill>
        <p:spPr>
          <a:xfrm>
            <a:off x="2666991" y="2143060"/>
            <a:ext cx="1437410" cy="1755556"/>
          </a:xfrm>
          <a:prstGeom prst="rect">
            <a:avLst/>
          </a:prstGeom>
          <a:noFill/>
          <a:ln>
            <a:noFill/>
          </a:ln>
        </p:spPr>
      </p:pic>
      <p:pic>
        <p:nvPicPr>
          <p:cNvPr id="339" name="Google Shape;339;p48" title="Public Domain Clip Art Image | Sandbox | ID: 13932766213513 ..."/>
          <p:cNvPicPr preferRelativeResize="0"/>
          <p:nvPr/>
        </p:nvPicPr>
        <p:blipFill>
          <a:blip r:embed="rId5">
            <a:alphaModFix/>
          </a:blip>
          <a:stretch>
            <a:fillRect/>
          </a:stretch>
        </p:blipFill>
        <p:spPr>
          <a:xfrm rot="-447145">
            <a:off x="3828550" y="2817775"/>
            <a:ext cx="3875828" cy="1262275"/>
          </a:xfrm>
          <a:prstGeom prst="rect">
            <a:avLst/>
          </a:prstGeom>
          <a:noFill/>
          <a:ln>
            <a:noFill/>
          </a:ln>
        </p:spPr>
      </p:pic>
      <p:sp>
        <p:nvSpPr>
          <p:cNvPr id="340" name="Google Shape;340;p48"/>
          <p:cNvSpPr/>
          <p:nvPr/>
        </p:nvSpPr>
        <p:spPr>
          <a:xfrm>
            <a:off x="3478975" y="1718550"/>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1" name="Google Shape;341;p48" title="Cute fox | Free SVG"/>
          <p:cNvPicPr preferRelativeResize="0"/>
          <p:nvPr/>
        </p:nvPicPr>
        <p:blipFill>
          <a:blip r:embed="rId6">
            <a:alphaModFix/>
          </a:blip>
          <a:stretch>
            <a:fillRect/>
          </a:stretch>
        </p:blipFill>
        <p:spPr>
          <a:xfrm>
            <a:off x="2261412" y="1645687"/>
            <a:ext cx="948775" cy="948775"/>
          </a:xfrm>
          <a:prstGeom prst="rect">
            <a:avLst/>
          </a:prstGeom>
          <a:noFill/>
          <a:ln>
            <a:noFill/>
          </a:ln>
        </p:spPr>
      </p:pic>
      <p:pic>
        <p:nvPicPr>
          <p:cNvPr id="342" name="Google Shape;342;p48" descr="A cartoon of a white and purple animal&#10;&#10;Description automatically generated"/>
          <p:cNvPicPr preferRelativeResize="0"/>
          <p:nvPr/>
        </p:nvPicPr>
        <p:blipFill rotWithShape="1">
          <a:blip r:embed="rId7">
            <a:alphaModFix/>
          </a:blip>
          <a:srcRect/>
          <a:stretch/>
        </p:blipFill>
        <p:spPr>
          <a:xfrm>
            <a:off x="7511700" y="2253550"/>
            <a:ext cx="1487350" cy="1816549"/>
          </a:xfrm>
          <a:prstGeom prst="rect">
            <a:avLst/>
          </a:prstGeom>
          <a:noFill/>
          <a:ln>
            <a:noFill/>
          </a:ln>
        </p:spPr>
      </p:pic>
      <p:pic>
        <p:nvPicPr>
          <p:cNvPr id="344" name="Google Shape;344;p48"/>
          <p:cNvPicPr preferRelativeResize="0"/>
          <p:nvPr/>
        </p:nvPicPr>
        <p:blipFill>
          <a:blip r:embed="rId8">
            <a:alphaModFix/>
          </a:blip>
          <a:stretch>
            <a:fillRect/>
          </a:stretch>
        </p:blipFill>
        <p:spPr>
          <a:xfrm>
            <a:off x="3768416" y="1858810"/>
            <a:ext cx="652831" cy="568500"/>
          </a:xfrm>
          <a:prstGeom prst="rect">
            <a:avLst/>
          </a:prstGeom>
          <a:noFill/>
          <a:ln>
            <a:noFill/>
          </a:ln>
        </p:spPr>
      </p:pic>
    </p:spTree>
    <p:extLst>
      <p:ext uri="{BB962C8B-B14F-4D97-AF65-F5344CB8AC3E}">
        <p14:creationId xmlns:p14="http://schemas.microsoft.com/office/powerpoint/2010/main" val="318952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8"/>
                                        </p:tgtEl>
                                        <p:attrNameLst>
                                          <p:attrName>style.visibility</p:attrName>
                                        </p:attrNameLst>
                                      </p:cBhvr>
                                      <p:to>
                                        <p:strVal val="visible"/>
                                      </p:to>
                                    </p:set>
                                    <p:anim calcmode="lin" valueType="num">
                                      <p:cBhvr additive="base">
                                        <p:cTn id="7" dur="1700"/>
                                        <p:tgtEl>
                                          <p:spTgt spid="3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 calcmode="lin" valueType="num">
                                      <p:cBhvr additive="base">
                                        <p:cTn id="12" dur="1500"/>
                                        <p:tgtEl>
                                          <p:spTgt spid="34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50" descr="A cartoon of a white and purple animal&#10;&#10;Description automatically generated"/>
          <p:cNvPicPr preferRelativeResize="0"/>
          <p:nvPr/>
        </p:nvPicPr>
        <p:blipFill rotWithShape="1">
          <a:blip r:embed="rId3">
            <a:alphaModFix/>
          </a:blip>
          <a:srcRect/>
          <a:stretch/>
        </p:blipFill>
        <p:spPr>
          <a:xfrm>
            <a:off x="2122541" y="2911973"/>
            <a:ext cx="1437410" cy="1755556"/>
          </a:xfrm>
          <a:prstGeom prst="rect">
            <a:avLst/>
          </a:prstGeom>
          <a:noFill/>
          <a:ln>
            <a:noFill/>
          </a:ln>
        </p:spPr>
      </p:pic>
      <p:pic>
        <p:nvPicPr>
          <p:cNvPr id="362" name="Google Shape;362;p50" descr="A cartoon of a white and purple animal&#10;&#10;Description automatically generated"/>
          <p:cNvPicPr preferRelativeResize="0"/>
          <p:nvPr/>
        </p:nvPicPr>
        <p:blipFill rotWithShape="1">
          <a:blip r:embed="rId4">
            <a:alphaModFix/>
          </a:blip>
          <a:srcRect/>
          <a:stretch/>
        </p:blipFill>
        <p:spPr>
          <a:xfrm>
            <a:off x="4763425" y="2139150"/>
            <a:ext cx="2180825" cy="2663526"/>
          </a:xfrm>
          <a:prstGeom prst="rect">
            <a:avLst/>
          </a:prstGeom>
          <a:noFill/>
          <a:ln>
            <a:noFill/>
          </a:ln>
        </p:spPr>
      </p:pic>
      <p:sp>
        <p:nvSpPr>
          <p:cNvPr id="363" name="Google Shape;363;p50"/>
          <p:cNvSpPr/>
          <p:nvPr/>
        </p:nvSpPr>
        <p:spPr>
          <a:xfrm flipH="1">
            <a:off x="1458150" y="2349200"/>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 name="Google Shape;364;p50"/>
          <p:cNvSpPr/>
          <p:nvPr/>
        </p:nvSpPr>
        <p:spPr>
          <a:xfrm>
            <a:off x="2927200" y="2349198"/>
            <a:ext cx="1297142" cy="812701"/>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5" name="Google Shape;365;p50"/>
          <p:cNvPicPr preferRelativeResize="0"/>
          <p:nvPr/>
        </p:nvPicPr>
        <p:blipFill>
          <a:blip r:embed="rId5">
            <a:alphaModFix/>
          </a:blip>
          <a:stretch>
            <a:fillRect/>
          </a:stretch>
        </p:blipFill>
        <p:spPr>
          <a:xfrm>
            <a:off x="3234011" y="2490983"/>
            <a:ext cx="652831" cy="568500"/>
          </a:xfrm>
          <a:prstGeom prst="rect">
            <a:avLst/>
          </a:prstGeom>
          <a:noFill/>
          <a:ln>
            <a:noFill/>
          </a:ln>
        </p:spPr>
      </p:pic>
      <p:pic>
        <p:nvPicPr>
          <p:cNvPr id="366" name="Google Shape;366;p50" title="Cute fox | Free SVG"/>
          <p:cNvPicPr preferRelativeResize="0"/>
          <p:nvPr/>
        </p:nvPicPr>
        <p:blipFill>
          <a:blip r:embed="rId6">
            <a:alphaModFix/>
          </a:blip>
          <a:stretch>
            <a:fillRect/>
          </a:stretch>
        </p:blipFill>
        <p:spPr>
          <a:xfrm>
            <a:off x="1636412" y="2286514"/>
            <a:ext cx="948776" cy="948775"/>
          </a:xfrm>
          <a:prstGeom prst="rect">
            <a:avLst/>
          </a:prstGeom>
          <a:noFill/>
          <a:ln>
            <a:noFill/>
          </a:ln>
        </p:spPr>
      </p:pic>
      <p:pic>
        <p:nvPicPr>
          <p:cNvPr id="367" name="Google Shape;367;p50" descr="Small Trees | Free SVG"/>
          <p:cNvPicPr preferRelativeResize="0"/>
          <p:nvPr/>
        </p:nvPicPr>
        <p:blipFill>
          <a:blip r:embed="rId7">
            <a:alphaModFix/>
          </a:blip>
          <a:stretch>
            <a:fillRect/>
          </a:stretch>
        </p:blipFill>
        <p:spPr>
          <a:xfrm>
            <a:off x="78150" y="304800"/>
            <a:ext cx="2044400" cy="2044400"/>
          </a:xfrm>
          <a:prstGeom prst="rect">
            <a:avLst/>
          </a:prstGeom>
          <a:noFill/>
          <a:ln>
            <a:noFill/>
          </a:ln>
        </p:spPr>
      </p:pic>
      <p:pic>
        <p:nvPicPr>
          <p:cNvPr id="368" name="Google Shape;368;p50" descr="Small Trees | Free SVG"/>
          <p:cNvPicPr preferRelativeResize="0"/>
          <p:nvPr/>
        </p:nvPicPr>
        <p:blipFill>
          <a:blip r:embed="rId7">
            <a:alphaModFix/>
          </a:blip>
          <a:stretch>
            <a:fillRect/>
          </a:stretch>
        </p:blipFill>
        <p:spPr>
          <a:xfrm>
            <a:off x="6435425" y="370575"/>
            <a:ext cx="2044399" cy="2044400"/>
          </a:xfrm>
          <a:prstGeom prst="rect">
            <a:avLst/>
          </a:prstGeom>
          <a:noFill/>
          <a:ln>
            <a:noFill/>
          </a:ln>
        </p:spPr>
      </p:pic>
    </p:spTree>
    <p:extLst>
      <p:ext uri="{BB962C8B-B14F-4D97-AF65-F5344CB8AC3E}">
        <p14:creationId xmlns:p14="http://schemas.microsoft.com/office/powerpoint/2010/main" val="89963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 calcmode="lin" valueType="num">
                                      <p:cBhvr additive="base">
                                        <p:cTn id="7" dur="2200"/>
                                        <p:tgtEl>
                                          <p:spTgt spid="36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pic>
        <p:nvPicPr>
          <p:cNvPr id="355" name="Google Shape;355;p49"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sp>
        <p:nvSpPr>
          <p:cNvPr id="351" name="Google Shape;351;p49"/>
          <p:cNvSpPr/>
          <p:nvPr/>
        </p:nvSpPr>
        <p:spPr>
          <a:xfrm flipH="1">
            <a:off x="1520250" y="2260912"/>
            <a:ext cx="1316826" cy="900988"/>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9" name="Google Shape;349;p49" descr="A cartoon of a white and purple animal&#10;&#10;Description automatically generated"/>
          <p:cNvPicPr preferRelativeResize="0"/>
          <p:nvPr/>
        </p:nvPicPr>
        <p:blipFill rotWithShape="1">
          <a:blip r:embed="rId4">
            <a:alphaModFix/>
          </a:blip>
          <a:srcRect/>
          <a:stretch/>
        </p:blipFill>
        <p:spPr>
          <a:xfrm>
            <a:off x="2122541" y="2911973"/>
            <a:ext cx="1437410" cy="1755556"/>
          </a:xfrm>
          <a:prstGeom prst="rect">
            <a:avLst/>
          </a:prstGeom>
          <a:noFill/>
          <a:ln>
            <a:noFill/>
          </a:ln>
        </p:spPr>
      </p:pic>
      <p:pic>
        <p:nvPicPr>
          <p:cNvPr id="350" name="Google Shape;350;p49" descr="A cartoon of a white and purple animal&#10;&#10;Description automatically generated"/>
          <p:cNvPicPr preferRelativeResize="0"/>
          <p:nvPr/>
        </p:nvPicPr>
        <p:blipFill rotWithShape="1">
          <a:blip r:embed="rId4">
            <a:alphaModFix/>
          </a:blip>
          <a:srcRect/>
          <a:stretch/>
        </p:blipFill>
        <p:spPr>
          <a:xfrm>
            <a:off x="4763425" y="2139150"/>
            <a:ext cx="2180825" cy="2663526"/>
          </a:xfrm>
          <a:prstGeom prst="rect">
            <a:avLst/>
          </a:prstGeom>
          <a:noFill/>
          <a:ln>
            <a:noFill/>
          </a:ln>
        </p:spPr>
      </p:pic>
      <p:sp>
        <p:nvSpPr>
          <p:cNvPr id="352" name="Google Shape;352;p49"/>
          <p:cNvSpPr/>
          <p:nvPr/>
        </p:nvSpPr>
        <p:spPr>
          <a:xfrm>
            <a:off x="2927200" y="2260912"/>
            <a:ext cx="1316826" cy="900988"/>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3" name="Google Shape;353;p49"/>
          <p:cNvPicPr preferRelativeResize="0"/>
          <p:nvPr/>
        </p:nvPicPr>
        <p:blipFill>
          <a:blip r:embed="rId5">
            <a:alphaModFix/>
          </a:blip>
          <a:stretch>
            <a:fillRect/>
          </a:stretch>
        </p:blipFill>
        <p:spPr>
          <a:xfrm>
            <a:off x="3259197" y="2387057"/>
            <a:ext cx="652831" cy="568500"/>
          </a:xfrm>
          <a:prstGeom prst="rect">
            <a:avLst/>
          </a:prstGeom>
          <a:noFill/>
          <a:ln>
            <a:noFill/>
          </a:ln>
        </p:spPr>
      </p:pic>
      <p:pic>
        <p:nvPicPr>
          <p:cNvPr id="354" name="Google Shape;354;p49" title="Cute fox | Free SVG"/>
          <p:cNvPicPr preferRelativeResize="0"/>
          <p:nvPr/>
        </p:nvPicPr>
        <p:blipFill>
          <a:blip r:embed="rId6">
            <a:alphaModFix/>
          </a:blip>
          <a:stretch>
            <a:fillRect/>
          </a:stretch>
        </p:blipFill>
        <p:spPr>
          <a:xfrm>
            <a:off x="1632657" y="2196920"/>
            <a:ext cx="948776" cy="948775"/>
          </a:xfrm>
          <a:prstGeom prst="rect">
            <a:avLst/>
          </a:prstGeom>
          <a:noFill/>
          <a:ln>
            <a:noFill/>
          </a:ln>
        </p:spPr>
      </p:pic>
      <p:pic>
        <p:nvPicPr>
          <p:cNvPr id="356" name="Google Shape;356;p49" descr="Small Trees | Free SVG"/>
          <p:cNvPicPr preferRelativeResize="0"/>
          <p:nvPr/>
        </p:nvPicPr>
        <p:blipFill>
          <a:blip r:embed="rId3">
            <a:alphaModFix/>
          </a:blip>
          <a:stretch>
            <a:fillRect/>
          </a:stretch>
        </p:blipFill>
        <p:spPr>
          <a:xfrm>
            <a:off x="6784500" y="426900"/>
            <a:ext cx="2044399" cy="2044400"/>
          </a:xfrm>
          <a:prstGeom prst="rect">
            <a:avLst/>
          </a:prstGeom>
          <a:noFill/>
          <a:ln>
            <a:noFill/>
          </a:ln>
        </p:spPr>
      </p:pic>
    </p:spTree>
    <p:extLst>
      <p:ext uri="{BB962C8B-B14F-4D97-AF65-F5344CB8AC3E}">
        <p14:creationId xmlns:p14="http://schemas.microsoft.com/office/powerpoint/2010/main" val="357216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2100"/>
                                        <p:tgtEl>
                                          <p:spTgt spid="35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5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5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0"/>
        <p:cNvGrpSpPr/>
        <p:nvPr/>
      </p:nvGrpSpPr>
      <p:grpSpPr>
        <a:xfrm>
          <a:off x="0" y="0"/>
          <a:ext cx="0" cy="0"/>
          <a:chOff x="0" y="0"/>
          <a:chExt cx="0" cy="0"/>
        </a:xfrm>
      </p:grpSpPr>
      <p:sp>
        <p:nvSpPr>
          <p:cNvPr id="551" name="Google Shape;551;p68"/>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52" name="Google Shape;552;p68"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58" name="Google Shape;558;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59" name="Google Shape;559;p6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65" name="Google Shape;565;p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66" name="Google Shape;566;p7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964</Words>
  <Application>Microsoft Macintosh PowerPoint</Application>
  <PresentationFormat>On-screen Show (16:9)</PresentationFormat>
  <Paragraphs>69</Paragraphs>
  <Slides>44</Slides>
  <Notes>44</Notes>
  <HiddenSlides>2</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44</vt:i4>
      </vt:variant>
    </vt:vector>
  </HeadingPairs>
  <TitlesOfParts>
    <vt:vector size="50" baseType="lpstr">
      <vt:lpstr>Calibri</vt:lpstr>
      <vt:lpstr>Helvetica Neue</vt:lpstr>
      <vt:lpstr>Arial</vt:lpstr>
      <vt:lpstr>Helvetica Neue Light</vt:lpstr>
      <vt:lpstr>Simple Light</vt:lpstr>
      <vt:lpstr>Office Theme</vt:lpstr>
      <vt:lpstr>PowerPoint Presentation</vt:lpstr>
      <vt:lpstr>PowerPoint Presentation</vt:lpstr>
      <vt:lpstr>PowerPoint Presentation</vt:lpstr>
      <vt:lpstr>PowerPoint Presentation</vt:lpstr>
      <vt:lpstr>PowerPoint Presentation</vt:lpstr>
      <vt:lpstr>Happy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Sad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10</cp:revision>
  <dcterms:modified xsi:type="dcterms:W3CDTF">2025-04-24T15:48:59Z</dcterms:modified>
</cp:coreProperties>
</file>