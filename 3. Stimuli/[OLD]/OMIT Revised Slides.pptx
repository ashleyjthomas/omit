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3" r:id="rId4"/>
    <p:sldMasterId id="214748367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Lst>
  <p:sldSz cy="5143500" cx="9144000"/>
  <p:notesSz cx="6858000" cy="9144000"/>
  <p:embeddedFontLst>
    <p:embeddedFont>
      <p:font typeface="Helvetica Neue"/>
      <p:regular r:id="rId50"/>
      <p:bold r:id="rId51"/>
      <p:italic r:id="rId52"/>
      <p:boldItalic r:id="rId53"/>
    </p:embeddedFont>
    <p:embeddedFont>
      <p:font typeface="Helvetica Neue Light"/>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HelveticaNeue-bold.fntdata"/><Relationship Id="rId50" Type="http://schemas.openxmlformats.org/officeDocument/2006/relationships/font" Target="fonts/HelveticaNeue-regular.fntdata"/><Relationship Id="rId53" Type="http://schemas.openxmlformats.org/officeDocument/2006/relationships/font" Target="fonts/HelveticaNeue-boldItalic.fntdata"/><Relationship Id="rId52" Type="http://schemas.openxmlformats.org/officeDocument/2006/relationships/font" Target="fonts/HelveticaNeue-italic.fntdata"/><Relationship Id="rId11" Type="http://schemas.openxmlformats.org/officeDocument/2006/relationships/slide" Target="slides/slide5.xml"/><Relationship Id="rId55" Type="http://schemas.openxmlformats.org/officeDocument/2006/relationships/font" Target="fonts/HelveticaNeueLight-bold.fntdata"/><Relationship Id="rId10" Type="http://schemas.openxmlformats.org/officeDocument/2006/relationships/slide" Target="slides/slide4.xml"/><Relationship Id="rId54" Type="http://schemas.openxmlformats.org/officeDocument/2006/relationships/font" Target="fonts/HelveticaNeueLight-regular.fntdata"/><Relationship Id="rId13" Type="http://schemas.openxmlformats.org/officeDocument/2006/relationships/slide" Target="slides/slide7.xml"/><Relationship Id="rId57" Type="http://schemas.openxmlformats.org/officeDocument/2006/relationships/font" Target="fonts/HelveticaNeueLight-boldItalic.fntdata"/><Relationship Id="rId12" Type="http://schemas.openxmlformats.org/officeDocument/2006/relationships/slide" Target="slides/slide6.xml"/><Relationship Id="rId56" Type="http://schemas.openxmlformats.org/officeDocument/2006/relationships/font" Target="fonts/HelveticaNeueLight-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fd96758c84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fd96758c84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fd96758c84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fd96758c84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fd96758c84_0_19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 name="Google Shape;153;g2fd96758c84_0_1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fd96758c84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fd96758c84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09d30efcf1_0_1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g309d30efcf1_0_1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 sz="1800" u="none" strike="noStrike">
                <a:solidFill>
                  <a:srgbClr val="000000"/>
                </a:solidFill>
                <a:latin typeface="Arial"/>
                <a:ea typeface="Arial"/>
                <a:cs typeface="Arial"/>
                <a:sym typeface="Arial"/>
              </a:rPr>
              <a:t>First, we’re going to look at some shapes. [child name], I want you to imagine the two shapes in each box to be two people. </a:t>
            </a:r>
            <a:endParaRPr sz="1800"/>
          </a:p>
          <a:p>
            <a:pPr indent="0" lvl="0" marL="0" rtl="0" algn="l">
              <a:spcBef>
                <a:spcPts val="0"/>
              </a:spcBef>
              <a:spcAft>
                <a:spcPts val="0"/>
              </a:spcAft>
              <a:buNone/>
            </a:pPr>
            <a:r>
              <a:t/>
            </a:r>
            <a:endParaRPr b="0" i="0" sz="1800" u="none" strike="noStrike">
              <a:solidFill>
                <a:srgbClr val="000000"/>
              </a:solidFill>
              <a:latin typeface="Arial"/>
              <a:ea typeface="Arial"/>
              <a:cs typeface="Arial"/>
              <a:sym typeface="Arial"/>
            </a:endParaRPr>
          </a:p>
          <a:p>
            <a:pPr indent="0" lvl="0" marL="0" rtl="0" algn="l">
              <a:spcBef>
                <a:spcPts val="0"/>
              </a:spcBef>
              <a:spcAft>
                <a:spcPts val="0"/>
              </a:spcAft>
              <a:buNone/>
            </a:pPr>
            <a:r>
              <a:rPr b="0" i="0" lang="en" sz="1800" u="none" strike="noStrike">
                <a:solidFill>
                  <a:srgbClr val="000000"/>
                </a:solidFill>
                <a:latin typeface="Arial"/>
                <a:ea typeface="Arial"/>
                <a:cs typeface="Arial"/>
                <a:sym typeface="Arial"/>
              </a:rPr>
              <a:t>What colors are the boxes?</a:t>
            </a:r>
            <a:endParaRPr b="0" sz="1800"/>
          </a:p>
          <a:p>
            <a:pPr indent="0" lvl="0" marL="0" rtl="0" algn="l">
              <a:spcBef>
                <a:spcPts val="0"/>
              </a:spcBef>
              <a:spcAft>
                <a:spcPts val="0"/>
              </a:spcAft>
              <a:buNone/>
            </a:pPr>
            <a:br>
              <a:rPr b="0" lang="en" sz="1800"/>
            </a:br>
            <a:r>
              <a:rPr b="1" i="0" lang="en" sz="1800" u="none" strike="noStrike">
                <a:solidFill>
                  <a:srgbClr val="000000"/>
                </a:solidFill>
                <a:latin typeface="Arial"/>
                <a:ea typeface="Arial"/>
                <a:cs typeface="Arial"/>
                <a:sym typeface="Arial"/>
              </a:rPr>
              <a:t>Warmup 1: </a:t>
            </a:r>
            <a:r>
              <a:rPr b="0" i="0" lang="en" sz="1800" u="none" strike="noStrike">
                <a:solidFill>
                  <a:srgbClr val="000000"/>
                </a:solidFill>
                <a:latin typeface="Arial"/>
                <a:ea typeface="Arial"/>
                <a:cs typeface="Arial"/>
                <a:sym typeface="Arial"/>
              </a:rPr>
              <a:t>Which shapes do you think are most like a mom and her baby? </a:t>
            </a:r>
            <a:endParaRPr b="0" sz="1800"/>
          </a:p>
          <a:p>
            <a:pPr indent="0" lvl="0" marL="0" rtl="0" algn="l">
              <a:spcBef>
                <a:spcPts val="0"/>
              </a:spcBef>
              <a:spcAft>
                <a:spcPts val="0"/>
              </a:spcAft>
              <a:buNone/>
            </a:pPr>
            <a:br>
              <a:rPr b="0" lang="en" sz="1800"/>
            </a:br>
            <a:r>
              <a:rPr b="1" i="0" lang="en" sz="1800" u="none" strike="noStrike">
                <a:solidFill>
                  <a:srgbClr val="000000"/>
                </a:solidFill>
                <a:latin typeface="Arial"/>
                <a:ea typeface="Arial"/>
                <a:cs typeface="Arial"/>
                <a:sym typeface="Arial"/>
              </a:rPr>
              <a:t>Warmup 2: </a:t>
            </a:r>
            <a:r>
              <a:rPr b="0" i="0" lang="en" sz="1800" u="none" strike="noStrike">
                <a:solidFill>
                  <a:srgbClr val="000000"/>
                </a:solidFill>
                <a:latin typeface="Arial"/>
                <a:ea typeface="Arial"/>
                <a:cs typeface="Arial"/>
                <a:sym typeface="Arial"/>
              </a:rPr>
              <a:t>Which shapes do you think are most like two people who don’t know each other? </a:t>
            </a:r>
            <a:endParaRPr b="0" sz="1800"/>
          </a:p>
          <a:p>
            <a:pPr indent="0" lvl="0" marL="0" rtl="0" algn="l">
              <a:spcBef>
                <a:spcPts val="0"/>
              </a:spcBef>
              <a:spcAft>
                <a:spcPts val="0"/>
              </a:spcAft>
              <a:buNone/>
            </a:pPr>
            <a:br>
              <a:rPr b="0" lang="en" sz="1800"/>
            </a:br>
            <a:r>
              <a:rPr b="1" i="0" lang="en" sz="1800" u="none" strike="noStrike">
                <a:solidFill>
                  <a:srgbClr val="000000"/>
                </a:solidFill>
                <a:latin typeface="Arial"/>
                <a:ea typeface="Arial"/>
                <a:cs typeface="Arial"/>
                <a:sym typeface="Arial"/>
              </a:rPr>
              <a:t>Warmup 3: </a:t>
            </a:r>
            <a:r>
              <a:rPr b="0" i="0" lang="en" sz="1800" u="none" strike="noStrike">
                <a:solidFill>
                  <a:srgbClr val="000000"/>
                </a:solidFill>
                <a:latin typeface="Arial"/>
                <a:ea typeface="Arial"/>
                <a:cs typeface="Arial"/>
                <a:sym typeface="Arial"/>
              </a:rPr>
              <a:t>Which shapes do you think are most like friends?</a:t>
            </a:r>
            <a:endParaRPr sz="1800"/>
          </a:p>
          <a:p>
            <a:pPr indent="0" lvl="0" marL="0" rtl="0" algn="l">
              <a:spcBef>
                <a:spcPts val="0"/>
              </a:spcBef>
              <a:spcAft>
                <a:spcPts val="0"/>
              </a:spcAft>
              <a:buNone/>
            </a:pPr>
            <a:r>
              <a:t/>
            </a:r>
            <a:endParaRPr b="0" i="0" sz="1800" u="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Percy! [click] I am going to tell you a story about him!</a:t>
            </a:r>
            <a:endParaRPr/>
          </a:p>
          <a:p>
            <a:pPr indent="0" lvl="0" marL="0" rtl="0" algn="l">
              <a:spcBef>
                <a:spcPts val="0"/>
              </a:spcBef>
              <a:spcAft>
                <a:spcPts val="0"/>
              </a:spcAft>
              <a:buNone/>
            </a:pPr>
            <a:r>
              <a:rPr lang="en"/>
              <a:t>Percy feels sad today [click] and doesn’t know why</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f725bdd42f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2f725bdd42f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f196430133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f196430133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In school today, Percy learned that foxes move without making any sound.</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2f725bdd42f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2f725bdd42f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But </a:t>
            </a:r>
            <a:r>
              <a:rPr lang="en"/>
              <a:t>Percy is still feeling sad, even after he learned an interesting fact about foxes.</a:t>
            </a:r>
            <a:endParaRPr b="1"/>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fcfa7e5489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2fcfa7e5489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dk1"/>
                </a:solidFill>
              </a:rPr>
              <a:t>While waiting to get on the bus after school, Percy saw a classmate named Avery. Avery said “Hi Percy! How was school today?”</a:t>
            </a:r>
            <a:endParaRPr sz="1200">
              <a:solidFill>
                <a:schemeClr val="dk1"/>
              </a:solidFill>
            </a:endParaRPr>
          </a:p>
          <a:p>
            <a:pPr indent="0" lvl="0" marL="0" rtl="0" algn="l">
              <a:lnSpc>
                <a:spcPct val="115000"/>
              </a:lnSpc>
              <a:spcBef>
                <a:spcPts val="0"/>
              </a:spcBef>
              <a:spcAft>
                <a:spcPts val="0"/>
              </a:spcAft>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Percy told Avery about how he learned foxes move without making sounds. </a:t>
            </a:r>
            <a:r>
              <a:rPr b="1" lang="en" sz="1200">
                <a:solidFill>
                  <a:schemeClr val="dk1"/>
                </a:solidFill>
              </a:rPr>
              <a:t>[click 2x]</a:t>
            </a:r>
            <a:endParaRPr b="1" sz="1200">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fcfa7e548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2fcfa7e548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Percy did not tell Avery that he was </a:t>
            </a:r>
            <a:r>
              <a:rPr lang="en" sz="1200">
                <a:solidFill>
                  <a:schemeClr val="dk1"/>
                </a:solidFill>
              </a:rPr>
              <a:t>feeling</a:t>
            </a:r>
            <a:r>
              <a:rPr lang="en" sz="1200">
                <a:solidFill>
                  <a:schemeClr val="dk1"/>
                </a:solidFill>
              </a:rPr>
              <a:t> sad today. </a:t>
            </a:r>
            <a:r>
              <a:rPr b="1" lang="en" sz="1200">
                <a:solidFill>
                  <a:schemeClr val="dk1"/>
                </a:solidFill>
              </a:rPr>
              <a:t>[click 3x]</a:t>
            </a:r>
            <a:endParaRPr b="1"/>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090193dd54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090193dd54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dk1"/>
                </a:solidFill>
              </a:rPr>
              <a:t>Percy saw another classmate named Orin. Orin said “Hi Percy! How was school today?”</a:t>
            </a:r>
            <a:endParaRPr sz="1200">
              <a:solidFill>
                <a:schemeClr val="dk1"/>
              </a:solidFill>
            </a:endParaRPr>
          </a:p>
          <a:p>
            <a:pPr indent="0" lvl="0" marL="0" rtl="0" algn="l">
              <a:lnSpc>
                <a:spcPct val="115000"/>
              </a:lnSpc>
              <a:spcBef>
                <a:spcPts val="0"/>
              </a:spcBef>
              <a:spcAft>
                <a:spcPts val="0"/>
              </a:spcAft>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Percy did not tell Orin about how he learned foxes move without making sounds. </a:t>
            </a:r>
            <a:r>
              <a:rPr b="1" lang="en" sz="1200">
                <a:solidFill>
                  <a:schemeClr val="dk1"/>
                </a:solidFill>
              </a:rPr>
              <a:t>[click 3x]</a:t>
            </a:r>
            <a:endParaRPr b="1" sz="1200">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2fcfa7e5489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2fcfa7e5489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But Percy did tell Orin that he was feeling sad today</a:t>
            </a:r>
            <a:r>
              <a:rPr lang="en" sz="1200">
                <a:solidFill>
                  <a:schemeClr val="dk1"/>
                </a:solidFill>
              </a:rPr>
              <a:t>. </a:t>
            </a:r>
            <a:r>
              <a:rPr b="1" lang="en" sz="1200">
                <a:solidFill>
                  <a:schemeClr val="dk1"/>
                </a:solidFill>
              </a:rPr>
              <a:t>[click 2x]</a:t>
            </a:r>
            <a:endParaRPr b="1" sz="1200">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0ece795ba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0ece795ba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Which classmate did Percy tell about foxes?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0ece795ba5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g30ece795ba5_0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800"/>
              <a:t>Which classmate did Percy tell about feeling sad today?</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 sz="1800">
                <a:solidFill>
                  <a:schemeClr val="accent1"/>
                </a:solidFill>
              </a:rPr>
              <a:t>[wait for and record the child’s response]</a:t>
            </a:r>
            <a:endParaRPr sz="1800">
              <a:solidFill>
                <a:schemeClr val="accent1"/>
              </a:solidFill>
            </a:endParaRPr>
          </a:p>
          <a:p>
            <a:pPr indent="0" lvl="0" marL="0" rtl="0" algn="l">
              <a:spcBef>
                <a:spcPts val="0"/>
              </a:spcBef>
              <a:spcAft>
                <a:spcPts val="0"/>
              </a:spcAft>
              <a:buNone/>
            </a:pPr>
            <a:r>
              <a:t/>
            </a:r>
            <a:endParaRPr sz="1800">
              <a:solidFill>
                <a:schemeClr val="accent1"/>
              </a:solidFill>
            </a:endParaRPr>
          </a:p>
          <a:p>
            <a:pPr indent="0" lvl="0" marL="0" rtl="0" algn="l">
              <a:spcBef>
                <a:spcPts val="0"/>
              </a:spcBef>
              <a:spcAft>
                <a:spcPts val="0"/>
              </a:spcAft>
              <a:buNone/>
            </a:pPr>
            <a:r>
              <a:rPr lang="en" sz="1800">
                <a:solidFill>
                  <a:schemeClr val="dk1"/>
                </a:solidFill>
              </a:rPr>
              <a:t>Okay thank you.</a:t>
            </a:r>
            <a:endParaRPr sz="1800">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090193dd54_0_2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g3090193dd54_0_2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 sz="1800">
                <a:solidFill>
                  <a:schemeClr val="dk1"/>
                </a:solidFill>
              </a:rPr>
              <a:t> which box do you think is most like </a:t>
            </a:r>
            <a:r>
              <a:rPr lang="en" sz="1800">
                <a:solidFill>
                  <a:srgbClr val="9900FF"/>
                </a:solidFill>
              </a:rPr>
              <a:t>Percy</a:t>
            </a:r>
            <a:r>
              <a:rPr lang="en" sz="1800">
                <a:solidFill>
                  <a:srgbClr val="4A86E8"/>
                </a:solidFill>
              </a:rPr>
              <a:t> </a:t>
            </a:r>
            <a:r>
              <a:rPr lang="en" sz="1800">
                <a:solidFill>
                  <a:schemeClr val="dk1"/>
                </a:solidFill>
              </a:rPr>
              <a:t>and</a:t>
            </a:r>
            <a:r>
              <a:rPr lang="en" sz="1800">
                <a:solidFill>
                  <a:srgbClr val="4A86E8"/>
                </a:solidFill>
              </a:rPr>
              <a:t> </a:t>
            </a:r>
            <a:r>
              <a:rPr lang="en" sz="1800">
                <a:solidFill>
                  <a:srgbClr val="A4C2F4"/>
                </a:solidFill>
              </a:rPr>
              <a:t>Avery</a:t>
            </a:r>
            <a:r>
              <a:rPr lang="en" sz="1800">
                <a:solidFill>
                  <a:schemeClr val="dk1"/>
                </a:solidFill>
              </a:rPr>
              <a:t>? </a:t>
            </a:r>
            <a:endParaRPr>
              <a:solidFill>
                <a:schemeClr val="dk1"/>
              </a:solidFill>
            </a:endParaRPr>
          </a:p>
          <a:p>
            <a:pPr indent="0" lvl="0" marL="0" rtl="0" algn="l">
              <a:spcBef>
                <a:spcPts val="0"/>
              </a:spcBef>
              <a:spcAft>
                <a:spcPts val="0"/>
              </a:spcAft>
              <a:buClr>
                <a:schemeClr val="dk1"/>
              </a:buClr>
              <a:buFont typeface="Arial"/>
              <a:buNone/>
            </a:pPr>
            <a:r>
              <a:t/>
            </a:r>
            <a:endParaRPr sz="1800">
              <a:solidFill>
                <a:schemeClr val="accent1"/>
              </a:solidFill>
            </a:endParaRPr>
          </a:p>
          <a:p>
            <a:pPr indent="0" lvl="0" marL="0" rtl="0" algn="l">
              <a:spcBef>
                <a:spcPts val="0"/>
              </a:spcBef>
              <a:spcAft>
                <a:spcPts val="0"/>
              </a:spcAft>
              <a:buClr>
                <a:schemeClr val="dk1"/>
              </a:buClr>
              <a:buFont typeface="Arial"/>
              <a:buNone/>
            </a:pPr>
            <a:r>
              <a:rPr lang="en" sz="1800">
                <a:solidFill>
                  <a:schemeClr val="accent1"/>
                </a:solidFill>
              </a:rPr>
              <a:t>[wait for and record the child’s response]</a:t>
            </a:r>
            <a:endParaRPr>
              <a:solidFill>
                <a:schemeClr val="accent1"/>
              </a:solidFill>
            </a:endParaRPr>
          </a:p>
          <a:p>
            <a:pPr indent="0" lvl="0" marL="0" rtl="0" algn="l">
              <a:spcBef>
                <a:spcPts val="0"/>
              </a:spcBef>
              <a:spcAft>
                <a:spcPts val="0"/>
              </a:spcAft>
              <a:buClr>
                <a:schemeClr val="dk1"/>
              </a:buClr>
              <a:buFont typeface="Arial"/>
              <a:buNone/>
            </a:pPr>
            <a:br>
              <a:rPr lang="en">
                <a:solidFill>
                  <a:schemeClr val="dk1"/>
                </a:solidFill>
              </a:rPr>
            </a:br>
            <a:r>
              <a:rPr lang="en" sz="1800">
                <a:solidFill>
                  <a:schemeClr val="dk1"/>
                </a:solidFill>
              </a:rPr>
              <a:t>Alright, thank you. </a:t>
            </a:r>
            <a:endParaRPr b="1"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090193dd54_0_1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g3090193dd54_0_1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 sz="1800">
                <a:solidFill>
                  <a:schemeClr val="dk1"/>
                </a:solidFill>
              </a:rPr>
              <a:t> which box do you think is most like </a:t>
            </a:r>
            <a:r>
              <a:rPr lang="en" sz="1800">
                <a:solidFill>
                  <a:srgbClr val="9900FF"/>
                </a:solidFill>
              </a:rPr>
              <a:t>Percy</a:t>
            </a:r>
            <a:r>
              <a:rPr lang="en" sz="1800">
                <a:solidFill>
                  <a:srgbClr val="4A86E8"/>
                </a:solidFill>
              </a:rPr>
              <a:t> </a:t>
            </a:r>
            <a:r>
              <a:rPr lang="en" sz="1800">
                <a:solidFill>
                  <a:schemeClr val="dk1"/>
                </a:solidFill>
              </a:rPr>
              <a:t>and</a:t>
            </a:r>
            <a:r>
              <a:rPr lang="en" sz="1800">
                <a:solidFill>
                  <a:srgbClr val="4A86E8"/>
                </a:solidFill>
              </a:rPr>
              <a:t> </a:t>
            </a:r>
            <a:r>
              <a:rPr lang="en" sz="1800">
                <a:solidFill>
                  <a:srgbClr val="FF9900"/>
                </a:solidFill>
              </a:rPr>
              <a:t>Orin</a:t>
            </a:r>
            <a:r>
              <a:rPr lang="en" sz="1800">
                <a:solidFill>
                  <a:schemeClr val="dk1"/>
                </a:solidFill>
              </a:rPr>
              <a:t>? Why?</a:t>
            </a:r>
            <a:endParaRPr>
              <a:solidFill>
                <a:schemeClr val="dk1"/>
              </a:solidFill>
            </a:endParaRPr>
          </a:p>
          <a:p>
            <a:pPr indent="0" lvl="0" marL="0" rtl="0" algn="l">
              <a:spcBef>
                <a:spcPts val="0"/>
              </a:spcBef>
              <a:spcAft>
                <a:spcPts val="0"/>
              </a:spcAft>
              <a:buClr>
                <a:schemeClr val="dk1"/>
              </a:buClr>
              <a:buFont typeface="Arial"/>
              <a:buNone/>
            </a:pPr>
            <a:r>
              <a:t/>
            </a:r>
            <a:endParaRPr sz="1800">
              <a:solidFill>
                <a:schemeClr val="accent1"/>
              </a:solidFill>
            </a:endParaRPr>
          </a:p>
          <a:p>
            <a:pPr indent="0" lvl="0" marL="0" rtl="0" algn="l">
              <a:spcBef>
                <a:spcPts val="0"/>
              </a:spcBef>
              <a:spcAft>
                <a:spcPts val="0"/>
              </a:spcAft>
              <a:buClr>
                <a:schemeClr val="dk1"/>
              </a:buClr>
              <a:buFont typeface="Arial"/>
              <a:buNone/>
            </a:pPr>
            <a:r>
              <a:rPr lang="en" sz="1800">
                <a:solidFill>
                  <a:schemeClr val="accent1"/>
                </a:solidFill>
              </a:rPr>
              <a:t>[wait for and record the child’s response]</a:t>
            </a:r>
            <a:endParaRPr>
              <a:solidFill>
                <a:schemeClr val="accent1"/>
              </a:solidFill>
            </a:endParaRPr>
          </a:p>
          <a:p>
            <a:pPr indent="0" lvl="0" marL="0" rtl="0" algn="l">
              <a:spcBef>
                <a:spcPts val="0"/>
              </a:spcBef>
              <a:spcAft>
                <a:spcPts val="0"/>
              </a:spcAft>
              <a:buClr>
                <a:schemeClr val="dk1"/>
              </a:buClr>
              <a:buFont typeface="Arial"/>
              <a:buNone/>
            </a:pPr>
            <a:br>
              <a:rPr lang="en">
                <a:solidFill>
                  <a:schemeClr val="dk1"/>
                </a:solidFill>
              </a:rPr>
            </a:br>
            <a:r>
              <a:rPr lang="en" sz="1800">
                <a:solidFill>
                  <a:schemeClr val="dk1"/>
                </a:solidFill>
              </a:rPr>
              <a:t>Alright, thank you. </a:t>
            </a:r>
            <a:endParaRPr b="1"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2fd96758c8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2fd96758c8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Who do you think is a better friend to Percy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0ece795ba5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0ece795ba5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Who do you think Percy would want to share an ice cream cone with?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0ece795ba5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0ece795ba5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Who do you think Percy would want to share candy with?Why?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09d30efcf1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09d30efcf1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Later that day, Percy went to the playground and met someone who he wanted to be friends with. Do you think Percy  should tell them about the foxes or that he is feeling sad today?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rPr>
              <a:t>[click 2x]</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0ece795ba5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0ece795ba5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the </a:t>
            </a:r>
            <a:r>
              <a:rPr lang="en"/>
              <a:t>playground, Percy saw his mom in the park! Percy’s mom said “Hey Percy how was school today?” Do you think Percy should tell his mom about the foxes or about feeling sad today?</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0ece795ba5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0ece795ba5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Then Percy saw his friend’s mom and she said “Hey Percy! How was school today?” Do you think Percy should tell her about the foxes or that he’s feeling sad?</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09c7089db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09c7089d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Kendall! [click] I am going to tell you a story about him! Kendall feels happy today [click]</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090193dd54_0_3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090193dd54_0_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In school today, Kendall learned that elephants move mostly in the morning.</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090193dd54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3090193dd54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And Kendall is still </a:t>
            </a:r>
            <a:r>
              <a:rPr lang="en"/>
              <a:t>feeling</a:t>
            </a:r>
            <a:r>
              <a:rPr lang="en"/>
              <a:t> happy today after learning about elephants.</a:t>
            </a:r>
            <a:endParaRPr b="1"/>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2f725bdd42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2f725bdd42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On the way home, Kendall saw a classmate named Riley. Riley said “Hey Kendall! How was school today?” </a:t>
            </a:r>
            <a:endParaRPr sz="1200">
              <a:solidFill>
                <a:schemeClr val="dk1"/>
              </a:solidFill>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Kendall told</a:t>
            </a:r>
            <a:r>
              <a:rPr lang="en" sz="1200"/>
              <a:t> Riley about he learned that elephants move mostly in the morning. </a:t>
            </a:r>
            <a:r>
              <a:rPr b="1" lang="en" sz="1200"/>
              <a:t>[click 2x]</a:t>
            </a:r>
            <a:endParaRPr b="1" sz="1200"/>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2f196430133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2f19643013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Kendall did not tell Riley that he was feeling happy today. </a:t>
            </a:r>
            <a:r>
              <a:rPr b="1" lang="en" sz="1200">
                <a:solidFill>
                  <a:schemeClr val="dk1"/>
                </a:solidFill>
              </a:rPr>
              <a:t>[click 3x]</a:t>
            </a:r>
            <a:endParaRPr b="1"/>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2f725bdd42f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2f725bdd42f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Kendall</a:t>
            </a:r>
            <a:r>
              <a:rPr lang="en" sz="1200">
                <a:solidFill>
                  <a:schemeClr val="dk1"/>
                </a:solidFill>
              </a:rPr>
              <a:t> saw another classmate named Cameron. Cameron said “Hey Kendall! How was school today?” </a:t>
            </a:r>
            <a:endParaRPr sz="1200">
              <a:solidFill>
                <a:schemeClr val="dk1"/>
              </a:solidFill>
            </a:endParaRPr>
          </a:p>
          <a:p>
            <a:pPr indent="0" lvl="0" marL="0" rtl="0" algn="l">
              <a:spcBef>
                <a:spcPts val="0"/>
              </a:spcBef>
              <a:spcAft>
                <a:spcPts val="0"/>
              </a:spcAft>
              <a:buNone/>
            </a:pPr>
            <a:r>
              <a:t/>
            </a:r>
            <a:endParaRPr sz="1200"/>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Kendall did not tell Cameron about how he learned that elephants move mostly in the morning. </a:t>
            </a:r>
            <a:r>
              <a:rPr b="1" lang="en" sz="1200">
                <a:solidFill>
                  <a:schemeClr val="dk1"/>
                </a:solidFill>
              </a:rPr>
              <a:t>[click 2x]</a:t>
            </a:r>
            <a:endParaRPr b="1"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2f725bdd42f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2f725bdd42f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Kendall did tell Cameron that he is feeling happy today. </a:t>
            </a:r>
            <a:r>
              <a:rPr b="1" lang="en" sz="1200">
                <a:solidFill>
                  <a:schemeClr val="dk1"/>
                </a:solidFill>
              </a:rPr>
              <a:t>[click 2x]</a:t>
            </a:r>
            <a:endParaRPr b="1"/>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0ece795ba5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30ece795ba5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0ece795ba5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30ece795ba5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09622fb5d5_0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8" name="Google Shape;448;g309622fb5d5_0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 sz="1800">
                <a:solidFill>
                  <a:schemeClr val="dk1"/>
                </a:solidFill>
              </a:rPr>
              <a:t> which box do you think is most like </a:t>
            </a:r>
            <a:r>
              <a:rPr lang="en" sz="1800">
                <a:solidFill>
                  <a:srgbClr val="0070C0"/>
                </a:solidFill>
              </a:rPr>
              <a:t>Kendall</a:t>
            </a:r>
            <a:r>
              <a:rPr lang="en" sz="1800">
                <a:solidFill>
                  <a:srgbClr val="4A86E8"/>
                </a:solidFill>
              </a:rPr>
              <a:t> </a:t>
            </a:r>
            <a:r>
              <a:rPr lang="en" sz="1800">
                <a:solidFill>
                  <a:schemeClr val="dk1"/>
                </a:solidFill>
              </a:rPr>
              <a:t>and</a:t>
            </a:r>
            <a:r>
              <a:rPr lang="en" sz="1800">
                <a:solidFill>
                  <a:srgbClr val="4A86E8"/>
                </a:solidFill>
              </a:rPr>
              <a:t> </a:t>
            </a:r>
            <a:r>
              <a:rPr lang="en" sz="1800">
                <a:solidFill>
                  <a:srgbClr val="93C47D"/>
                </a:solidFill>
              </a:rPr>
              <a:t>Riley</a:t>
            </a:r>
            <a:r>
              <a:rPr lang="en" sz="1800">
                <a:solidFill>
                  <a:schemeClr val="dk1"/>
                </a:solidFill>
              </a:rPr>
              <a:t>? </a:t>
            </a:r>
            <a:endParaRPr>
              <a:solidFill>
                <a:schemeClr val="dk1"/>
              </a:solidFill>
            </a:endParaRPr>
          </a:p>
          <a:p>
            <a:pPr indent="0" lvl="0" marL="0" rtl="0" algn="l">
              <a:spcBef>
                <a:spcPts val="0"/>
              </a:spcBef>
              <a:spcAft>
                <a:spcPts val="0"/>
              </a:spcAft>
              <a:buClr>
                <a:schemeClr val="dk1"/>
              </a:buClr>
              <a:buFont typeface="Arial"/>
              <a:buNone/>
            </a:pPr>
            <a:r>
              <a:t/>
            </a:r>
            <a:endParaRPr sz="1800">
              <a:solidFill>
                <a:schemeClr val="accent1"/>
              </a:solidFill>
            </a:endParaRPr>
          </a:p>
          <a:p>
            <a:pPr indent="0" lvl="0" marL="0" rtl="0" algn="l">
              <a:spcBef>
                <a:spcPts val="0"/>
              </a:spcBef>
              <a:spcAft>
                <a:spcPts val="0"/>
              </a:spcAft>
              <a:buClr>
                <a:schemeClr val="dk1"/>
              </a:buClr>
              <a:buFont typeface="Arial"/>
              <a:buNone/>
            </a:pPr>
            <a:r>
              <a:rPr lang="en" sz="1800">
                <a:solidFill>
                  <a:schemeClr val="accent1"/>
                </a:solidFill>
              </a:rPr>
              <a:t>[wait for and record the child’s response]</a:t>
            </a:r>
            <a:endParaRPr>
              <a:solidFill>
                <a:schemeClr val="accent1"/>
              </a:solidFill>
            </a:endParaRPr>
          </a:p>
          <a:p>
            <a:pPr indent="0" lvl="0" marL="0" rtl="0" algn="l">
              <a:spcBef>
                <a:spcPts val="0"/>
              </a:spcBef>
              <a:spcAft>
                <a:spcPts val="0"/>
              </a:spcAft>
              <a:buClr>
                <a:schemeClr val="dk1"/>
              </a:buClr>
              <a:buFont typeface="Arial"/>
              <a:buNone/>
            </a:pPr>
            <a:br>
              <a:rPr lang="en">
                <a:solidFill>
                  <a:schemeClr val="dk1"/>
                </a:solidFill>
              </a:rPr>
            </a:br>
            <a:r>
              <a:rPr lang="en" sz="1800">
                <a:solidFill>
                  <a:schemeClr val="dk1"/>
                </a:solidFill>
              </a:rPr>
              <a:t>Alright, thank you. </a:t>
            </a:r>
            <a:endParaRPr b="1"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09622fb5d5_0_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0" name="Google Shape;470;g309622fb5d5_0_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 sz="1800">
                <a:solidFill>
                  <a:schemeClr val="dk1"/>
                </a:solidFill>
              </a:rPr>
              <a:t> which box do you think is most like </a:t>
            </a:r>
            <a:r>
              <a:rPr lang="en" sz="1800">
                <a:solidFill>
                  <a:srgbClr val="0070C0"/>
                </a:solidFill>
              </a:rPr>
              <a:t>Kendall</a:t>
            </a:r>
            <a:r>
              <a:rPr lang="en" sz="1800">
                <a:solidFill>
                  <a:srgbClr val="4A86E8"/>
                </a:solidFill>
              </a:rPr>
              <a:t> </a:t>
            </a:r>
            <a:r>
              <a:rPr lang="en" sz="1800">
                <a:solidFill>
                  <a:schemeClr val="dk1"/>
                </a:solidFill>
              </a:rPr>
              <a:t>and</a:t>
            </a:r>
            <a:r>
              <a:rPr lang="en" sz="1800">
                <a:solidFill>
                  <a:srgbClr val="4A86E8"/>
                </a:solidFill>
              </a:rPr>
              <a:t> </a:t>
            </a:r>
            <a:r>
              <a:rPr lang="en" sz="1800">
                <a:solidFill>
                  <a:srgbClr val="FACAA5"/>
                </a:solidFill>
              </a:rPr>
              <a:t>Cameron</a:t>
            </a:r>
            <a:r>
              <a:rPr lang="en" sz="1800">
                <a:solidFill>
                  <a:schemeClr val="dk1"/>
                </a:solidFill>
              </a:rPr>
              <a:t>? </a:t>
            </a:r>
            <a:endParaRPr>
              <a:solidFill>
                <a:schemeClr val="dk1"/>
              </a:solidFill>
            </a:endParaRPr>
          </a:p>
          <a:p>
            <a:pPr indent="0" lvl="0" marL="0" rtl="0" algn="l">
              <a:spcBef>
                <a:spcPts val="0"/>
              </a:spcBef>
              <a:spcAft>
                <a:spcPts val="0"/>
              </a:spcAft>
              <a:buClr>
                <a:schemeClr val="dk1"/>
              </a:buClr>
              <a:buFont typeface="Arial"/>
              <a:buNone/>
            </a:pPr>
            <a:r>
              <a:t/>
            </a:r>
            <a:endParaRPr sz="1800">
              <a:solidFill>
                <a:schemeClr val="accent1"/>
              </a:solidFill>
            </a:endParaRPr>
          </a:p>
          <a:p>
            <a:pPr indent="0" lvl="0" marL="0" rtl="0" algn="l">
              <a:spcBef>
                <a:spcPts val="0"/>
              </a:spcBef>
              <a:spcAft>
                <a:spcPts val="0"/>
              </a:spcAft>
              <a:buClr>
                <a:schemeClr val="dk1"/>
              </a:buClr>
              <a:buFont typeface="Arial"/>
              <a:buNone/>
            </a:pPr>
            <a:r>
              <a:rPr lang="en" sz="1800">
                <a:solidFill>
                  <a:schemeClr val="accent1"/>
                </a:solidFill>
              </a:rPr>
              <a:t>[wait for and record the child’s response]</a:t>
            </a:r>
            <a:endParaRPr>
              <a:solidFill>
                <a:schemeClr val="accent1"/>
              </a:solidFill>
            </a:endParaRPr>
          </a:p>
          <a:p>
            <a:pPr indent="0" lvl="0" marL="0" rtl="0" algn="l">
              <a:spcBef>
                <a:spcPts val="0"/>
              </a:spcBef>
              <a:spcAft>
                <a:spcPts val="0"/>
              </a:spcAft>
              <a:buClr>
                <a:schemeClr val="dk1"/>
              </a:buClr>
              <a:buFont typeface="Arial"/>
              <a:buNone/>
            </a:pPr>
            <a:br>
              <a:rPr lang="en">
                <a:solidFill>
                  <a:schemeClr val="dk1"/>
                </a:solidFill>
              </a:rPr>
            </a:br>
            <a:r>
              <a:rPr lang="en" sz="1800">
                <a:solidFill>
                  <a:schemeClr val="dk1"/>
                </a:solidFill>
              </a:rPr>
              <a:t>Alright, thank you. </a:t>
            </a:r>
            <a:endParaRPr b="1"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2f196430133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2f196430133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Who do you think is a better friend to Kendall?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0ece795ba5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30ece795ba5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Who do you think is a better friend to Kendall?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0ece795ba5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30ece795ba5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Who do you think is a better friend to Kendall?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09d30efcf1_0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309d30efcf1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Later that day, Kendall  went to the playground and met someone who he wanted to be friends with. Do you think Kendall should tell them about the elephants or that he is feeling happy today?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rPr>
              <a:t>[click 2x]</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0ece795ba5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30ece795ba5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After the playground, Kendall saw his mom in the park! Kendall’s mom said “Hey Kendall how was school today?” Do you think Kendall should tell his mom about the elephants or about feeling happy today?</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30ece795ba5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30ece795ba5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Then Kendall saw his friend’s mom and she said “Hey Kendall! How was school today?” Do you think Kendall should tell her about the elephants or that he’s feeling happy today?</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2fd96758c84_0_36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g2fd96758c84_0_3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2fd96758c84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2fd96758c84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2fd96758c84_0_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2fd96758c84_0_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TITLE_AND_BODY_1">
    <p:spTree>
      <p:nvGrpSpPr>
        <p:cNvPr id="50" name="Shape 50"/>
        <p:cNvGrpSpPr/>
        <p:nvPr/>
      </p:nvGrpSpPr>
      <p:grpSpPr>
        <a:xfrm>
          <a:off x="0" y="0"/>
          <a:ext cx="0" cy="0"/>
          <a:chOff x="0" y="0"/>
          <a:chExt cx="0" cy="0"/>
        </a:xfrm>
      </p:grpSpPr>
      <p:sp>
        <p:nvSpPr>
          <p:cNvPr id="51" name="Google Shape;51;p13"/>
          <p:cNvSpPr txBox="1"/>
          <p:nvPr>
            <p:ph idx="12" type="sldNum"/>
          </p:nvPr>
        </p:nvSpPr>
        <p:spPr>
          <a:xfrm>
            <a:off x="4482789" y="4902398"/>
            <a:ext cx="174900" cy="177300"/>
          </a:xfrm>
          <a:prstGeom prst="rect">
            <a:avLst/>
          </a:prstGeom>
          <a:noFill/>
          <a:ln>
            <a:noFill/>
          </a:ln>
        </p:spPr>
        <p:txBody>
          <a:bodyPr anchorCtr="0" anchor="t" bIns="26800" lIns="26800" spcFirstLastPara="1" rIns="26800" wrap="square" tIns="26800">
            <a:spAutoFit/>
          </a:bodyPr>
          <a:lstStyle>
            <a:lvl1pPr indent="0" lvl="0" marL="0" marR="0" rtl="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1pPr>
            <a:lvl2pPr indent="0" lvl="1" marL="0" marR="0" rtl="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2pPr>
            <a:lvl3pPr indent="0" lvl="2" marL="0" marR="0" rtl="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3pPr>
            <a:lvl4pPr indent="0" lvl="3" marL="0" marR="0" rtl="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4pPr>
            <a:lvl5pPr indent="0" lvl="4" marL="0" marR="0" rtl="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5pPr>
            <a:lvl6pPr indent="0" lvl="5" marL="0" marR="0" rtl="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6pPr>
            <a:lvl7pPr indent="0" lvl="6" marL="0" marR="0" rtl="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7pPr>
            <a:lvl8pPr indent="0" lvl="7" marL="0" marR="0" rtl="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8pPr>
            <a:lvl9pPr indent="0" lvl="8" marL="0" marR="0" rtl="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
              <a:t>‹#›</a:t>
            </a:fld>
            <a:endParaRPr sz="900">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2" name="Shape 52"/>
        <p:cNvGrpSpPr/>
        <p:nvPr/>
      </p:nvGrpSpPr>
      <p:grpSpPr>
        <a:xfrm>
          <a:off x="0" y="0"/>
          <a:ext cx="0" cy="0"/>
          <a:chOff x="0" y="0"/>
          <a:chExt cx="0" cy="0"/>
        </a:xfrm>
      </p:grpSpPr>
      <p:sp>
        <p:nvSpPr>
          <p:cNvPr id="53" name="Google Shape;53;p1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14"/>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1200"/>
              </a:spcBef>
              <a:spcAft>
                <a:spcPts val="0"/>
              </a:spcAft>
              <a:buClr>
                <a:schemeClr val="dk1"/>
              </a:buClr>
              <a:buSzPts val="1400"/>
              <a:buChar char="○"/>
              <a:defRPr/>
            </a:lvl2pPr>
            <a:lvl3pPr indent="-317500" lvl="2" marL="1371600" rtl="0" algn="l">
              <a:lnSpc>
                <a:spcPct val="90000"/>
              </a:lnSpc>
              <a:spcBef>
                <a:spcPts val="1200"/>
              </a:spcBef>
              <a:spcAft>
                <a:spcPts val="0"/>
              </a:spcAft>
              <a:buClr>
                <a:schemeClr val="dk1"/>
              </a:buClr>
              <a:buSzPts val="1400"/>
              <a:buChar char="■"/>
              <a:defRPr/>
            </a:lvl3pPr>
            <a:lvl4pPr indent="-317500" lvl="3" marL="1828800" rtl="0" algn="l">
              <a:lnSpc>
                <a:spcPct val="90000"/>
              </a:lnSpc>
              <a:spcBef>
                <a:spcPts val="1200"/>
              </a:spcBef>
              <a:spcAft>
                <a:spcPts val="0"/>
              </a:spcAft>
              <a:buClr>
                <a:schemeClr val="dk1"/>
              </a:buClr>
              <a:buSzPts val="1400"/>
              <a:buChar char="●"/>
              <a:defRPr/>
            </a:lvl4pPr>
            <a:lvl5pPr indent="-317500" lvl="4" marL="2286000" rtl="0" algn="l">
              <a:lnSpc>
                <a:spcPct val="90000"/>
              </a:lnSpc>
              <a:spcBef>
                <a:spcPts val="1200"/>
              </a:spcBef>
              <a:spcAft>
                <a:spcPts val="0"/>
              </a:spcAft>
              <a:buClr>
                <a:schemeClr val="dk1"/>
              </a:buClr>
              <a:buSzPts val="1400"/>
              <a:buChar char="○"/>
              <a:defRPr/>
            </a:lvl5pPr>
            <a:lvl6pPr indent="-317500" lvl="5" marL="2743200" rtl="0" algn="l">
              <a:lnSpc>
                <a:spcPct val="90000"/>
              </a:lnSpc>
              <a:spcBef>
                <a:spcPts val="1200"/>
              </a:spcBef>
              <a:spcAft>
                <a:spcPts val="0"/>
              </a:spcAft>
              <a:buClr>
                <a:schemeClr val="dk1"/>
              </a:buClr>
              <a:buSzPts val="1400"/>
              <a:buChar char="■"/>
              <a:defRPr/>
            </a:lvl6pPr>
            <a:lvl7pPr indent="-317500" lvl="6" marL="3200400" rtl="0" algn="l">
              <a:lnSpc>
                <a:spcPct val="90000"/>
              </a:lnSpc>
              <a:spcBef>
                <a:spcPts val="1200"/>
              </a:spcBef>
              <a:spcAft>
                <a:spcPts val="0"/>
              </a:spcAft>
              <a:buClr>
                <a:schemeClr val="dk1"/>
              </a:buClr>
              <a:buSzPts val="1400"/>
              <a:buChar char="●"/>
              <a:defRPr/>
            </a:lvl7pPr>
            <a:lvl8pPr indent="-317500" lvl="7" marL="3657600" rtl="0" algn="l">
              <a:lnSpc>
                <a:spcPct val="90000"/>
              </a:lnSpc>
              <a:spcBef>
                <a:spcPts val="1200"/>
              </a:spcBef>
              <a:spcAft>
                <a:spcPts val="0"/>
              </a:spcAft>
              <a:buClr>
                <a:schemeClr val="dk1"/>
              </a:buClr>
              <a:buSzPts val="1400"/>
              <a:buChar char="○"/>
              <a:defRPr/>
            </a:lvl8pPr>
            <a:lvl9pPr indent="-317500" lvl="8" marL="4114800" rtl="0" algn="l">
              <a:lnSpc>
                <a:spcPct val="90000"/>
              </a:lnSpc>
              <a:spcBef>
                <a:spcPts val="1200"/>
              </a:spcBef>
              <a:spcAft>
                <a:spcPts val="1200"/>
              </a:spcAft>
              <a:buClr>
                <a:schemeClr val="dk1"/>
              </a:buClr>
              <a:buSzPts val="1400"/>
              <a:buChar char="■"/>
              <a:defRPr/>
            </a:lvl9pPr>
          </a:lstStyle>
          <a:p/>
        </p:txBody>
      </p:sp>
      <p:sp>
        <p:nvSpPr>
          <p:cNvPr id="55" name="Google Shape;55;p1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6" name="Google Shape;56;p1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7" name="Google Shape;57;p1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4" name="Shape 64"/>
        <p:cNvGrpSpPr/>
        <p:nvPr/>
      </p:nvGrpSpPr>
      <p:grpSpPr>
        <a:xfrm>
          <a:off x="0" y="0"/>
          <a:ext cx="0" cy="0"/>
          <a:chOff x="0" y="0"/>
          <a:chExt cx="0" cy="0"/>
        </a:xfrm>
      </p:grpSpPr>
      <p:sp>
        <p:nvSpPr>
          <p:cNvPr id="65" name="Google Shape;65;p1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6" name="Google Shape;66;p16"/>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7" name="Google Shape;67;p1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8" name="Google Shape;68;p1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9" name="Google Shape;69;p1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type="tx">
  <p:cSld name="TITLE_AND_BODY">
    <p:spTree>
      <p:nvGrpSpPr>
        <p:cNvPr id="70" name="Shape 70"/>
        <p:cNvGrpSpPr/>
        <p:nvPr/>
      </p:nvGrpSpPr>
      <p:grpSpPr>
        <a:xfrm>
          <a:off x="0" y="0"/>
          <a:ext cx="0" cy="0"/>
          <a:chOff x="0" y="0"/>
          <a:chExt cx="0" cy="0"/>
        </a:xfrm>
      </p:grpSpPr>
      <p:sp>
        <p:nvSpPr>
          <p:cNvPr id="71" name="Google Shape;71;p17"/>
          <p:cNvSpPr txBox="1"/>
          <p:nvPr>
            <p:ph type="title"/>
          </p:nvPr>
        </p:nvSpPr>
        <p:spPr>
          <a:xfrm>
            <a:off x="666750" y="862013"/>
            <a:ext cx="7810500" cy="1743000"/>
          </a:xfrm>
          <a:prstGeom prst="rect">
            <a:avLst/>
          </a:prstGeom>
          <a:noFill/>
          <a:ln>
            <a:noFill/>
          </a:ln>
        </p:spPr>
        <p:txBody>
          <a:bodyPr anchorCtr="0" anchor="b" bIns="34275" lIns="68575" spcFirstLastPara="1" rIns="68575" wrap="square" tIns="34275">
            <a:normAutofit/>
          </a:bodyPr>
          <a:lstStyle>
            <a:lvl1pPr lvl="0" algn="l">
              <a:lnSpc>
                <a:spcPct val="100000"/>
              </a:lnSpc>
              <a:spcBef>
                <a:spcPts val="0"/>
              </a:spcBef>
              <a:spcAft>
                <a:spcPts val="0"/>
              </a:spcAft>
              <a:buClr>
                <a:schemeClr val="dk1"/>
              </a:buClr>
              <a:buSzPts val="4200"/>
              <a:buFont typeface="Helvetica Neue"/>
              <a:buNone/>
              <a:defRPr sz="4200">
                <a:latin typeface="Helvetica Neue"/>
                <a:ea typeface="Helvetica Neue"/>
                <a:cs typeface="Helvetica Neue"/>
                <a:sym typeface="Helvetica Neu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2" name="Google Shape;72;p17"/>
          <p:cNvSpPr txBox="1"/>
          <p:nvPr>
            <p:ph idx="1" type="body"/>
          </p:nvPr>
        </p:nvSpPr>
        <p:spPr>
          <a:xfrm>
            <a:off x="666750" y="2652713"/>
            <a:ext cx="7810500" cy="595500"/>
          </a:xfrm>
          <a:prstGeom prst="rect">
            <a:avLst/>
          </a:prstGeom>
          <a:noFill/>
          <a:ln>
            <a:noFill/>
          </a:ln>
        </p:spPr>
        <p:txBody>
          <a:bodyPr anchorCtr="0" anchor="t" bIns="34275" lIns="68575" spcFirstLastPara="1" rIns="68575" wrap="square" tIns="34275">
            <a:normAutofit/>
          </a:bodyPr>
          <a:lstStyle>
            <a:lvl1pPr indent="-228600" lvl="0" marL="4572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1pPr>
            <a:lvl2pPr indent="-228600" lvl="1" marL="9144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2pPr>
            <a:lvl3pPr indent="-228600" lvl="2" marL="1371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3pPr>
            <a:lvl4pPr indent="-228600" lvl="3" marL="18288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4pPr>
            <a:lvl5pPr indent="-228600" lvl="4" marL="22860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3" name="Google Shape;73;p17"/>
          <p:cNvSpPr txBox="1"/>
          <p:nvPr>
            <p:ph idx="12" type="sldNum"/>
          </p:nvPr>
        </p:nvSpPr>
        <p:spPr>
          <a:xfrm>
            <a:off x="4484637" y="4905375"/>
            <a:ext cx="169800" cy="172800"/>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sz="900">
                <a:solidFill>
                  <a:srgbClr val="000000"/>
                </a:solidFill>
                <a:latin typeface="Helvetica Neue Light"/>
                <a:ea typeface="Helvetica Neue Light"/>
                <a:cs typeface="Helvetica Neue Light"/>
                <a:sym typeface="Helvetica Neue Light"/>
              </a:defRPr>
            </a:lvl1pPr>
            <a:lvl2pPr indent="0" lvl="1" marL="0" algn="r">
              <a:spcBef>
                <a:spcPts val="0"/>
              </a:spcBef>
              <a:buNone/>
              <a:defRPr sz="900">
                <a:solidFill>
                  <a:srgbClr val="000000"/>
                </a:solidFill>
                <a:latin typeface="Helvetica Neue Light"/>
                <a:ea typeface="Helvetica Neue Light"/>
                <a:cs typeface="Helvetica Neue Light"/>
                <a:sym typeface="Helvetica Neue Light"/>
              </a:defRPr>
            </a:lvl2pPr>
            <a:lvl3pPr indent="0" lvl="2" marL="0" algn="r">
              <a:spcBef>
                <a:spcPts val="0"/>
              </a:spcBef>
              <a:buNone/>
              <a:defRPr sz="900">
                <a:solidFill>
                  <a:srgbClr val="000000"/>
                </a:solidFill>
                <a:latin typeface="Helvetica Neue Light"/>
                <a:ea typeface="Helvetica Neue Light"/>
                <a:cs typeface="Helvetica Neue Light"/>
                <a:sym typeface="Helvetica Neue Light"/>
              </a:defRPr>
            </a:lvl3pPr>
            <a:lvl4pPr indent="0" lvl="3" marL="0" algn="r">
              <a:spcBef>
                <a:spcPts val="0"/>
              </a:spcBef>
              <a:buNone/>
              <a:defRPr sz="900">
                <a:solidFill>
                  <a:srgbClr val="000000"/>
                </a:solidFill>
                <a:latin typeface="Helvetica Neue Light"/>
                <a:ea typeface="Helvetica Neue Light"/>
                <a:cs typeface="Helvetica Neue Light"/>
                <a:sym typeface="Helvetica Neue Light"/>
              </a:defRPr>
            </a:lvl4pPr>
            <a:lvl5pPr indent="0" lvl="4" marL="0" algn="r">
              <a:spcBef>
                <a:spcPts val="0"/>
              </a:spcBef>
              <a:buNone/>
              <a:defRPr sz="900">
                <a:solidFill>
                  <a:srgbClr val="000000"/>
                </a:solidFill>
                <a:latin typeface="Helvetica Neue Light"/>
                <a:ea typeface="Helvetica Neue Light"/>
                <a:cs typeface="Helvetica Neue Light"/>
                <a:sym typeface="Helvetica Neue Light"/>
              </a:defRPr>
            </a:lvl5pPr>
            <a:lvl6pPr indent="0" lvl="5" marL="0" algn="r">
              <a:spcBef>
                <a:spcPts val="0"/>
              </a:spcBef>
              <a:buNone/>
              <a:defRPr sz="900">
                <a:solidFill>
                  <a:srgbClr val="000000"/>
                </a:solidFill>
                <a:latin typeface="Helvetica Neue Light"/>
                <a:ea typeface="Helvetica Neue Light"/>
                <a:cs typeface="Helvetica Neue Light"/>
                <a:sym typeface="Helvetica Neue Light"/>
              </a:defRPr>
            </a:lvl6pPr>
            <a:lvl7pPr indent="0" lvl="6" marL="0" algn="r">
              <a:spcBef>
                <a:spcPts val="0"/>
              </a:spcBef>
              <a:buNone/>
              <a:defRPr sz="900">
                <a:solidFill>
                  <a:srgbClr val="000000"/>
                </a:solidFill>
                <a:latin typeface="Helvetica Neue Light"/>
                <a:ea typeface="Helvetica Neue Light"/>
                <a:cs typeface="Helvetica Neue Light"/>
                <a:sym typeface="Helvetica Neue Light"/>
              </a:defRPr>
            </a:lvl7pPr>
            <a:lvl8pPr indent="0" lvl="7" marL="0" algn="r">
              <a:spcBef>
                <a:spcPts val="0"/>
              </a:spcBef>
              <a:buNone/>
              <a:defRPr sz="900">
                <a:solidFill>
                  <a:srgbClr val="000000"/>
                </a:solidFill>
                <a:latin typeface="Helvetica Neue Light"/>
                <a:ea typeface="Helvetica Neue Light"/>
                <a:cs typeface="Helvetica Neue Light"/>
                <a:sym typeface="Helvetica Neue Light"/>
              </a:defRPr>
            </a:lvl8pPr>
            <a:lvl9pPr indent="0" lvl="8" marL="0" algn="r">
              <a:spcBef>
                <a:spcPts val="0"/>
              </a:spcBef>
              <a:buNone/>
              <a:defRPr sz="900">
                <a:solidFill>
                  <a:srgbClr val="000000"/>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4" name="Shape 74"/>
        <p:cNvGrpSpPr/>
        <p:nvPr/>
      </p:nvGrpSpPr>
      <p:grpSpPr>
        <a:xfrm>
          <a:off x="0" y="0"/>
          <a:ext cx="0" cy="0"/>
          <a:chOff x="0" y="0"/>
          <a:chExt cx="0" cy="0"/>
        </a:xfrm>
      </p:grpSpPr>
      <p:sp>
        <p:nvSpPr>
          <p:cNvPr id="75" name="Google Shape;75;p18"/>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Google Shape;76;p18"/>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77" name="Google Shape;77;p1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Google Shape;78;p1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Google Shape;79;p1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0" name="Shape 80"/>
        <p:cNvGrpSpPr/>
        <p:nvPr/>
      </p:nvGrpSpPr>
      <p:grpSpPr>
        <a:xfrm>
          <a:off x="0" y="0"/>
          <a:ext cx="0" cy="0"/>
          <a:chOff x="0" y="0"/>
          <a:chExt cx="0" cy="0"/>
        </a:xfrm>
      </p:grpSpPr>
      <p:sp>
        <p:nvSpPr>
          <p:cNvPr id="81" name="Google Shape;81;p19"/>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2" name="Google Shape;82;p19"/>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83" name="Google Shape;83;p1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4" name="Google Shape;84;p1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5" name="Google Shape;85;p1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6" name="Shape 86"/>
        <p:cNvGrpSpPr/>
        <p:nvPr/>
      </p:nvGrpSpPr>
      <p:grpSpPr>
        <a:xfrm>
          <a:off x="0" y="0"/>
          <a:ext cx="0" cy="0"/>
          <a:chOff x="0" y="0"/>
          <a:chExt cx="0" cy="0"/>
        </a:xfrm>
      </p:grpSpPr>
      <p:sp>
        <p:nvSpPr>
          <p:cNvPr id="87" name="Google Shape;87;p2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8" name="Google Shape;88;p20"/>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9" name="Google Shape;89;p20"/>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0" name="Google Shape;90;p2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1" name="Google Shape;91;p2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2" name="Google Shape;92;p2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3" name="Shape 93"/>
        <p:cNvGrpSpPr/>
        <p:nvPr/>
      </p:nvGrpSpPr>
      <p:grpSpPr>
        <a:xfrm>
          <a:off x="0" y="0"/>
          <a:ext cx="0" cy="0"/>
          <a:chOff x="0" y="0"/>
          <a:chExt cx="0" cy="0"/>
        </a:xfrm>
      </p:grpSpPr>
      <p:sp>
        <p:nvSpPr>
          <p:cNvPr id="94" name="Google Shape;94;p21"/>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5" name="Google Shape;95;p21"/>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96" name="Google Shape;96;p21"/>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7" name="Google Shape;97;p21"/>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98" name="Google Shape;98;p21"/>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9" name="Google Shape;99;p2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0" name="Google Shape;100;p2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1" name="Google Shape;101;p2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p2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4" name="Google Shape;104;p2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6" name="Google Shape;106;p2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7" name="Shape 107"/>
        <p:cNvGrpSpPr/>
        <p:nvPr/>
      </p:nvGrpSpPr>
      <p:grpSpPr>
        <a:xfrm>
          <a:off x="0" y="0"/>
          <a:ext cx="0" cy="0"/>
          <a:chOff x="0" y="0"/>
          <a:chExt cx="0" cy="0"/>
        </a:xfrm>
      </p:grpSpPr>
      <p:sp>
        <p:nvSpPr>
          <p:cNvPr id="108" name="Google Shape;108;p2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9" name="Google Shape;109;p2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0" name="Google Shape;110;p2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11" name="Shape 111"/>
        <p:cNvGrpSpPr/>
        <p:nvPr/>
      </p:nvGrpSpPr>
      <p:grpSpPr>
        <a:xfrm>
          <a:off x="0" y="0"/>
          <a:ext cx="0" cy="0"/>
          <a:chOff x="0" y="0"/>
          <a:chExt cx="0" cy="0"/>
        </a:xfrm>
      </p:grpSpPr>
      <p:sp>
        <p:nvSpPr>
          <p:cNvPr id="112" name="Google Shape;112;p24"/>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3" name="Google Shape;113;p24"/>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14" name="Google Shape;114;p24"/>
          <p:cNvSpPr txBox="1"/>
          <p:nvPr>
            <p:ph idx="2"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5" name="Google Shape;115;p2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6" name="Google Shape;116;p2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8" name="Shape 118"/>
        <p:cNvGrpSpPr/>
        <p:nvPr/>
      </p:nvGrpSpPr>
      <p:grpSpPr>
        <a:xfrm>
          <a:off x="0" y="0"/>
          <a:ext cx="0" cy="0"/>
          <a:chOff x="0" y="0"/>
          <a:chExt cx="0" cy="0"/>
        </a:xfrm>
      </p:grpSpPr>
      <p:sp>
        <p:nvSpPr>
          <p:cNvPr id="119" name="Google Shape;119;p25"/>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0" name="Google Shape;120;p25"/>
          <p:cNvSpPr/>
          <p:nvPr>
            <p:ph idx="2" type="pic"/>
          </p:nvPr>
        </p:nvSpPr>
        <p:spPr>
          <a:xfrm>
            <a:off x="3887391" y="740569"/>
            <a:ext cx="4629300" cy="3655200"/>
          </a:xfrm>
          <a:prstGeom prst="rect">
            <a:avLst/>
          </a:prstGeom>
          <a:noFill/>
          <a:ln>
            <a:noFill/>
          </a:ln>
        </p:spPr>
      </p:sp>
      <p:sp>
        <p:nvSpPr>
          <p:cNvPr id="121" name="Google Shape;121;p25"/>
          <p:cNvSpPr txBox="1"/>
          <p:nvPr>
            <p:ph idx="1"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22" name="Google Shape;122;p2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5" name="Shape 125"/>
        <p:cNvGrpSpPr/>
        <p:nvPr/>
      </p:nvGrpSpPr>
      <p:grpSpPr>
        <a:xfrm>
          <a:off x="0" y="0"/>
          <a:ext cx="0" cy="0"/>
          <a:chOff x="0" y="0"/>
          <a:chExt cx="0" cy="0"/>
        </a:xfrm>
      </p:grpSpPr>
      <p:sp>
        <p:nvSpPr>
          <p:cNvPr id="126" name="Google Shape;126;p2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7" name="Google Shape;127;p26"/>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8" name="Google Shape;128;p2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9" name="Google Shape;129;p2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0" name="Google Shape;130;p2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1" name="Shape 131"/>
        <p:cNvGrpSpPr/>
        <p:nvPr/>
      </p:nvGrpSpPr>
      <p:grpSpPr>
        <a:xfrm>
          <a:off x="0" y="0"/>
          <a:ext cx="0" cy="0"/>
          <a:chOff x="0" y="0"/>
          <a:chExt cx="0" cy="0"/>
        </a:xfrm>
      </p:grpSpPr>
      <p:sp>
        <p:nvSpPr>
          <p:cNvPr id="132" name="Google Shape;132;p27"/>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3" name="Google Shape;133;p27"/>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4" name="Google Shape;134;p2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5" name="Google Shape;135;p2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6" name="Google Shape;136;p2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theme" Target="../theme/theme1.xml"/><Relationship Id="rId12" Type="http://schemas.openxmlformats.org/officeDocument/2006/relationships/slideLayout" Target="../slideLayouts/slideLayout25.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 name="Shape 58"/>
        <p:cNvGrpSpPr/>
        <p:nvPr/>
      </p:nvGrpSpPr>
      <p:grpSpPr>
        <a:xfrm>
          <a:off x="0" y="0"/>
          <a:ext cx="0" cy="0"/>
          <a:chOff x="0" y="0"/>
          <a:chExt cx="0" cy="0"/>
        </a:xfrm>
      </p:grpSpPr>
      <p:sp>
        <p:nvSpPr>
          <p:cNvPr id="59" name="Google Shape;59;p1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60" name="Google Shape;60;p15"/>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61" name="Google Shape;61;p1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62" name="Google Shape;62;p1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63" name="Google Shape;63;p1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spcBef>
                <a:spcPts val="0"/>
              </a:spcBef>
              <a:buNone/>
              <a:defRPr b="0" i="0" sz="900" u="none" cap="none" strike="noStrike">
                <a:solidFill>
                  <a:srgbClr val="888888"/>
                </a:solidFill>
                <a:latin typeface="Calibri"/>
                <a:ea typeface="Calibri"/>
                <a:cs typeface="Calibri"/>
                <a:sym typeface="Calibri"/>
              </a:defRPr>
            </a:lvl1pPr>
            <a:lvl2pPr indent="0" lvl="1" marL="0" marR="0" algn="r">
              <a:spcBef>
                <a:spcPts val="0"/>
              </a:spcBef>
              <a:buNone/>
              <a:defRPr b="0" i="0" sz="900" u="none" cap="none" strike="noStrike">
                <a:solidFill>
                  <a:srgbClr val="888888"/>
                </a:solidFill>
                <a:latin typeface="Calibri"/>
                <a:ea typeface="Calibri"/>
                <a:cs typeface="Calibri"/>
                <a:sym typeface="Calibri"/>
              </a:defRPr>
            </a:lvl2pPr>
            <a:lvl3pPr indent="0" lvl="2" marL="0" marR="0" algn="r">
              <a:spcBef>
                <a:spcPts val="0"/>
              </a:spcBef>
              <a:buNone/>
              <a:defRPr b="0" i="0" sz="900" u="none" cap="none" strike="noStrike">
                <a:solidFill>
                  <a:srgbClr val="888888"/>
                </a:solidFill>
                <a:latin typeface="Calibri"/>
                <a:ea typeface="Calibri"/>
                <a:cs typeface="Calibri"/>
                <a:sym typeface="Calibri"/>
              </a:defRPr>
            </a:lvl3pPr>
            <a:lvl4pPr indent="0" lvl="3" marL="0" marR="0" algn="r">
              <a:spcBef>
                <a:spcPts val="0"/>
              </a:spcBef>
              <a:buNone/>
              <a:defRPr b="0" i="0" sz="900" u="none" cap="none" strike="noStrike">
                <a:solidFill>
                  <a:srgbClr val="888888"/>
                </a:solidFill>
                <a:latin typeface="Calibri"/>
                <a:ea typeface="Calibri"/>
                <a:cs typeface="Calibri"/>
                <a:sym typeface="Calibri"/>
              </a:defRPr>
            </a:lvl4pPr>
            <a:lvl5pPr indent="0" lvl="4" marL="0" marR="0" algn="r">
              <a:spcBef>
                <a:spcPts val="0"/>
              </a:spcBef>
              <a:buNone/>
              <a:defRPr b="0" i="0" sz="900" u="none" cap="none" strike="noStrike">
                <a:solidFill>
                  <a:srgbClr val="888888"/>
                </a:solidFill>
                <a:latin typeface="Calibri"/>
                <a:ea typeface="Calibri"/>
                <a:cs typeface="Calibri"/>
                <a:sym typeface="Calibri"/>
              </a:defRPr>
            </a:lvl5pPr>
            <a:lvl6pPr indent="0" lvl="5" marL="0" marR="0" algn="r">
              <a:spcBef>
                <a:spcPts val="0"/>
              </a:spcBef>
              <a:buNone/>
              <a:defRPr b="0" i="0" sz="900" u="none" cap="none" strike="noStrike">
                <a:solidFill>
                  <a:srgbClr val="888888"/>
                </a:solidFill>
                <a:latin typeface="Calibri"/>
                <a:ea typeface="Calibri"/>
                <a:cs typeface="Calibri"/>
                <a:sym typeface="Calibri"/>
              </a:defRPr>
            </a:lvl6pPr>
            <a:lvl7pPr indent="0" lvl="6" marL="0" marR="0" algn="r">
              <a:spcBef>
                <a:spcPts val="0"/>
              </a:spcBef>
              <a:buNone/>
              <a:defRPr b="0" i="0" sz="900" u="none" cap="none" strike="noStrike">
                <a:solidFill>
                  <a:srgbClr val="888888"/>
                </a:solidFill>
                <a:latin typeface="Calibri"/>
                <a:ea typeface="Calibri"/>
                <a:cs typeface="Calibri"/>
                <a:sym typeface="Calibri"/>
              </a:defRPr>
            </a:lvl7pPr>
            <a:lvl8pPr indent="0" lvl="7" marL="0" marR="0" algn="r">
              <a:spcBef>
                <a:spcPts val="0"/>
              </a:spcBef>
              <a:buNone/>
              <a:defRPr b="0" i="0" sz="900" u="none" cap="none" strike="noStrike">
                <a:solidFill>
                  <a:srgbClr val="888888"/>
                </a:solidFill>
                <a:latin typeface="Calibri"/>
                <a:ea typeface="Calibri"/>
                <a:cs typeface="Calibri"/>
                <a:sym typeface="Calibri"/>
              </a:defRPr>
            </a:lvl8pPr>
            <a:lvl9pPr indent="0" lvl="8" marL="0" marR="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8.png"/><Relationship Id="rId6"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5.jpg"/><Relationship Id="rId6"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28.png"/><Relationship Id="rId5" Type="http://schemas.openxmlformats.org/officeDocument/2006/relationships/image" Target="../media/image10.png"/><Relationship Id="rId6" Type="http://schemas.openxmlformats.org/officeDocument/2006/relationships/image" Target="../media/image12.png"/><Relationship Id="rId7"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28.png"/><Relationship Id="rId5" Type="http://schemas.openxmlformats.org/officeDocument/2006/relationships/image" Target="../media/image10.png"/><Relationship Id="rId6" Type="http://schemas.openxmlformats.org/officeDocument/2006/relationships/image" Target="../media/image12.png"/><Relationship Id="rId7"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image" Target="../media/image12.png"/><Relationship Id="rId6" Type="http://schemas.openxmlformats.org/officeDocument/2006/relationships/image" Target="../media/image1.png"/><Relationship Id="rId7"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image" Target="../media/image12.png"/><Relationship Id="rId6" Type="http://schemas.openxmlformats.org/officeDocument/2006/relationships/image" Target="../media/image9.png"/><Relationship Id="rId7"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8.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8.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8.png"/><Relationship Id="rId4" Type="http://schemas.openxmlformats.org/officeDocument/2006/relationships/image" Target="../media/image14.png"/><Relationship Id="rId5"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8.png"/><Relationship Id="rId4" Type="http://schemas.openxmlformats.org/officeDocument/2006/relationships/image" Target="../media/image14.png"/><Relationship Id="rId5"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 Id="rId3" Type="http://schemas.openxmlformats.org/officeDocument/2006/relationships/image" Target="../media/image16.png"/><Relationship Id="rId4" Type="http://schemas.openxmlformats.org/officeDocument/2006/relationships/image" Target="../media/image4.png"/><Relationship Id="rId5" Type="http://schemas.openxmlformats.org/officeDocument/2006/relationships/image" Target="../media/image19.png"/><Relationship Id="rId6" Type="http://schemas.openxmlformats.org/officeDocument/2006/relationships/image" Target="../media/image1.png"/><Relationship Id="rId7" Type="http://schemas.openxmlformats.org/officeDocument/2006/relationships/image" Target="../media/image24.png"/><Relationship Id="rId8"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Relationship Id="rId3" Type="http://schemas.openxmlformats.org/officeDocument/2006/relationships/image" Target="../media/image4.png"/><Relationship Id="rId4" Type="http://schemas.openxmlformats.org/officeDocument/2006/relationships/image" Target="../media/image26.png"/><Relationship Id="rId5" Type="http://schemas.openxmlformats.org/officeDocument/2006/relationships/image" Target="../media/image9.png"/><Relationship Id="rId6" Type="http://schemas.openxmlformats.org/officeDocument/2006/relationships/image" Target="../media/image1.png"/><Relationship Id="rId7"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5.png"/><Relationship Id="rId4" Type="http://schemas.openxmlformats.org/officeDocument/2006/relationships/image" Target="../media/image8.png"/><Relationship Id="rId5" Type="http://schemas.openxmlformats.org/officeDocument/2006/relationships/image" Target="../media/image5.jpg"/><Relationship Id="rId6"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5.png"/><Relationship Id="rId4" Type="http://schemas.openxmlformats.org/officeDocument/2006/relationships/image" Target="../media/image8.png"/><Relationship Id="rId5" Type="http://schemas.openxmlformats.org/officeDocument/2006/relationships/image" Target="../media/image5.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5.png"/><Relationship Id="rId4" Type="http://schemas.openxmlformats.org/officeDocument/2006/relationships/image" Target="../media/image31.png"/><Relationship Id="rId5" Type="http://schemas.openxmlformats.org/officeDocument/2006/relationships/image" Target="../media/image22.png"/><Relationship Id="rId6"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5.png"/><Relationship Id="rId4" Type="http://schemas.openxmlformats.org/officeDocument/2006/relationships/image" Target="../media/image31.png"/><Relationship Id="rId5" Type="http://schemas.openxmlformats.org/officeDocument/2006/relationships/image" Target="../media/image23.png"/><Relationship Id="rId6"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5.png"/><Relationship Id="rId4" Type="http://schemas.openxmlformats.org/officeDocument/2006/relationships/image" Target="../media/image22.png"/><Relationship Id="rId5" Type="http://schemas.openxmlformats.org/officeDocument/2006/relationships/image" Target="../media/image21.png"/><Relationship Id="rId6" Type="http://schemas.openxmlformats.org/officeDocument/2006/relationships/image" Target="../media/image3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5.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3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8.png"/><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8.png"/><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33.png"/><Relationship Id="rId4" Type="http://schemas.openxmlformats.org/officeDocument/2006/relationships/image" Target="../media/image3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33.png"/><Relationship Id="rId4" Type="http://schemas.openxmlformats.org/officeDocument/2006/relationships/image" Target="../media/image31.png"/><Relationship Id="rId5" Type="http://schemas.openxmlformats.org/officeDocument/2006/relationships/image" Target="../media/image1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33.png"/><Relationship Id="rId4" Type="http://schemas.openxmlformats.org/officeDocument/2006/relationships/image" Target="../media/image31.png"/><Relationship Id="rId5" Type="http://schemas.openxmlformats.org/officeDocument/2006/relationships/image" Target="../media/image1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8.xml"/><Relationship Id="rId3" Type="http://schemas.openxmlformats.org/officeDocument/2006/relationships/image" Target="../media/image16.png"/><Relationship Id="rId4" Type="http://schemas.openxmlformats.org/officeDocument/2006/relationships/image" Target="../media/image19.png"/><Relationship Id="rId5" Type="http://schemas.openxmlformats.org/officeDocument/2006/relationships/image" Target="../media/image34.png"/><Relationship Id="rId6" Type="http://schemas.openxmlformats.org/officeDocument/2006/relationships/image" Target="../media/image25.png"/><Relationship Id="rId7" Type="http://schemas.openxmlformats.org/officeDocument/2006/relationships/image" Target="../media/image23.png"/><Relationship Id="rId8" Type="http://schemas.openxmlformats.org/officeDocument/2006/relationships/image" Target="../media/image2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9.xml"/><Relationship Id="rId3" Type="http://schemas.openxmlformats.org/officeDocument/2006/relationships/image" Target="../media/image25.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0.xml"/><Relationship Id="rId3" Type="http://schemas.openxmlformats.org/officeDocument/2006/relationships/image" Target="../media/image25.png"/><Relationship Id="rId4" Type="http://schemas.openxmlformats.org/officeDocument/2006/relationships/image" Target="../media/image32.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 Id="rId3" Type="http://schemas.openxmlformats.org/officeDocument/2006/relationships/image" Target="../media/image2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42" name="Google Shape;142;p2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43" name="Google Shape;143;p28"/>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9"/>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49" name="Google Shape;149;p29"/>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50" name="Google Shape;150;p2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0"/>
          <p:cNvSpPr txBox="1"/>
          <p:nvPr/>
        </p:nvSpPr>
        <p:spPr>
          <a:xfrm>
            <a:off x="3574709" y="1282069"/>
            <a:ext cx="1994700" cy="377400"/>
          </a:xfrm>
          <a:prstGeom prst="rect">
            <a:avLst/>
          </a:prstGeom>
          <a:noFill/>
          <a:ln>
            <a:noFill/>
          </a:ln>
        </p:spPr>
        <p:txBody>
          <a:bodyPr anchorCtr="0" anchor="ctr" bIns="26800" lIns="26800" spcFirstLastPara="1" rIns="26800" wrap="square" tIns="26800">
            <a:spAutoFit/>
          </a:bodyPr>
          <a:lstStyle/>
          <a:p>
            <a:pPr indent="0" lvl="0" marL="0" marR="0" rtl="0" algn="ctr">
              <a:lnSpc>
                <a:spcPct val="100000"/>
              </a:lnSpc>
              <a:spcBef>
                <a:spcPts val="0"/>
              </a:spcBef>
              <a:spcAft>
                <a:spcPts val="0"/>
              </a:spcAft>
              <a:buClr>
                <a:srgbClr val="000000"/>
              </a:buClr>
              <a:buSzPts val="2100"/>
              <a:buFont typeface="Helvetica Neue"/>
              <a:buNone/>
            </a:pPr>
            <a:r>
              <a:rPr b="1" i="0" lang="en" sz="2100" u="none" cap="none" strike="noStrike">
                <a:solidFill>
                  <a:srgbClr val="000000"/>
                </a:solidFill>
                <a:latin typeface="Helvetica Neue"/>
                <a:ea typeface="Helvetica Neue"/>
                <a:cs typeface="Helvetica Neue"/>
                <a:sym typeface="Helvetica Neue"/>
              </a:rPr>
              <a:t>Verbal Consent</a:t>
            </a:r>
            <a:endParaRPr b="0" i="0" sz="500" u="none" cap="none" strike="noStrike">
              <a:solidFill>
                <a:srgbClr val="000000"/>
              </a:solidFill>
              <a:latin typeface="Arial"/>
              <a:ea typeface="Arial"/>
              <a:cs typeface="Arial"/>
              <a:sym typeface="Arial"/>
            </a:endParaRPr>
          </a:p>
        </p:txBody>
      </p:sp>
      <p:sp>
        <p:nvSpPr>
          <p:cNvPr id="156" name="Google Shape;156;p30"/>
          <p:cNvSpPr txBox="1"/>
          <p:nvPr/>
        </p:nvSpPr>
        <p:spPr>
          <a:xfrm>
            <a:off x="1657349" y="1782953"/>
            <a:ext cx="5829300" cy="1593300"/>
          </a:xfrm>
          <a:prstGeom prst="rect">
            <a:avLst/>
          </a:prstGeom>
          <a:noFill/>
          <a:ln>
            <a:noFill/>
          </a:ln>
        </p:spPr>
        <p:txBody>
          <a:bodyPr anchorCtr="0" anchor="ctr" bIns="26800" lIns="26800" spcFirstLastPara="1" rIns="26800" wrap="square" tIns="26800">
            <a:spAutoFit/>
          </a:bodyPr>
          <a:lstStyle/>
          <a:p>
            <a:pPr indent="0" lvl="0" marL="0" marR="0" rtl="0" algn="ctr">
              <a:lnSpc>
                <a:spcPct val="100000"/>
              </a:lnSpc>
              <a:spcBef>
                <a:spcPts val="0"/>
              </a:spcBef>
              <a:spcAft>
                <a:spcPts val="0"/>
              </a:spcAft>
              <a:buClr>
                <a:srgbClr val="000000"/>
              </a:buClr>
              <a:buSzPts val="2500"/>
              <a:buFont typeface="Helvetica Neue"/>
              <a:buNone/>
            </a:pPr>
            <a:r>
              <a:rPr b="0" i="0" lang="en" sz="2500" u="none" cap="none" strike="noStrike">
                <a:solidFill>
                  <a:srgbClr val="000000"/>
                </a:solidFill>
                <a:latin typeface="Helvetica Neue"/>
                <a:ea typeface="Helvetica Neue"/>
                <a:cs typeface="Helvetica Neue"/>
                <a:sym typeface="Helvetica Neue"/>
              </a:rPr>
              <a:t>"I have read and understand the consent document. I am this child's parent or legal guardian and we both agree to participate in this study." </a:t>
            </a:r>
            <a:endParaRPr b="0" i="0" sz="25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62" name="Google Shape;162;p3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63" name="Google Shape;163;p31"/>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2"/>
          <p:cNvSpPr/>
          <p:nvPr/>
        </p:nvSpPr>
        <p:spPr>
          <a:xfrm>
            <a:off x="3775568" y="967894"/>
            <a:ext cx="1592700" cy="697200"/>
          </a:xfrm>
          <a:prstGeom prst="rect">
            <a:avLst/>
          </a:prstGeom>
          <a:solidFill>
            <a:srgbClr val="FFFFFF"/>
          </a:solidFill>
          <a:ln cap="flat" cmpd="sng" w="76200">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500">
              <a:solidFill>
                <a:schemeClr val="dk1"/>
              </a:solidFill>
              <a:latin typeface="Calibri"/>
              <a:ea typeface="Calibri"/>
              <a:cs typeface="Calibri"/>
              <a:sym typeface="Calibri"/>
            </a:endParaRPr>
          </a:p>
        </p:txBody>
      </p:sp>
      <p:sp>
        <p:nvSpPr>
          <p:cNvPr id="169" name="Google Shape;169;p32"/>
          <p:cNvSpPr/>
          <p:nvPr/>
        </p:nvSpPr>
        <p:spPr>
          <a:xfrm>
            <a:off x="4652975" y="1038917"/>
            <a:ext cx="541800" cy="541800"/>
          </a:xfrm>
          <a:prstGeom prst="ellipse">
            <a:avLst/>
          </a:prstGeom>
          <a:solidFill>
            <a:srgbClr val="000000">
              <a:alpha val="49800"/>
            </a:srgb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70" name="Google Shape;170;p32"/>
          <p:cNvSpPr/>
          <p:nvPr/>
        </p:nvSpPr>
        <p:spPr>
          <a:xfrm>
            <a:off x="3946457" y="1038917"/>
            <a:ext cx="541800" cy="541800"/>
          </a:xfrm>
          <a:prstGeom prst="ellipse">
            <a:avLst/>
          </a:prstGeom>
          <a:solidFill>
            <a:schemeClr val="dk1">
              <a:alpha val="50199"/>
            </a:scheme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71" name="Google Shape;171;p32"/>
          <p:cNvSpPr/>
          <p:nvPr/>
        </p:nvSpPr>
        <p:spPr>
          <a:xfrm>
            <a:off x="3776753" y="148186"/>
            <a:ext cx="1592700" cy="697200"/>
          </a:xfrm>
          <a:prstGeom prst="rect">
            <a:avLst/>
          </a:prstGeom>
          <a:solidFill>
            <a:srgbClr val="FFFFFF"/>
          </a:solidFill>
          <a:ln cap="flat" cmpd="sng" w="76200">
            <a:solidFill>
              <a:srgbClr val="0070C0"/>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500">
              <a:solidFill>
                <a:schemeClr val="dk1"/>
              </a:solidFill>
              <a:latin typeface="Calibri"/>
              <a:ea typeface="Calibri"/>
              <a:cs typeface="Calibri"/>
              <a:sym typeface="Calibri"/>
            </a:endParaRPr>
          </a:p>
        </p:txBody>
      </p:sp>
      <p:sp>
        <p:nvSpPr>
          <p:cNvPr id="172" name="Google Shape;172;p32"/>
          <p:cNvSpPr/>
          <p:nvPr/>
        </p:nvSpPr>
        <p:spPr>
          <a:xfrm>
            <a:off x="4751702" y="225817"/>
            <a:ext cx="541800" cy="541800"/>
          </a:xfrm>
          <a:prstGeom prst="ellipse">
            <a:avLst/>
          </a:prstGeom>
          <a:solidFill>
            <a:srgbClr val="000000">
              <a:alpha val="49800"/>
            </a:srgb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73" name="Google Shape;173;p32"/>
          <p:cNvSpPr/>
          <p:nvPr/>
        </p:nvSpPr>
        <p:spPr>
          <a:xfrm>
            <a:off x="3855193" y="225817"/>
            <a:ext cx="541800" cy="541800"/>
          </a:xfrm>
          <a:prstGeom prst="ellipse">
            <a:avLst/>
          </a:prstGeom>
          <a:solidFill>
            <a:schemeClr val="dk1">
              <a:alpha val="50199"/>
            </a:scheme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74" name="Google Shape;174;p32"/>
          <p:cNvSpPr/>
          <p:nvPr/>
        </p:nvSpPr>
        <p:spPr>
          <a:xfrm>
            <a:off x="3775568" y="1793660"/>
            <a:ext cx="1592700" cy="697200"/>
          </a:xfrm>
          <a:prstGeom prst="rect">
            <a:avLst/>
          </a:prstGeom>
          <a:solidFill>
            <a:srgbClr val="FFFFFF"/>
          </a:solidFill>
          <a:ln cap="flat" cmpd="sng" w="76200">
            <a:solidFill>
              <a:srgbClr val="9A7249"/>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500">
              <a:solidFill>
                <a:schemeClr val="dk1"/>
              </a:solidFill>
              <a:latin typeface="Calibri"/>
              <a:ea typeface="Calibri"/>
              <a:cs typeface="Calibri"/>
              <a:sym typeface="Calibri"/>
            </a:endParaRPr>
          </a:p>
        </p:txBody>
      </p:sp>
      <p:sp>
        <p:nvSpPr>
          <p:cNvPr id="175" name="Google Shape;175;p32"/>
          <p:cNvSpPr/>
          <p:nvPr/>
        </p:nvSpPr>
        <p:spPr>
          <a:xfrm>
            <a:off x="3775568" y="2620182"/>
            <a:ext cx="1592700" cy="697200"/>
          </a:xfrm>
          <a:prstGeom prst="rect">
            <a:avLst/>
          </a:prstGeom>
          <a:solidFill>
            <a:srgbClr val="FFFFFF"/>
          </a:solidFill>
          <a:ln cap="flat" cmpd="sng" w="76200">
            <a:solidFill>
              <a:srgbClr val="FFC000"/>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500">
              <a:solidFill>
                <a:schemeClr val="dk1"/>
              </a:solidFill>
              <a:latin typeface="Calibri"/>
              <a:ea typeface="Calibri"/>
              <a:cs typeface="Calibri"/>
              <a:sym typeface="Calibri"/>
            </a:endParaRPr>
          </a:p>
        </p:txBody>
      </p:sp>
      <p:sp>
        <p:nvSpPr>
          <p:cNvPr id="176" name="Google Shape;176;p32"/>
          <p:cNvSpPr/>
          <p:nvPr/>
        </p:nvSpPr>
        <p:spPr>
          <a:xfrm>
            <a:off x="3775568" y="3442295"/>
            <a:ext cx="1592700" cy="697200"/>
          </a:xfrm>
          <a:prstGeom prst="rect">
            <a:avLst/>
          </a:prstGeom>
          <a:solidFill>
            <a:srgbClr val="FFFFFF"/>
          </a:solidFill>
          <a:ln cap="flat" cmpd="sng" w="7620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500">
              <a:solidFill>
                <a:schemeClr val="dk1"/>
              </a:solidFill>
              <a:latin typeface="Calibri"/>
              <a:ea typeface="Calibri"/>
              <a:cs typeface="Calibri"/>
              <a:sym typeface="Calibri"/>
            </a:endParaRPr>
          </a:p>
        </p:txBody>
      </p:sp>
      <p:sp>
        <p:nvSpPr>
          <p:cNvPr id="177" name="Google Shape;177;p32"/>
          <p:cNvSpPr/>
          <p:nvPr/>
        </p:nvSpPr>
        <p:spPr>
          <a:xfrm>
            <a:off x="4552173" y="1867106"/>
            <a:ext cx="541800" cy="541800"/>
          </a:xfrm>
          <a:prstGeom prst="ellipse">
            <a:avLst/>
          </a:prstGeom>
          <a:solidFill>
            <a:srgbClr val="000000">
              <a:alpha val="49800"/>
            </a:srgb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78" name="Google Shape;178;p32"/>
          <p:cNvSpPr/>
          <p:nvPr/>
        </p:nvSpPr>
        <p:spPr>
          <a:xfrm>
            <a:off x="4036155" y="1867106"/>
            <a:ext cx="541800" cy="541800"/>
          </a:xfrm>
          <a:prstGeom prst="ellipse">
            <a:avLst/>
          </a:prstGeom>
          <a:solidFill>
            <a:srgbClr val="000000">
              <a:alpha val="49800"/>
            </a:srgb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79" name="Google Shape;179;p32"/>
          <p:cNvSpPr/>
          <p:nvPr/>
        </p:nvSpPr>
        <p:spPr>
          <a:xfrm>
            <a:off x="4489307" y="2688926"/>
            <a:ext cx="541800" cy="541800"/>
          </a:xfrm>
          <a:prstGeom prst="ellipse">
            <a:avLst/>
          </a:prstGeom>
          <a:solidFill>
            <a:srgbClr val="000000">
              <a:alpha val="49800"/>
            </a:srgb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80" name="Google Shape;180;p32"/>
          <p:cNvSpPr/>
          <p:nvPr/>
        </p:nvSpPr>
        <p:spPr>
          <a:xfrm>
            <a:off x="4116164" y="2688926"/>
            <a:ext cx="541800" cy="541800"/>
          </a:xfrm>
          <a:prstGeom prst="ellipse">
            <a:avLst/>
          </a:prstGeom>
          <a:solidFill>
            <a:srgbClr val="000000">
              <a:alpha val="49800"/>
            </a:srgb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81" name="Google Shape;181;p32"/>
          <p:cNvSpPr/>
          <p:nvPr/>
        </p:nvSpPr>
        <p:spPr>
          <a:xfrm>
            <a:off x="4407803" y="3518126"/>
            <a:ext cx="541800" cy="541800"/>
          </a:xfrm>
          <a:prstGeom prst="ellipse">
            <a:avLst/>
          </a:prstGeom>
          <a:solidFill>
            <a:srgbClr val="000000">
              <a:alpha val="49800"/>
            </a:srgb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82" name="Google Shape;182;p32"/>
          <p:cNvSpPr/>
          <p:nvPr/>
        </p:nvSpPr>
        <p:spPr>
          <a:xfrm>
            <a:off x="4215635" y="3518126"/>
            <a:ext cx="541800" cy="541800"/>
          </a:xfrm>
          <a:prstGeom prst="ellipse">
            <a:avLst/>
          </a:prstGeom>
          <a:solidFill>
            <a:srgbClr val="000000">
              <a:alpha val="49800"/>
            </a:srgb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83" name="Google Shape;183;p32"/>
          <p:cNvSpPr/>
          <p:nvPr/>
        </p:nvSpPr>
        <p:spPr>
          <a:xfrm>
            <a:off x="3775568" y="4273812"/>
            <a:ext cx="1592700" cy="697200"/>
          </a:xfrm>
          <a:prstGeom prst="rect">
            <a:avLst/>
          </a:prstGeom>
          <a:solidFill>
            <a:srgbClr val="FFFFFF"/>
          </a:solidFill>
          <a:ln cap="flat" cmpd="sng" w="76200">
            <a:solidFill>
              <a:srgbClr val="FF95CA"/>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500">
              <a:solidFill>
                <a:schemeClr val="dk1"/>
              </a:solidFill>
              <a:latin typeface="Calibri"/>
              <a:ea typeface="Calibri"/>
              <a:cs typeface="Calibri"/>
              <a:sym typeface="Calibri"/>
            </a:endParaRPr>
          </a:p>
        </p:txBody>
      </p:sp>
      <p:sp>
        <p:nvSpPr>
          <p:cNvPr id="184" name="Google Shape;184;p32"/>
          <p:cNvSpPr/>
          <p:nvPr/>
        </p:nvSpPr>
        <p:spPr>
          <a:xfrm>
            <a:off x="4345059" y="4346244"/>
            <a:ext cx="541800" cy="541800"/>
          </a:xfrm>
          <a:prstGeom prst="ellipse">
            <a:avLst/>
          </a:prstGeom>
          <a:solidFill>
            <a:schemeClr val="dk1">
              <a:alpha val="50199"/>
            </a:scheme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85" name="Google Shape;185;p32"/>
          <p:cNvSpPr/>
          <p:nvPr/>
        </p:nvSpPr>
        <p:spPr>
          <a:xfrm>
            <a:off x="4263669" y="4346244"/>
            <a:ext cx="541800" cy="541800"/>
          </a:xfrm>
          <a:prstGeom prst="ellipse">
            <a:avLst/>
          </a:prstGeom>
          <a:solidFill>
            <a:schemeClr val="dk1">
              <a:alpha val="50199"/>
            </a:scheme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descr="A cartoon of a white and purple animal&#10;&#10;Description automatically generated" id="190" name="Google Shape;190;p33"/>
          <p:cNvPicPr preferRelativeResize="0"/>
          <p:nvPr/>
        </p:nvPicPr>
        <p:blipFill rotWithShape="1">
          <a:blip r:embed="rId3">
            <a:alphaModFix/>
          </a:blip>
          <a:srcRect b="0" l="0" r="0" t="0"/>
          <a:stretch/>
        </p:blipFill>
        <p:spPr>
          <a:xfrm>
            <a:off x="3638000" y="1820500"/>
            <a:ext cx="1775900" cy="2168974"/>
          </a:xfrm>
          <a:prstGeom prst="rect">
            <a:avLst/>
          </a:prstGeom>
          <a:noFill/>
          <a:ln>
            <a:noFill/>
          </a:ln>
        </p:spPr>
      </p:pic>
      <p:pic>
        <p:nvPicPr>
          <p:cNvPr descr="Water with solid fill" id="191" name="Google Shape;191;p33"/>
          <p:cNvPicPr preferRelativeResize="0"/>
          <p:nvPr/>
        </p:nvPicPr>
        <p:blipFill rotWithShape="1">
          <a:blip r:embed="rId4">
            <a:alphaModFix/>
          </a:blip>
          <a:srcRect b="0" l="0" r="0" t="0"/>
          <a:stretch/>
        </p:blipFill>
        <p:spPr>
          <a:xfrm>
            <a:off x="4572000" y="2758950"/>
            <a:ext cx="292050" cy="292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1000" fill="hold"/>
                                        <p:tgtEl>
                                          <p:spTgt spid="190"/>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5" name="Shape 195"/>
        <p:cNvGrpSpPr/>
        <p:nvPr/>
      </p:nvGrpSpPr>
      <p:grpSpPr>
        <a:xfrm>
          <a:off x="0" y="0"/>
          <a:ext cx="0" cy="0"/>
          <a:chOff x="0" y="0"/>
          <a:chExt cx="0" cy="0"/>
        </a:xfrm>
      </p:grpSpPr>
      <p:sp>
        <p:nvSpPr>
          <p:cNvPr id="196" name="Google Shape;196;p34"/>
          <p:cNvSpPr txBox="1"/>
          <p:nvPr>
            <p:ph type="title"/>
          </p:nvPr>
        </p:nvSpPr>
        <p:spPr>
          <a:xfrm>
            <a:off x="2888250" y="1999525"/>
            <a:ext cx="3367500" cy="631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Negative Condition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5"/>
          <p:cNvSpPr/>
          <p:nvPr/>
        </p:nvSpPr>
        <p:spPr>
          <a:xfrm>
            <a:off x="4771150" y="1491525"/>
            <a:ext cx="1567800" cy="1161000"/>
          </a:xfrm>
          <a:prstGeom prst="cloud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A cartoon of a white and purple animal&#10;&#10;Description automatically generated" id="202" name="Google Shape;202;p35"/>
          <p:cNvPicPr preferRelativeResize="0"/>
          <p:nvPr/>
        </p:nvPicPr>
        <p:blipFill rotWithShape="1">
          <a:blip r:embed="rId3">
            <a:alphaModFix/>
          </a:blip>
          <a:srcRect b="0" l="0" r="0" t="0"/>
          <a:stretch/>
        </p:blipFill>
        <p:spPr>
          <a:xfrm>
            <a:off x="3512250" y="1958775"/>
            <a:ext cx="1979225" cy="2417275"/>
          </a:xfrm>
          <a:prstGeom prst="rect">
            <a:avLst/>
          </a:prstGeom>
          <a:noFill/>
          <a:ln>
            <a:noFill/>
          </a:ln>
        </p:spPr>
      </p:pic>
      <p:pic>
        <p:nvPicPr>
          <p:cNvPr id="203" name="Google Shape;203;p35" title="Cute fox | Free SVG"/>
          <p:cNvPicPr preferRelativeResize="0"/>
          <p:nvPr/>
        </p:nvPicPr>
        <p:blipFill>
          <a:blip r:embed="rId4">
            <a:alphaModFix/>
          </a:blip>
          <a:stretch>
            <a:fillRect/>
          </a:stretch>
        </p:blipFill>
        <p:spPr>
          <a:xfrm>
            <a:off x="5002250" y="1597637"/>
            <a:ext cx="948775" cy="948775"/>
          </a:xfrm>
          <a:prstGeom prst="rect">
            <a:avLst/>
          </a:prstGeom>
          <a:noFill/>
          <a:ln>
            <a:noFill/>
          </a:ln>
        </p:spPr>
      </p:pic>
      <p:pic>
        <p:nvPicPr>
          <p:cNvPr id="204" name="Google Shape;204;p35" title="School desk | Free SVG"/>
          <p:cNvPicPr preferRelativeResize="0"/>
          <p:nvPr/>
        </p:nvPicPr>
        <p:blipFill>
          <a:blip r:embed="rId5">
            <a:alphaModFix/>
          </a:blip>
          <a:stretch>
            <a:fillRect/>
          </a:stretch>
        </p:blipFill>
        <p:spPr>
          <a:xfrm>
            <a:off x="3638400" y="3381875"/>
            <a:ext cx="1801076" cy="1801076"/>
          </a:xfrm>
          <a:prstGeom prst="rect">
            <a:avLst/>
          </a:prstGeom>
          <a:noFill/>
          <a:ln>
            <a:noFill/>
          </a:ln>
        </p:spPr>
      </p:pic>
      <p:pic>
        <p:nvPicPr>
          <p:cNvPr id="205" name="Google Shape;205;p35" title="Royalty-Free photo: Rectangular green board on brown background ..."/>
          <p:cNvPicPr preferRelativeResize="0"/>
          <p:nvPr/>
        </p:nvPicPr>
        <p:blipFill>
          <a:blip r:embed="rId6">
            <a:alphaModFix/>
          </a:blip>
          <a:stretch>
            <a:fillRect/>
          </a:stretch>
        </p:blipFill>
        <p:spPr>
          <a:xfrm>
            <a:off x="164525" y="141100"/>
            <a:ext cx="3347725" cy="1969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descr="A cartoon of a white and purple animal&#10;&#10;Description automatically generated" id="210" name="Google Shape;210;p36"/>
          <p:cNvPicPr preferRelativeResize="0"/>
          <p:nvPr/>
        </p:nvPicPr>
        <p:blipFill rotWithShape="1">
          <a:blip r:embed="rId3">
            <a:alphaModFix/>
          </a:blip>
          <a:srcRect b="0" l="0" r="0" t="0"/>
          <a:stretch/>
        </p:blipFill>
        <p:spPr>
          <a:xfrm>
            <a:off x="3512250" y="1958775"/>
            <a:ext cx="1979225" cy="2417275"/>
          </a:xfrm>
          <a:prstGeom prst="rect">
            <a:avLst/>
          </a:prstGeom>
          <a:noFill/>
          <a:ln>
            <a:noFill/>
          </a:ln>
        </p:spPr>
      </p:pic>
      <p:pic>
        <p:nvPicPr>
          <p:cNvPr id="211" name="Google Shape;211;p36" title="School desk | Free SVG"/>
          <p:cNvPicPr preferRelativeResize="0"/>
          <p:nvPr/>
        </p:nvPicPr>
        <p:blipFill>
          <a:blip r:embed="rId4">
            <a:alphaModFix/>
          </a:blip>
          <a:stretch>
            <a:fillRect/>
          </a:stretch>
        </p:blipFill>
        <p:spPr>
          <a:xfrm>
            <a:off x="3638400" y="3381875"/>
            <a:ext cx="1801076" cy="1801076"/>
          </a:xfrm>
          <a:prstGeom prst="rect">
            <a:avLst/>
          </a:prstGeom>
          <a:noFill/>
          <a:ln>
            <a:noFill/>
          </a:ln>
        </p:spPr>
      </p:pic>
      <p:pic>
        <p:nvPicPr>
          <p:cNvPr id="212" name="Google Shape;212;p36" title="Royalty-Free photo: Rectangular green board on brown background ..."/>
          <p:cNvPicPr preferRelativeResize="0"/>
          <p:nvPr/>
        </p:nvPicPr>
        <p:blipFill>
          <a:blip r:embed="rId5">
            <a:alphaModFix/>
          </a:blip>
          <a:stretch>
            <a:fillRect/>
          </a:stretch>
        </p:blipFill>
        <p:spPr>
          <a:xfrm>
            <a:off x="164525" y="141100"/>
            <a:ext cx="3347725" cy="1969250"/>
          </a:xfrm>
          <a:prstGeom prst="rect">
            <a:avLst/>
          </a:prstGeom>
          <a:noFill/>
          <a:ln>
            <a:noFill/>
          </a:ln>
        </p:spPr>
      </p:pic>
      <p:pic>
        <p:nvPicPr>
          <p:cNvPr descr="Water with solid fill" id="213" name="Google Shape;213;p36"/>
          <p:cNvPicPr preferRelativeResize="0"/>
          <p:nvPr/>
        </p:nvPicPr>
        <p:blipFill rotWithShape="1">
          <a:blip r:embed="rId6">
            <a:alphaModFix/>
          </a:blip>
          <a:srcRect b="0" l="0" r="0" t="0"/>
          <a:stretch/>
        </p:blipFill>
        <p:spPr>
          <a:xfrm>
            <a:off x="4572000" y="3021388"/>
            <a:ext cx="292050" cy="292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pic>
        <p:nvPicPr>
          <p:cNvPr descr="A cartoon of a white and purple animal&#10;&#10;Description automatically generated" id="218" name="Google Shape;218;p37"/>
          <p:cNvPicPr preferRelativeResize="0"/>
          <p:nvPr/>
        </p:nvPicPr>
        <p:blipFill rotWithShape="1">
          <a:blip r:embed="rId3">
            <a:alphaModFix/>
          </a:blip>
          <a:srcRect b="0" l="0" r="0" t="0"/>
          <a:stretch/>
        </p:blipFill>
        <p:spPr>
          <a:xfrm>
            <a:off x="714891" y="2968298"/>
            <a:ext cx="1437410" cy="1755556"/>
          </a:xfrm>
          <a:prstGeom prst="rect">
            <a:avLst/>
          </a:prstGeom>
          <a:noFill/>
          <a:ln>
            <a:noFill/>
          </a:ln>
        </p:spPr>
      </p:pic>
      <p:pic>
        <p:nvPicPr>
          <p:cNvPr descr="A cartoon character with orange and white face&#10;&#10;Description automatically generated" id="219" name="Google Shape;219;p37"/>
          <p:cNvPicPr preferRelativeResize="0"/>
          <p:nvPr/>
        </p:nvPicPr>
        <p:blipFill rotWithShape="1">
          <a:blip r:embed="rId4">
            <a:alphaModFix/>
          </a:blip>
          <a:srcRect b="0" l="0" r="0" t="0"/>
          <a:stretch/>
        </p:blipFill>
        <p:spPr>
          <a:xfrm>
            <a:off x="2201400" y="3011100"/>
            <a:ext cx="1367325" cy="1669949"/>
          </a:xfrm>
          <a:prstGeom prst="rect">
            <a:avLst/>
          </a:prstGeom>
          <a:noFill/>
          <a:ln>
            <a:noFill/>
          </a:ln>
        </p:spPr>
      </p:pic>
      <p:pic>
        <p:nvPicPr>
          <p:cNvPr id="220" name="Google Shape;220;p37" title="School bus with stop sign | Free SVG"/>
          <p:cNvPicPr preferRelativeResize="0"/>
          <p:nvPr/>
        </p:nvPicPr>
        <p:blipFill>
          <a:blip r:embed="rId5">
            <a:alphaModFix/>
          </a:blip>
          <a:stretch>
            <a:fillRect/>
          </a:stretch>
        </p:blipFill>
        <p:spPr>
          <a:xfrm>
            <a:off x="3456925" y="233300"/>
            <a:ext cx="5377200" cy="5377200"/>
          </a:xfrm>
          <a:prstGeom prst="rect">
            <a:avLst/>
          </a:prstGeom>
          <a:noFill/>
          <a:ln>
            <a:noFill/>
          </a:ln>
        </p:spPr>
      </p:pic>
      <p:pic>
        <p:nvPicPr>
          <p:cNvPr id="221" name="Google Shape;221;p37" title="School Building | Free SVG"/>
          <p:cNvPicPr preferRelativeResize="0"/>
          <p:nvPr/>
        </p:nvPicPr>
        <p:blipFill>
          <a:blip r:embed="rId6">
            <a:alphaModFix/>
          </a:blip>
          <a:stretch>
            <a:fillRect/>
          </a:stretch>
        </p:blipFill>
        <p:spPr>
          <a:xfrm>
            <a:off x="484825" y="-319025"/>
            <a:ext cx="3455800" cy="3455800"/>
          </a:xfrm>
          <a:prstGeom prst="rect">
            <a:avLst/>
          </a:prstGeom>
          <a:noFill/>
          <a:ln>
            <a:noFill/>
          </a:ln>
        </p:spPr>
      </p:pic>
      <p:sp>
        <p:nvSpPr>
          <p:cNvPr id="222" name="Google Shape;222;p37"/>
          <p:cNvSpPr/>
          <p:nvPr/>
        </p:nvSpPr>
        <p:spPr>
          <a:xfrm>
            <a:off x="1497950" y="2703300"/>
            <a:ext cx="1133100" cy="7044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23" name="Google Shape;223;p37" title="Cute fox | Free SVG"/>
          <p:cNvPicPr preferRelativeResize="0"/>
          <p:nvPr/>
        </p:nvPicPr>
        <p:blipFill>
          <a:blip r:embed="rId7">
            <a:alphaModFix/>
          </a:blip>
          <a:stretch>
            <a:fillRect/>
          </a:stretch>
        </p:blipFill>
        <p:spPr>
          <a:xfrm>
            <a:off x="1544038" y="2532412"/>
            <a:ext cx="948776" cy="948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18"/>
                                        </p:tgtEl>
                                        <p:attrNameLst>
                                          <p:attrName>style.visibility</p:attrName>
                                        </p:attrNameLst>
                                      </p:cBhvr>
                                      <p:to>
                                        <p:strVal val="visible"/>
                                      </p:to>
                                    </p:set>
                                    <p:anim calcmode="lin" valueType="num">
                                      <p:cBhvr additive="base">
                                        <p:cTn dur="2300"/>
                                        <p:tgtEl>
                                          <p:spTgt spid="21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19"/>
                                        </p:tgtEl>
                                        <p:attrNameLst>
                                          <p:attrName>style.visibility</p:attrName>
                                        </p:attrNameLst>
                                      </p:cBhvr>
                                      <p:to>
                                        <p:strVal val="visible"/>
                                      </p:to>
                                    </p:set>
                                    <p:anim calcmode="lin" valueType="num">
                                      <p:cBhvr additive="base">
                                        <p:cTn dur="1800"/>
                                        <p:tgtEl>
                                          <p:spTgt spid="21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descr="A cartoon of a white and purple animal&#10;&#10;Description automatically generated" id="228" name="Google Shape;228;p38"/>
          <p:cNvPicPr preferRelativeResize="0"/>
          <p:nvPr/>
        </p:nvPicPr>
        <p:blipFill rotWithShape="1">
          <a:blip r:embed="rId3">
            <a:alphaModFix/>
          </a:blip>
          <a:srcRect b="0" l="0" r="0" t="0"/>
          <a:stretch/>
        </p:blipFill>
        <p:spPr>
          <a:xfrm>
            <a:off x="714891" y="2968298"/>
            <a:ext cx="1437410" cy="1755556"/>
          </a:xfrm>
          <a:prstGeom prst="rect">
            <a:avLst/>
          </a:prstGeom>
          <a:noFill/>
          <a:ln>
            <a:noFill/>
          </a:ln>
        </p:spPr>
      </p:pic>
      <p:pic>
        <p:nvPicPr>
          <p:cNvPr descr="A cartoon character with orange and white face&#10;&#10;Description automatically generated" id="229" name="Google Shape;229;p38"/>
          <p:cNvPicPr preferRelativeResize="0"/>
          <p:nvPr/>
        </p:nvPicPr>
        <p:blipFill rotWithShape="1">
          <a:blip r:embed="rId4">
            <a:alphaModFix/>
          </a:blip>
          <a:srcRect b="0" l="0" r="0" t="0"/>
          <a:stretch/>
        </p:blipFill>
        <p:spPr>
          <a:xfrm>
            <a:off x="2201400" y="3011100"/>
            <a:ext cx="1367325" cy="1669949"/>
          </a:xfrm>
          <a:prstGeom prst="rect">
            <a:avLst/>
          </a:prstGeom>
          <a:noFill/>
          <a:ln>
            <a:noFill/>
          </a:ln>
        </p:spPr>
      </p:pic>
      <p:pic>
        <p:nvPicPr>
          <p:cNvPr id="230" name="Google Shape;230;p38" title="School bus with stop sign | Free SVG"/>
          <p:cNvPicPr preferRelativeResize="0"/>
          <p:nvPr/>
        </p:nvPicPr>
        <p:blipFill>
          <a:blip r:embed="rId5">
            <a:alphaModFix/>
          </a:blip>
          <a:stretch>
            <a:fillRect/>
          </a:stretch>
        </p:blipFill>
        <p:spPr>
          <a:xfrm>
            <a:off x="3456925" y="233300"/>
            <a:ext cx="5377200" cy="5377200"/>
          </a:xfrm>
          <a:prstGeom prst="rect">
            <a:avLst/>
          </a:prstGeom>
          <a:noFill/>
          <a:ln>
            <a:noFill/>
          </a:ln>
        </p:spPr>
      </p:pic>
      <p:pic>
        <p:nvPicPr>
          <p:cNvPr id="231" name="Google Shape;231;p38" title="School Building | Free SVG"/>
          <p:cNvPicPr preferRelativeResize="0"/>
          <p:nvPr/>
        </p:nvPicPr>
        <p:blipFill>
          <a:blip r:embed="rId6">
            <a:alphaModFix/>
          </a:blip>
          <a:stretch>
            <a:fillRect/>
          </a:stretch>
        </p:blipFill>
        <p:spPr>
          <a:xfrm>
            <a:off x="290525" y="-380375"/>
            <a:ext cx="3455800" cy="3455800"/>
          </a:xfrm>
          <a:prstGeom prst="rect">
            <a:avLst/>
          </a:prstGeom>
          <a:noFill/>
          <a:ln>
            <a:noFill/>
          </a:ln>
        </p:spPr>
      </p:pic>
      <p:sp>
        <p:nvSpPr>
          <p:cNvPr id="232" name="Google Shape;232;p38"/>
          <p:cNvSpPr/>
          <p:nvPr/>
        </p:nvSpPr>
        <p:spPr>
          <a:xfrm>
            <a:off x="1497950" y="2703300"/>
            <a:ext cx="1133100" cy="7044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33" name="Google Shape;233;p38"/>
          <p:cNvPicPr preferRelativeResize="0"/>
          <p:nvPr/>
        </p:nvPicPr>
        <p:blipFill>
          <a:blip r:embed="rId7">
            <a:alphaModFix/>
          </a:blip>
          <a:stretch>
            <a:fillRect/>
          </a:stretch>
        </p:blipFill>
        <p:spPr>
          <a:xfrm>
            <a:off x="1738088" y="2771249"/>
            <a:ext cx="652831" cy="568500"/>
          </a:xfrm>
          <a:prstGeom prst="rect">
            <a:avLst/>
          </a:prstGeom>
          <a:noFill/>
          <a:ln>
            <a:noFill/>
          </a:ln>
        </p:spPr>
      </p:pic>
      <p:sp>
        <p:nvSpPr>
          <p:cNvPr id="234" name="Google Shape;234;p38"/>
          <p:cNvSpPr/>
          <p:nvPr/>
        </p:nvSpPr>
        <p:spPr>
          <a:xfrm>
            <a:off x="1964911" y="3011100"/>
            <a:ext cx="199200" cy="178800"/>
          </a:xfrm>
          <a:prstGeom prst="noSmoking">
            <a:avLst>
              <a:gd fmla="val 18750" name="adj"/>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pic>
        <p:nvPicPr>
          <p:cNvPr descr="A cartoon of a white and purple animal&#10;&#10;Description automatically generated" id="239" name="Google Shape;239;p39"/>
          <p:cNvPicPr preferRelativeResize="0"/>
          <p:nvPr/>
        </p:nvPicPr>
        <p:blipFill rotWithShape="1">
          <a:blip r:embed="rId3">
            <a:alphaModFix/>
          </a:blip>
          <a:srcRect b="0" l="0" r="0" t="0"/>
          <a:stretch/>
        </p:blipFill>
        <p:spPr>
          <a:xfrm>
            <a:off x="714891" y="2968298"/>
            <a:ext cx="1437410" cy="1755556"/>
          </a:xfrm>
          <a:prstGeom prst="rect">
            <a:avLst/>
          </a:prstGeom>
          <a:noFill/>
          <a:ln>
            <a:noFill/>
          </a:ln>
        </p:spPr>
      </p:pic>
      <p:pic>
        <p:nvPicPr>
          <p:cNvPr id="240" name="Google Shape;240;p39" title="School bus with stop sign | Free SVG"/>
          <p:cNvPicPr preferRelativeResize="0"/>
          <p:nvPr/>
        </p:nvPicPr>
        <p:blipFill>
          <a:blip r:embed="rId4">
            <a:alphaModFix/>
          </a:blip>
          <a:stretch>
            <a:fillRect/>
          </a:stretch>
        </p:blipFill>
        <p:spPr>
          <a:xfrm>
            <a:off x="3456925" y="233300"/>
            <a:ext cx="5377200" cy="5377200"/>
          </a:xfrm>
          <a:prstGeom prst="rect">
            <a:avLst/>
          </a:prstGeom>
          <a:noFill/>
          <a:ln>
            <a:noFill/>
          </a:ln>
        </p:spPr>
      </p:pic>
      <p:pic>
        <p:nvPicPr>
          <p:cNvPr id="241" name="Google Shape;241;p39" title="School Building | Free SVG"/>
          <p:cNvPicPr preferRelativeResize="0"/>
          <p:nvPr/>
        </p:nvPicPr>
        <p:blipFill>
          <a:blip r:embed="rId5">
            <a:alphaModFix/>
          </a:blip>
          <a:stretch>
            <a:fillRect/>
          </a:stretch>
        </p:blipFill>
        <p:spPr>
          <a:xfrm>
            <a:off x="290525" y="-380375"/>
            <a:ext cx="3455800" cy="3455800"/>
          </a:xfrm>
          <a:prstGeom prst="rect">
            <a:avLst/>
          </a:prstGeom>
          <a:noFill/>
          <a:ln>
            <a:noFill/>
          </a:ln>
        </p:spPr>
      </p:pic>
      <p:sp>
        <p:nvSpPr>
          <p:cNvPr id="242" name="Google Shape;242;p39"/>
          <p:cNvSpPr/>
          <p:nvPr/>
        </p:nvSpPr>
        <p:spPr>
          <a:xfrm>
            <a:off x="1497950" y="2703300"/>
            <a:ext cx="1133100" cy="7044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43" name="Google Shape;243;p39" title="Cute fox | Free SVG"/>
          <p:cNvPicPr preferRelativeResize="0"/>
          <p:nvPr/>
        </p:nvPicPr>
        <p:blipFill>
          <a:blip r:embed="rId6">
            <a:alphaModFix/>
          </a:blip>
          <a:stretch>
            <a:fillRect/>
          </a:stretch>
        </p:blipFill>
        <p:spPr>
          <a:xfrm>
            <a:off x="1544025" y="2532412"/>
            <a:ext cx="948776" cy="948775"/>
          </a:xfrm>
          <a:prstGeom prst="rect">
            <a:avLst/>
          </a:prstGeom>
          <a:noFill/>
          <a:ln>
            <a:noFill/>
          </a:ln>
        </p:spPr>
      </p:pic>
      <p:pic>
        <p:nvPicPr>
          <p:cNvPr descr="A cartoon character with orange and white face&#10;&#10;Description automatically generated" id="244" name="Google Shape;244;p39"/>
          <p:cNvPicPr preferRelativeResize="0"/>
          <p:nvPr/>
        </p:nvPicPr>
        <p:blipFill rotWithShape="1">
          <a:blip r:embed="rId7">
            <a:alphaModFix/>
          </a:blip>
          <a:srcRect b="0" l="0" r="0" t="0"/>
          <a:stretch/>
        </p:blipFill>
        <p:spPr>
          <a:xfrm>
            <a:off x="2152300" y="3075425"/>
            <a:ext cx="1367325" cy="1669949"/>
          </a:xfrm>
          <a:prstGeom prst="rect">
            <a:avLst/>
          </a:prstGeom>
          <a:noFill/>
          <a:ln>
            <a:noFill/>
          </a:ln>
        </p:spPr>
      </p:pic>
      <p:sp>
        <p:nvSpPr>
          <p:cNvPr id="245" name="Google Shape;245;p39"/>
          <p:cNvSpPr/>
          <p:nvPr/>
        </p:nvSpPr>
        <p:spPr>
          <a:xfrm>
            <a:off x="1780988" y="2771250"/>
            <a:ext cx="567000" cy="568500"/>
          </a:xfrm>
          <a:prstGeom prst="noSmoking">
            <a:avLst>
              <a:gd fmla="val 18750" name="adj"/>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44"/>
                                        </p:tgtEl>
                                        <p:attrNameLst>
                                          <p:attrName>style.visibility</p:attrName>
                                        </p:attrNameLst>
                                      </p:cBhvr>
                                      <p:to>
                                        <p:strVal val="visible"/>
                                      </p:to>
                                    </p:set>
                                    <p:anim calcmode="lin" valueType="num">
                                      <p:cBhvr additive="base">
                                        <p:cTn dur="1800"/>
                                        <p:tgtEl>
                                          <p:spTgt spid="24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descr="A cartoon of a white and purple animal&#10;&#10;Description automatically generated" id="250" name="Google Shape;250;p40"/>
          <p:cNvPicPr preferRelativeResize="0"/>
          <p:nvPr/>
        </p:nvPicPr>
        <p:blipFill rotWithShape="1">
          <a:blip r:embed="rId3">
            <a:alphaModFix/>
          </a:blip>
          <a:srcRect b="0" l="0" r="0" t="0"/>
          <a:stretch/>
        </p:blipFill>
        <p:spPr>
          <a:xfrm>
            <a:off x="714891" y="2968298"/>
            <a:ext cx="1437410" cy="1755556"/>
          </a:xfrm>
          <a:prstGeom prst="rect">
            <a:avLst/>
          </a:prstGeom>
          <a:noFill/>
          <a:ln>
            <a:noFill/>
          </a:ln>
        </p:spPr>
      </p:pic>
      <p:pic>
        <p:nvPicPr>
          <p:cNvPr id="251" name="Google Shape;251;p40" title="School bus with stop sign | Free SVG"/>
          <p:cNvPicPr preferRelativeResize="0"/>
          <p:nvPr/>
        </p:nvPicPr>
        <p:blipFill>
          <a:blip r:embed="rId4">
            <a:alphaModFix/>
          </a:blip>
          <a:stretch>
            <a:fillRect/>
          </a:stretch>
        </p:blipFill>
        <p:spPr>
          <a:xfrm>
            <a:off x="3456925" y="233300"/>
            <a:ext cx="5377200" cy="5377200"/>
          </a:xfrm>
          <a:prstGeom prst="rect">
            <a:avLst/>
          </a:prstGeom>
          <a:noFill/>
          <a:ln>
            <a:noFill/>
          </a:ln>
        </p:spPr>
      </p:pic>
      <p:pic>
        <p:nvPicPr>
          <p:cNvPr id="252" name="Google Shape;252;p40" title="School Building | Free SVG"/>
          <p:cNvPicPr preferRelativeResize="0"/>
          <p:nvPr/>
        </p:nvPicPr>
        <p:blipFill>
          <a:blip r:embed="rId5">
            <a:alphaModFix/>
          </a:blip>
          <a:stretch>
            <a:fillRect/>
          </a:stretch>
        </p:blipFill>
        <p:spPr>
          <a:xfrm>
            <a:off x="290525" y="-380375"/>
            <a:ext cx="3455800" cy="3455800"/>
          </a:xfrm>
          <a:prstGeom prst="rect">
            <a:avLst/>
          </a:prstGeom>
          <a:noFill/>
          <a:ln>
            <a:noFill/>
          </a:ln>
        </p:spPr>
      </p:pic>
      <p:sp>
        <p:nvSpPr>
          <p:cNvPr id="253" name="Google Shape;253;p40"/>
          <p:cNvSpPr/>
          <p:nvPr/>
        </p:nvSpPr>
        <p:spPr>
          <a:xfrm>
            <a:off x="1497950" y="2703300"/>
            <a:ext cx="1133100" cy="7044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54" name="Google Shape;254;p40"/>
          <p:cNvPicPr preferRelativeResize="0"/>
          <p:nvPr/>
        </p:nvPicPr>
        <p:blipFill>
          <a:blip r:embed="rId6">
            <a:alphaModFix/>
          </a:blip>
          <a:stretch>
            <a:fillRect/>
          </a:stretch>
        </p:blipFill>
        <p:spPr>
          <a:xfrm>
            <a:off x="1738088" y="2771249"/>
            <a:ext cx="652831" cy="568500"/>
          </a:xfrm>
          <a:prstGeom prst="rect">
            <a:avLst/>
          </a:prstGeom>
          <a:noFill/>
          <a:ln>
            <a:noFill/>
          </a:ln>
        </p:spPr>
      </p:pic>
      <p:pic>
        <p:nvPicPr>
          <p:cNvPr descr="A cartoon character with orange and white face&#10;&#10;Description automatically generated" id="255" name="Google Shape;255;p40"/>
          <p:cNvPicPr preferRelativeResize="0"/>
          <p:nvPr/>
        </p:nvPicPr>
        <p:blipFill rotWithShape="1">
          <a:blip r:embed="rId7">
            <a:alphaModFix/>
          </a:blip>
          <a:srcRect b="0" l="0" r="0" t="0"/>
          <a:stretch/>
        </p:blipFill>
        <p:spPr>
          <a:xfrm>
            <a:off x="2152300" y="3075425"/>
            <a:ext cx="1367325" cy="16699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pic>
        <p:nvPicPr>
          <p:cNvPr id="260" name="Google Shape;260;p41"/>
          <p:cNvPicPr preferRelativeResize="0"/>
          <p:nvPr/>
        </p:nvPicPr>
        <p:blipFill>
          <a:blip r:embed="rId3">
            <a:alphaModFix/>
          </a:blip>
          <a:stretch>
            <a:fillRect/>
          </a:stretch>
        </p:blipFill>
        <p:spPr>
          <a:xfrm>
            <a:off x="3334644" y="384525"/>
            <a:ext cx="2323880" cy="2323880"/>
          </a:xfrm>
          <a:prstGeom prst="rect">
            <a:avLst/>
          </a:prstGeom>
          <a:noFill/>
          <a:ln>
            <a:noFill/>
          </a:ln>
        </p:spPr>
      </p:pic>
      <p:pic>
        <p:nvPicPr>
          <p:cNvPr id="261" name="Google Shape;261;p41" title="Cute fox | Free SVG"/>
          <p:cNvPicPr preferRelativeResize="0"/>
          <p:nvPr/>
        </p:nvPicPr>
        <p:blipFill>
          <a:blip r:embed="rId4">
            <a:alphaModFix/>
          </a:blip>
          <a:stretch>
            <a:fillRect/>
          </a:stretch>
        </p:blipFill>
        <p:spPr>
          <a:xfrm>
            <a:off x="3583000" y="2983150"/>
            <a:ext cx="1357324" cy="13573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pic>
        <p:nvPicPr>
          <p:cNvPr id="266" name="Google Shape;266;p42"/>
          <p:cNvPicPr preferRelativeResize="0"/>
          <p:nvPr/>
        </p:nvPicPr>
        <p:blipFill>
          <a:blip r:embed="rId3">
            <a:alphaModFix/>
          </a:blip>
          <a:stretch>
            <a:fillRect/>
          </a:stretch>
        </p:blipFill>
        <p:spPr>
          <a:xfrm>
            <a:off x="3334644" y="384525"/>
            <a:ext cx="2323880" cy="2323880"/>
          </a:xfrm>
          <a:prstGeom prst="rect">
            <a:avLst/>
          </a:prstGeom>
          <a:noFill/>
          <a:ln>
            <a:noFill/>
          </a:ln>
        </p:spPr>
      </p:pic>
      <p:pic>
        <p:nvPicPr>
          <p:cNvPr id="267" name="Google Shape;267;p42"/>
          <p:cNvPicPr preferRelativeResize="0"/>
          <p:nvPr/>
        </p:nvPicPr>
        <p:blipFill>
          <a:blip r:embed="rId4">
            <a:alphaModFix/>
          </a:blip>
          <a:stretch>
            <a:fillRect/>
          </a:stretch>
        </p:blipFill>
        <p:spPr>
          <a:xfrm>
            <a:off x="3745149" y="2974100"/>
            <a:ext cx="1313650" cy="11439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3"/>
          <p:cNvSpPr/>
          <p:nvPr/>
        </p:nvSpPr>
        <p:spPr>
          <a:xfrm>
            <a:off x="3775568" y="967894"/>
            <a:ext cx="1592700" cy="697200"/>
          </a:xfrm>
          <a:prstGeom prst="rect">
            <a:avLst/>
          </a:prstGeom>
          <a:solidFill>
            <a:srgbClr val="FFFFFF"/>
          </a:solidFill>
          <a:ln cap="flat" cmpd="sng" w="76200">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500">
              <a:solidFill>
                <a:schemeClr val="dk1"/>
              </a:solidFill>
              <a:latin typeface="Calibri"/>
              <a:ea typeface="Calibri"/>
              <a:cs typeface="Calibri"/>
              <a:sym typeface="Calibri"/>
            </a:endParaRPr>
          </a:p>
        </p:txBody>
      </p:sp>
      <p:sp>
        <p:nvSpPr>
          <p:cNvPr id="273" name="Google Shape;273;p43"/>
          <p:cNvSpPr/>
          <p:nvPr/>
        </p:nvSpPr>
        <p:spPr>
          <a:xfrm>
            <a:off x="4652975" y="1048605"/>
            <a:ext cx="541800" cy="541800"/>
          </a:xfrm>
          <a:prstGeom prst="ellipse">
            <a:avLst/>
          </a:prstGeom>
          <a:solidFill>
            <a:srgbClr val="9FC5E8"/>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74" name="Google Shape;274;p43"/>
          <p:cNvSpPr/>
          <p:nvPr/>
        </p:nvSpPr>
        <p:spPr>
          <a:xfrm>
            <a:off x="3776753" y="148186"/>
            <a:ext cx="1592700" cy="697200"/>
          </a:xfrm>
          <a:prstGeom prst="rect">
            <a:avLst/>
          </a:prstGeom>
          <a:solidFill>
            <a:srgbClr val="FFFFFF"/>
          </a:solidFill>
          <a:ln cap="flat" cmpd="sng" w="76200">
            <a:solidFill>
              <a:srgbClr val="0070C0"/>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500">
              <a:solidFill>
                <a:schemeClr val="dk1"/>
              </a:solidFill>
              <a:latin typeface="Calibri"/>
              <a:ea typeface="Calibri"/>
              <a:cs typeface="Calibri"/>
              <a:sym typeface="Calibri"/>
            </a:endParaRPr>
          </a:p>
        </p:txBody>
      </p:sp>
      <p:sp>
        <p:nvSpPr>
          <p:cNvPr id="275" name="Google Shape;275;p43"/>
          <p:cNvSpPr/>
          <p:nvPr/>
        </p:nvSpPr>
        <p:spPr>
          <a:xfrm>
            <a:off x="4751702" y="225817"/>
            <a:ext cx="541800" cy="541800"/>
          </a:xfrm>
          <a:prstGeom prst="ellipse">
            <a:avLst/>
          </a:prstGeom>
          <a:solidFill>
            <a:srgbClr val="9FC5E8"/>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76" name="Google Shape;276;p43"/>
          <p:cNvSpPr/>
          <p:nvPr/>
        </p:nvSpPr>
        <p:spPr>
          <a:xfrm>
            <a:off x="3775568" y="1793660"/>
            <a:ext cx="1592700" cy="697200"/>
          </a:xfrm>
          <a:prstGeom prst="rect">
            <a:avLst/>
          </a:prstGeom>
          <a:solidFill>
            <a:srgbClr val="FFFFFF"/>
          </a:solidFill>
          <a:ln cap="flat" cmpd="sng" w="76200">
            <a:solidFill>
              <a:srgbClr val="9A7249"/>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500">
              <a:solidFill>
                <a:schemeClr val="dk1"/>
              </a:solidFill>
              <a:latin typeface="Calibri"/>
              <a:ea typeface="Calibri"/>
              <a:cs typeface="Calibri"/>
              <a:sym typeface="Calibri"/>
            </a:endParaRPr>
          </a:p>
        </p:txBody>
      </p:sp>
      <p:sp>
        <p:nvSpPr>
          <p:cNvPr id="277" name="Google Shape;277;p43"/>
          <p:cNvSpPr/>
          <p:nvPr/>
        </p:nvSpPr>
        <p:spPr>
          <a:xfrm>
            <a:off x="3775568" y="2620182"/>
            <a:ext cx="1592700" cy="697200"/>
          </a:xfrm>
          <a:prstGeom prst="rect">
            <a:avLst/>
          </a:prstGeom>
          <a:solidFill>
            <a:srgbClr val="FFFFFF"/>
          </a:solidFill>
          <a:ln cap="flat" cmpd="sng" w="76200">
            <a:solidFill>
              <a:srgbClr val="FFC000"/>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500">
              <a:solidFill>
                <a:schemeClr val="dk1"/>
              </a:solidFill>
              <a:latin typeface="Calibri"/>
              <a:ea typeface="Calibri"/>
              <a:cs typeface="Calibri"/>
              <a:sym typeface="Calibri"/>
            </a:endParaRPr>
          </a:p>
        </p:txBody>
      </p:sp>
      <p:sp>
        <p:nvSpPr>
          <p:cNvPr id="278" name="Google Shape;278;p43"/>
          <p:cNvSpPr/>
          <p:nvPr/>
        </p:nvSpPr>
        <p:spPr>
          <a:xfrm>
            <a:off x="3775568" y="3442295"/>
            <a:ext cx="1592700" cy="697200"/>
          </a:xfrm>
          <a:prstGeom prst="rect">
            <a:avLst/>
          </a:prstGeom>
          <a:solidFill>
            <a:srgbClr val="FFFFFF"/>
          </a:solidFill>
          <a:ln cap="flat" cmpd="sng" w="7620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500">
              <a:solidFill>
                <a:schemeClr val="dk1"/>
              </a:solidFill>
              <a:latin typeface="Calibri"/>
              <a:ea typeface="Calibri"/>
              <a:cs typeface="Calibri"/>
              <a:sym typeface="Calibri"/>
            </a:endParaRPr>
          </a:p>
        </p:txBody>
      </p:sp>
      <p:sp>
        <p:nvSpPr>
          <p:cNvPr id="279" name="Google Shape;279;p43"/>
          <p:cNvSpPr/>
          <p:nvPr/>
        </p:nvSpPr>
        <p:spPr>
          <a:xfrm>
            <a:off x="4552173" y="1867106"/>
            <a:ext cx="541800" cy="541800"/>
          </a:xfrm>
          <a:prstGeom prst="ellipse">
            <a:avLst/>
          </a:prstGeom>
          <a:solidFill>
            <a:srgbClr val="9FC5E8"/>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80" name="Google Shape;280;p43"/>
          <p:cNvSpPr/>
          <p:nvPr/>
        </p:nvSpPr>
        <p:spPr>
          <a:xfrm>
            <a:off x="4489307" y="2688926"/>
            <a:ext cx="541800" cy="541800"/>
          </a:xfrm>
          <a:prstGeom prst="ellipse">
            <a:avLst/>
          </a:prstGeom>
          <a:solidFill>
            <a:srgbClr val="9FC5E8"/>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81" name="Google Shape;281;p43"/>
          <p:cNvSpPr/>
          <p:nvPr/>
        </p:nvSpPr>
        <p:spPr>
          <a:xfrm>
            <a:off x="4407803" y="3518126"/>
            <a:ext cx="541800" cy="541800"/>
          </a:xfrm>
          <a:prstGeom prst="ellipse">
            <a:avLst/>
          </a:prstGeom>
          <a:solidFill>
            <a:srgbClr val="9FC5E8"/>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82" name="Google Shape;282;p43"/>
          <p:cNvSpPr/>
          <p:nvPr/>
        </p:nvSpPr>
        <p:spPr>
          <a:xfrm>
            <a:off x="3775568" y="4273812"/>
            <a:ext cx="1592700" cy="697200"/>
          </a:xfrm>
          <a:prstGeom prst="rect">
            <a:avLst/>
          </a:prstGeom>
          <a:solidFill>
            <a:srgbClr val="FFFFFF"/>
          </a:solidFill>
          <a:ln cap="flat" cmpd="sng" w="76200">
            <a:solidFill>
              <a:srgbClr val="FF95CA"/>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500">
              <a:solidFill>
                <a:schemeClr val="dk1"/>
              </a:solidFill>
              <a:latin typeface="Calibri"/>
              <a:ea typeface="Calibri"/>
              <a:cs typeface="Calibri"/>
              <a:sym typeface="Calibri"/>
            </a:endParaRPr>
          </a:p>
        </p:txBody>
      </p:sp>
      <p:sp>
        <p:nvSpPr>
          <p:cNvPr id="283" name="Google Shape;283;p43"/>
          <p:cNvSpPr/>
          <p:nvPr/>
        </p:nvSpPr>
        <p:spPr>
          <a:xfrm>
            <a:off x="4345059" y="4346244"/>
            <a:ext cx="541800" cy="541800"/>
          </a:xfrm>
          <a:prstGeom prst="ellipse">
            <a:avLst/>
          </a:prstGeom>
          <a:solidFill>
            <a:srgbClr val="9FC5E8"/>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84" name="Google Shape;284;p43"/>
          <p:cNvSpPr/>
          <p:nvPr/>
        </p:nvSpPr>
        <p:spPr>
          <a:xfrm>
            <a:off x="3866000" y="219450"/>
            <a:ext cx="541800" cy="541800"/>
          </a:xfrm>
          <a:prstGeom prst="ellipse">
            <a:avLst/>
          </a:prstGeom>
          <a:solidFill>
            <a:srgbClr val="7030A0">
              <a:alpha val="50199"/>
            </a:srgb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700">
              <a:solidFill>
                <a:srgbClr val="000000"/>
              </a:solidFill>
              <a:latin typeface="Calibri"/>
              <a:ea typeface="Calibri"/>
              <a:cs typeface="Calibri"/>
              <a:sym typeface="Calibri"/>
            </a:endParaRPr>
          </a:p>
        </p:txBody>
      </p:sp>
      <p:sp>
        <p:nvSpPr>
          <p:cNvPr id="285" name="Google Shape;285;p43"/>
          <p:cNvSpPr/>
          <p:nvPr/>
        </p:nvSpPr>
        <p:spPr>
          <a:xfrm>
            <a:off x="3947500" y="1048600"/>
            <a:ext cx="541800" cy="541800"/>
          </a:xfrm>
          <a:prstGeom prst="ellipse">
            <a:avLst/>
          </a:prstGeom>
          <a:solidFill>
            <a:srgbClr val="7030A0">
              <a:alpha val="50199"/>
            </a:srgb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700">
              <a:solidFill>
                <a:srgbClr val="000000"/>
              </a:solidFill>
              <a:latin typeface="Calibri"/>
              <a:ea typeface="Calibri"/>
              <a:cs typeface="Calibri"/>
              <a:sym typeface="Calibri"/>
            </a:endParaRPr>
          </a:p>
        </p:txBody>
      </p:sp>
      <p:sp>
        <p:nvSpPr>
          <p:cNvPr id="286" name="Google Shape;286;p43"/>
          <p:cNvSpPr/>
          <p:nvPr/>
        </p:nvSpPr>
        <p:spPr>
          <a:xfrm>
            <a:off x="4036150" y="1871738"/>
            <a:ext cx="541800" cy="541800"/>
          </a:xfrm>
          <a:prstGeom prst="ellipse">
            <a:avLst/>
          </a:prstGeom>
          <a:solidFill>
            <a:srgbClr val="7030A0">
              <a:alpha val="50199"/>
            </a:srgb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700">
              <a:solidFill>
                <a:srgbClr val="000000"/>
              </a:solidFill>
              <a:latin typeface="Calibri"/>
              <a:ea typeface="Calibri"/>
              <a:cs typeface="Calibri"/>
              <a:sym typeface="Calibri"/>
            </a:endParaRPr>
          </a:p>
        </p:txBody>
      </p:sp>
      <p:sp>
        <p:nvSpPr>
          <p:cNvPr id="287" name="Google Shape;287;p43"/>
          <p:cNvSpPr/>
          <p:nvPr/>
        </p:nvSpPr>
        <p:spPr>
          <a:xfrm>
            <a:off x="4111175" y="2695663"/>
            <a:ext cx="541800" cy="541800"/>
          </a:xfrm>
          <a:prstGeom prst="ellipse">
            <a:avLst/>
          </a:prstGeom>
          <a:solidFill>
            <a:srgbClr val="7030A0">
              <a:alpha val="50199"/>
            </a:srgb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700">
              <a:solidFill>
                <a:srgbClr val="000000"/>
              </a:solidFill>
              <a:latin typeface="Calibri"/>
              <a:ea typeface="Calibri"/>
              <a:cs typeface="Calibri"/>
              <a:sym typeface="Calibri"/>
            </a:endParaRPr>
          </a:p>
        </p:txBody>
      </p:sp>
      <p:sp>
        <p:nvSpPr>
          <p:cNvPr id="288" name="Google Shape;288;p43"/>
          <p:cNvSpPr/>
          <p:nvPr/>
        </p:nvSpPr>
        <p:spPr>
          <a:xfrm>
            <a:off x="4209900" y="3524675"/>
            <a:ext cx="541800" cy="541800"/>
          </a:xfrm>
          <a:prstGeom prst="ellipse">
            <a:avLst/>
          </a:prstGeom>
          <a:solidFill>
            <a:srgbClr val="7030A0">
              <a:alpha val="50199"/>
            </a:srgb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700">
              <a:solidFill>
                <a:srgbClr val="000000"/>
              </a:solidFill>
              <a:latin typeface="Calibri"/>
              <a:ea typeface="Calibri"/>
              <a:cs typeface="Calibri"/>
              <a:sym typeface="Calibri"/>
            </a:endParaRPr>
          </a:p>
        </p:txBody>
      </p:sp>
      <p:sp>
        <p:nvSpPr>
          <p:cNvPr id="289" name="Google Shape;289;p43"/>
          <p:cNvSpPr/>
          <p:nvPr/>
        </p:nvSpPr>
        <p:spPr>
          <a:xfrm>
            <a:off x="4253125" y="4344313"/>
            <a:ext cx="541800" cy="541800"/>
          </a:xfrm>
          <a:prstGeom prst="ellipse">
            <a:avLst/>
          </a:prstGeom>
          <a:solidFill>
            <a:srgbClr val="7030A0">
              <a:alpha val="50199"/>
            </a:srgb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700">
              <a:solidFill>
                <a:srgbClr val="00000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4"/>
          <p:cNvSpPr/>
          <p:nvPr/>
        </p:nvSpPr>
        <p:spPr>
          <a:xfrm>
            <a:off x="3775568" y="967894"/>
            <a:ext cx="1592700" cy="697200"/>
          </a:xfrm>
          <a:prstGeom prst="rect">
            <a:avLst/>
          </a:prstGeom>
          <a:solidFill>
            <a:srgbClr val="FFFFFF"/>
          </a:solidFill>
          <a:ln cap="flat" cmpd="sng" w="76200">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500">
              <a:solidFill>
                <a:schemeClr val="dk1"/>
              </a:solidFill>
              <a:latin typeface="Calibri"/>
              <a:ea typeface="Calibri"/>
              <a:cs typeface="Calibri"/>
              <a:sym typeface="Calibri"/>
            </a:endParaRPr>
          </a:p>
        </p:txBody>
      </p:sp>
      <p:sp>
        <p:nvSpPr>
          <p:cNvPr id="295" name="Google Shape;295;p44"/>
          <p:cNvSpPr/>
          <p:nvPr/>
        </p:nvSpPr>
        <p:spPr>
          <a:xfrm>
            <a:off x="4652975" y="1048605"/>
            <a:ext cx="541800" cy="541800"/>
          </a:xfrm>
          <a:prstGeom prst="ellipse">
            <a:avLst/>
          </a:prstGeom>
          <a:solidFill>
            <a:schemeClr val="accent2">
              <a:alpha val="50199"/>
            </a:scheme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96" name="Google Shape;296;p44"/>
          <p:cNvSpPr/>
          <p:nvPr/>
        </p:nvSpPr>
        <p:spPr>
          <a:xfrm>
            <a:off x="3776753" y="148186"/>
            <a:ext cx="1592700" cy="697200"/>
          </a:xfrm>
          <a:prstGeom prst="rect">
            <a:avLst/>
          </a:prstGeom>
          <a:solidFill>
            <a:srgbClr val="FFFFFF"/>
          </a:solidFill>
          <a:ln cap="flat" cmpd="sng" w="76200">
            <a:solidFill>
              <a:srgbClr val="0070C0"/>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500">
              <a:solidFill>
                <a:schemeClr val="dk1"/>
              </a:solidFill>
              <a:latin typeface="Calibri"/>
              <a:ea typeface="Calibri"/>
              <a:cs typeface="Calibri"/>
              <a:sym typeface="Calibri"/>
            </a:endParaRPr>
          </a:p>
        </p:txBody>
      </p:sp>
      <p:sp>
        <p:nvSpPr>
          <p:cNvPr id="297" name="Google Shape;297;p44"/>
          <p:cNvSpPr/>
          <p:nvPr/>
        </p:nvSpPr>
        <p:spPr>
          <a:xfrm>
            <a:off x="4751702" y="225817"/>
            <a:ext cx="541800" cy="541800"/>
          </a:xfrm>
          <a:prstGeom prst="ellipse">
            <a:avLst/>
          </a:prstGeom>
          <a:solidFill>
            <a:schemeClr val="accent2">
              <a:alpha val="50199"/>
            </a:scheme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98" name="Google Shape;298;p44"/>
          <p:cNvSpPr/>
          <p:nvPr/>
        </p:nvSpPr>
        <p:spPr>
          <a:xfrm>
            <a:off x="3775568" y="1793660"/>
            <a:ext cx="1592700" cy="697200"/>
          </a:xfrm>
          <a:prstGeom prst="rect">
            <a:avLst/>
          </a:prstGeom>
          <a:solidFill>
            <a:srgbClr val="FFFFFF"/>
          </a:solidFill>
          <a:ln cap="flat" cmpd="sng" w="76200">
            <a:solidFill>
              <a:srgbClr val="9A7249"/>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500">
              <a:solidFill>
                <a:schemeClr val="dk1"/>
              </a:solidFill>
              <a:latin typeface="Calibri"/>
              <a:ea typeface="Calibri"/>
              <a:cs typeface="Calibri"/>
              <a:sym typeface="Calibri"/>
            </a:endParaRPr>
          </a:p>
        </p:txBody>
      </p:sp>
      <p:sp>
        <p:nvSpPr>
          <p:cNvPr id="299" name="Google Shape;299;p44"/>
          <p:cNvSpPr/>
          <p:nvPr/>
        </p:nvSpPr>
        <p:spPr>
          <a:xfrm>
            <a:off x="3775568" y="2620182"/>
            <a:ext cx="1592700" cy="697200"/>
          </a:xfrm>
          <a:prstGeom prst="rect">
            <a:avLst/>
          </a:prstGeom>
          <a:solidFill>
            <a:srgbClr val="FFFFFF"/>
          </a:solidFill>
          <a:ln cap="flat" cmpd="sng" w="76200">
            <a:solidFill>
              <a:srgbClr val="FFC000"/>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500">
              <a:solidFill>
                <a:schemeClr val="dk1"/>
              </a:solidFill>
              <a:latin typeface="Calibri"/>
              <a:ea typeface="Calibri"/>
              <a:cs typeface="Calibri"/>
              <a:sym typeface="Calibri"/>
            </a:endParaRPr>
          </a:p>
        </p:txBody>
      </p:sp>
      <p:sp>
        <p:nvSpPr>
          <p:cNvPr id="300" name="Google Shape;300;p44"/>
          <p:cNvSpPr/>
          <p:nvPr/>
        </p:nvSpPr>
        <p:spPr>
          <a:xfrm>
            <a:off x="3775568" y="3442295"/>
            <a:ext cx="1592700" cy="697200"/>
          </a:xfrm>
          <a:prstGeom prst="rect">
            <a:avLst/>
          </a:prstGeom>
          <a:solidFill>
            <a:srgbClr val="FFFFFF"/>
          </a:solidFill>
          <a:ln cap="flat" cmpd="sng" w="7620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500">
              <a:solidFill>
                <a:schemeClr val="dk1"/>
              </a:solidFill>
              <a:latin typeface="Calibri"/>
              <a:ea typeface="Calibri"/>
              <a:cs typeface="Calibri"/>
              <a:sym typeface="Calibri"/>
            </a:endParaRPr>
          </a:p>
        </p:txBody>
      </p:sp>
      <p:sp>
        <p:nvSpPr>
          <p:cNvPr id="301" name="Google Shape;301;p44"/>
          <p:cNvSpPr/>
          <p:nvPr/>
        </p:nvSpPr>
        <p:spPr>
          <a:xfrm>
            <a:off x="4552173" y="1867106"/>
            <a:ext cx="541800" cy="541800"/>
          </a:xfrm>
          <a:prstGeom prst="ellipse">
            <a:avLst/>
          </a:prstGeom>
          <a:solidFill>
            <a:schemeClr val="accent2">
              <a:alpha val="50199"/>
            </a:scheme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02" name="Google Shape;302;p44"/>
          <p:cNvSpPr/>
          <p:nvPr/>
        </p:nvSpPr>
        <p:spPr>
          <a:xfrm>
            <a:off x="4489307" y="2688926"/>
            <a:ext cx="541800" cy="541800"/>
          </a:xfrm>
          <a:prstGeom prst="ellipse">
            <a:avLst/>
          </a:prstGeom>
          <a:solidFill>
            <a:schemeClr val="accent2">
              <a:alpha val="50199"/>
            </a:scheme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03" name="Google Shape;303;p44"/>
          <p:cNvSpPr/>
          <p:nvPr/>
        </p:nvSpPr>
        <p:spPr>
          <a:xfrm>
            <a:off x="4407803" y="3518126"/>
            <a:ext cx="541800" cy="541800"/>
          </a:xfrm>
          <a:prstGeom prst="ellipse">
            <a:avLst/>
          </a:prstGeom>
          <a:solidFill>
            <a:schemeClr val="accent2">
              <a:alpha val="50199"/>
            </a:scheme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04" name="Google Shape;304;p44"/>
          <p:cNvSpPr/>
          <p:nvPr/>
        </p:nvSpPr>
        <p:spPr>
          <a:xfrm>
            <a:off x="3775568" y="4273812"/>
            <a:ext cx="1592700" cy="697200"/>
          </a:xfrm>
          <a:prstGeom prst="rect">
            <a:avLst/>
          </a:prstGeom>
          <a:solidFill>
            <a:srgbClr val="FFFFFF"/>
          </a:solidFill>
          <a:ln cap="flat" cmpd="sng" w="76200">
            <a:solidFill>
              <a:srgbClr val="FF95CA"/>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500">
              <a:solidFill>
                <a:schemeClr val="dk1"/>
              </a:solidFill>
              <a:latin typeface="Calibri"/>
              <a:ea typeface="Calibri"/>
              <a:cs typeface="Calibri"/>
              <a:sym typeface="Calibri"/>
            </a:endParaRPr>
          </a:p>
        </p:txBody>
      </p:sp>
      <p:sp>
        <p:nvSpPr>
          <p:cNvPr id="305" name="Google Shape;305;p44"/>
          <p:cNvSpPr/>
          <p:nvPr/>
        </p:nvSpPr>
        <p:spPr>
          <a:xfrm>
            <a:off x="4345059" y="4346244"/>
            <a:ext cx="541800" cy="541800"/>
          </a:xfrm>
          <a:prstGeom prst="ellipse">
            <a:avLst/>
          </a:prstGeom>
          <a:solidFill>
            <a:schemeClr val="accent2">
              <a:alpha val="50199"/>
            </a:scheme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06" name="Google Shape;306;p44"/>
          <p:cNvSpPr/>
          <p:nvPr/>
        </p:nvSpPr>
        <p:spPr>
          <a:xfrm>
            <a:off x="3866000" y="219450"/>
            <a:ext cx="541800" cy="541800"/>
          </a:xfrm>
          <a:prstGeom prst="ellipse">
            <a:avLst/>
          </a:prstGeom>
          <a:solidFill>
            <a:srgbClr val="7030A0">
              <a:alpha val="50199"/>
            </a:srgb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700">
              <a:solidFill>
                <a:srgbClr val="000000"/>
              </a:solidFill>
              <a:latin typeface="Calibri"/>
              <a:ea typeface="Calibri"/>
              <a:cs typeface="Calibri"/>
              <a:sym typeface="Calibri"/>
            </a:endParaRPr>
          </a:p>
        </p:txBody>
      </p:sp>
      <p:sp>
        <p:nvSpPr>
          <p:cNvPr id="307" name="Google Shape;307;p44"/>
          <p:cNvSpPr/>
          <p:nvPr/>
        </p:nvSpPr>
        <p:spPr>
          <a:xfrm>
            <a:off x="3947500" y="1048600"/>
            <a:ext cx="541800" cy="541800"/>
          </a:xfrm>
          <a:prstGeom prst="ellipse">
            <a:avLst/>
          </a:prstGeom>
          <a:solidFill>
            <a:srgbClr val="7030A0">
              <a:alpha val="50199"/>
            </a:srgb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700">
              <a:solidFill>
                <a:srgbClr val="000000"/>
              </a:solidFill>
              <a:latin typeface="Calibri"/>
              <a:ea typeface="Calibri"/>
              <a:cs typeface="Calibri"/>
              <a:sym typeface="Calibri"/>
            </a:endParaRPr>
          </a:p>
        </p:txBody>
      </p:sp>
      <p:sp>
        <p:nvSpPr>
          <p:cNvPr id="308" name="Google Shape;308;p44"/>
          <p:cNvSpPr/>
          <p:nvPr/>
        </p:nvSpPr>
        <p:spPr>
          <a:xfrm>
            <a:off x="4036150" y="1871738"/>
            <a:ext cx="541800" cy="541800"/>
          </a:xfrm>
          <a:prstGeom prst="ellipse">
            <a:avLst/>
          </a:prstGeom>
          <a:solidFill>
            <a:srgbClr val="7030A0">
              <a:alpha val="50199"/>
            </a:srgb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700">
              <a:solidFill>
                <a:srgbClr val="000000"/>
              </a:solidFill>
              <a:latin typeface="Calibri"/>
              <a:ea typeface="Calibri"/>
              <a:cs typeface="Calibri"/>
              <a:sym typeface="Calibri"/>
            </a:endParaRPr>
          </a:p>
        </p:txBody>
      </p:sp>
      <p:sp>
        <p:nvSpPr>
          <p:cNvPr id="309" name="Google Shape;309;p44"/>
          <p:cNvSpPr/>
          <p:nvPr/>
        </p:nvSpPr>
        <p:spPr>
          <a:xfrm>
            <a:off x="4111175" y="2695663"/>
            <a:ext cx="541800" cy="541800"/>
          </a:xfrm>
          <a:prstGeom prst="ellipse">
            <a:avLst/>
          </a:prstGeom>
          <a:solidFill>
            <a:srgbClr val="7030A0">
              <a:alpha val="50199"/>
            </a:srgb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700">
              <a:solidFill>
                <a:srgbClr val="000000"/>
              </a:solidFill>
              <a:latin typeface="Calibri"/>
              <a:ea typeface="Calibri"/>
              <a:cs typeface="Calibri"/>
              <a:sym typeface="Calibri"/>
            </a:endParaRPr>
          </a:p>
        </p:txBody>
      </p:sp>
      <p:sp>
        <p:nvSpPr>
          <p:cNvPr id="310" name="Google Shape;310;p44"/>
          <p:cNvSpPr/>
          <p:nvPr/>
        </p:nvSpPr>
        <p:spPr>
          <a:xfrm>
            <a:off x="4209900" y="3524675"/>
            <a:ext cx="541800" cy="541800"/>
          </a:xfrm>
          <a:prstGeom prst="ellipse">
            <a:avLst/>
          </a:prstGeom>
          <a:solidFill>
            <a:srgbClr val="7030A0">
              <a:alpha val="50199"/>
            </a:srgb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700">
              <a:solidFill>
                <a:srgbClr val="000000"/>
              </a:solidFill>
              <a:latin typeface="Calibri"/>
              <a:ea typeface="Calibri"/>
              <a:cs typeface="Calibri"/>
              <a:sym typeface="Calibri"/>
            </a:endParaRPr>
          </a:p>
        </p:txBody>
      </p:sp>
      <p:sp>
        <p:nvSpPr>
          <p:cNvPr id="311" name="Google Shape;311;p44"/>
          <p:cNvSpPr/>
          <p:nvPr/>
        </p:nvSpPr>
        <p:spPr>
          <a:xfrm>
            <a:off x="4253125" y="4344313"/>
            <a:ext cx="541800" cy="541800"/>
          </a:xfrm>
          <a:prstGeom prst="ellipse">
            <a:avLst/>
          </a:prstGeom>
          <a:solidFill>
            <a:srgbClr val="7030A0">
              <a:alpha val="50199"/>
            </a:srgb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700">
              <a:solidFill>
                <a:srgbClr val="00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pic>
        <p:nvPicPr>
          <p:cNvPr descr="A cartoon character with orange and white face&#10;&#10;Description automatically generated" id="316" name="Google Shape;316;p45"/>
          <p:cNvPicPr preferRelativeResize="0"/>
          <p:nvPr/>
        </p:nvPicPr>
        <p:blipFill rotWithShape="1">
          <a:blip r:embed="rId3">
            <a:alphaModFix/>
          </a:blip>
          <a:srcRect b="0" l="0" r="0" t="0"/>
          <a:stretch/>
        </p:blipFill>
        <p:spPr>
          <a:xfrm>
            <a:off x="2096975" y="1838150"/>
            <a:ext cx="1533500" cy="1872901"/>
          </a:xfrm>
          <a:prstGeom prst="rect">
            <a:avLst/>
          </a:prstGeom>
          <a:noFill/>
          <a:ln>
            <a:noFill/>
          </a:ln>
        </p:spPr>
      </p:pic>
      <p:pic>
        <p:nvPicPr>
          <p:cNvPr descr="A cartoon character with orange and white face&#10;&#10;Description automatically generated" id="317" name="Google Shape;317;p45"/>
          <p:cNvPicPr preferRelativeResize="0"/>
          <p:nvPr/>
        </p:nvPicPr>
        <p:blipFill rotWithShape="1">
          <a:blip r:embed="rId4">
            <a:alphaModFix/>
          </a:blip>
          <a:srcRect b="0" l="0" r="0" t="0"/>
          <a:stretch/>
        </p:blipFill>
        <p:spPr>
          <a:xfrm>
            <a:off x="5057025" y="1873812"/>
            <a:ext cx="1533500" cy="1872889"/>
          </a:xfrm>
          <a:prstGeom prst="rect">
            <a:avLst/>
          </a:prstGeom>
          <a:noFill/>
          <a:ln>
            <a:noFill/>
          </a:ln>
        </p:spPr>
      </p:pic>
      <p:sp>
        <p:nvSpPr>
          <p:cNvPr id="318" name="Google Shape;318;p45"/>
          <p:cNvSpPr txBox="1"/>
          <p:nvPr/>
        </p:nvSpPr>
        <p:spPr>
          <a:xfrm>
            <a:off x="2268175" y="927250"/>
            <a:ext cx="4108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Who</a:t>
            </a:r>
            <a:r>
              <a:rPr lang="en" sz="1800">
                <a:solidFill>
                  <a:schemeClr val="dk2"/>
                </a:solidFill>
              </a:rPr>
              <a:t> do you think is a better friend?</a:t>
            </a:r>
            <a:endParaRPr sz="18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pic>
        <p:nvPicPr>
          <p:cNvPr descr="A cartoon character with orange and white face&#10;&#10;Description automatically generated" id="323" name="Google Shape;323;p46"/>
          <p:cNvPicPr preferRelativeResize="0"/>
          <p:nvPr/>
        </p:nvPicPr>
        <p:blipFill rotWithShape="1">
          <a:blip r:embed="rId3">
            <a:alphaModFix/>
          </a:blip>
          <a:srcRect b="0" l="0" r="0" t="0"/>
          <a:stretch/>
        </p:blipFill>
        <p:spPr>
          <a:xfrm>
            <a:off x="2096975" y="1838150"/>
            <a:ext cx="1533500" cy="1872901"/>
          </a:xfrm>
          <a:prstGeom prst="rect">
            <a:avLst/>
          </a:prstGeom>
          <a:noFill/>
          <a:ln>
            <a:noFill/>
          </a:ln>
        </p:spPr>
      </p:pic>
      <p:pic>
        <p:nvPicPr>
          <p:cNvPr descr="A cartoon character with orange and white face&#10;&#10;Description automatically generated" id="324" name="Google Shape;324;p46"/>
          <p:cNvPicPr preferRelativeResize="0"/>
          <p:nvPr/>
        </p:nvPicPr>
        <p:blipFill rotWithShape="1">
          <a:blip r:embed="rId4">
            <a:alphaModFix/>
          </a:blip>
          <a:srcRect b="0" l="0" r="0" t="0"/>
          <a:stretch/>
        </p:blipFill>
        <p:spPr>
          <a:xfrm>
            <a:off x="5057025" y="1873812"/>
            <a:ext cx="1533500" cy="1872889"/>
          </a:xfrm>
          <a:prstGeom prst="rect">
            <a:avLst/>
          </a:prstGeom>
          <a:noFill/>
          <a:ln>
            <a:noFill/>
          </a:ln>
        </p:spPr>
      </p:pic>
      <p:pic>
        <p:nvPicPr>
          <p:cNvPr descr="Vanilla ice cream in cone vector image | Free SVG" id="325" name="Google Shape;325;p46"/>
          <p:cNvPicPr preferRelativeResize="0"/>
          <p:nvPr/>
        </p:nvPicPr>
        <p:blipFill>
          <a:blip r:embed="rId5">
            <a:alphaModFix/>
          </a:blip>
          <a:stretch>
            <a:fillRect/>
          </a:stretch>
        </p:blipFill>
        <p:spPr>
          <a:xfrm>
            <a:off x="3447675" y="2773675"/>
            <a:ext cx="1609350" cy="16093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pic>
        <p:nvPicPr>
          <p:cNvPr descr="A cartoon character with orange and white face&#10;&#10;Description automatically generated" id="330" name="Google Shape;330;p47"/>
          <p:cNvPicPr preferRelativeResize="0"/>
          <p:nvPr/>
        </p:nvPicPr>
        <p:blipFill rotWithShape="1">
          <a:blip r:embed="rId3">
            <a:alphaModFix/>
          </a:blip>
          <a:srcRect b="0" l="0" r="0" t="0"/>
          <a:stretch/>
        </p:blipFill>
        <p:spPr>
          <a:xfrm>
            <a:off x="2096975" y="1838150"/>
            <a:ext cx="1533500" cy="1872901"/>
          </a:xfrm>
          <a:prstGeom prst="rect">
            <a:avLst/>
          </a:prstGeom>
          <a:noFill/>
          <a:ln>
            <a:noFill/>
          </a:ln>
        </p:spPr>
      </p:pic>
      <p:pic>
        <p:nvPicPr>
          <p:cNvPr descr="A cartoon character with orange and white face&#10;&#10;Description automatically generated" id="331" name="Google Shape;331;p47"/>
          <p:cNvPicPr preferRelativeResize="0"/>
          <p:nvPr/>
        </p:nvPicPr>
        <p:blipFill rotWithShape="1">
          <a:blip r:embed="rId4">
            <a:alphaModFix/>
          </a:blip>
          <a:srcRect b="0" l="0" r="0" t="0"/>
          <a:stretch/>
        </p:blipFill>
        <p:spPr>
          <a:xfrm>
            <a:off x="5057025" y="1873812"/>
            <a:ext cx="1533500" cy="1872889"/>
          </a:xfrm>
          <a:prstGeom prst="rect">
            <a:avLst/>
          </a:prstGeom>
          <a:noFill/>
          <a:ln>
            <a:noFill/>
          </a:ln>
        </p:spPr>
      </p:pic>
      <p:pic>
        <p:nvPicPr>
          <p:cNvPr descr="Foffee collection | Free SVG" id="332" name="Google Shape;332;p47"/>
          <p:cNvPicPr preferRelativeResize="0"/>
          <p:nvPr/>
        </p:nvPicPr>
        <p:blipFill>
          <a:blip r:embed="rId5">
            <a:alphaModFix/>
          </a:blip>
          <a:stretch>
            <a:fillRect/>
          </a:stretch>
        </p:blipFill>
        <p:spPr>
          <a:xfrm>
            <a:off x="3821900" y="2259100"/>
            <a:ext cx="1301876" cy="13018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pic>
        <p:nvPicPr>
          <p:cNvPr id="337" name="Google Shape;337;p48" title="Playground Slide2 | Free SVG"/>
          <p:cNvPicPr preferRelativeResize="0"/>
          <p:nvPr/>
        </p:nvPicPr>
        <p:blipFill>
          <a:blip r:embed="rId3">
            <a:alphaModFix/>
          </a:blip>
          <a:stretch>
            <a:fillRect/>
          </a:stretch>
        </p:blipFill>
        <p:spPr>
          <a:xfrm flipH="1">
            <a:off x="138100" y="379150"/>
            <a:ext cx="2597700" cy="2597700"/>
          </a:xfrm>
          <a:prstGeom prst="rect">
            <a:avLst/>
          </a:prstGeom>
          <a:noFill/>
          <a:ln>
            <a:noFill/>
          </a:ln>
        </p:spPr>
      </p:pic>
      <p:pic>
        <p:nvPicPr>
          <p:cNvPr descr="A cartoon of a white and purple animal&#10;&#10;Description automatically generated" id="338" name="Google Shape;338;p48"/>
          <p:cNvPicPr preferRelativeResize="0"/>
          <p:nvPr/>
        </p:nvPicPr>
        <p:blipFill rotWithShape="1">
          <a:blip r:embed="rId4">
            <a:alphaModFix/>
          </a:blip>
          <a:srcRect b="0" l="0" r="0" t="0"/>
          <a:stretch/>
        </p:blipFill>
        <p:spPr>
          <a:xfrm>
            <a:off x="2666991" y="2143060"/>
            <a:ext cx="1437410" cy="1755556"/>
          </a:xfrm>
          <a:prstGeom prst="rect">
            <a:avLst/>
          </a:prstGeom>
          <a:noFill/>
          <a:ln>
            <a:noFill/>
          </a:ln>
        </p:spPr>
      </p:pic>
      <p:pic>
        <p:nvPicPr>
          <p:cNvPr id="339" name="Google Shape;339;p48" title="Public Domain Clip Art Image | Sandbox | ID: 13932766213513 ..."/>
          <p:cNvPicPr preferRelativeResize="0"/>
          <p:nvPr/>
        </p:nvPicPr>
        <p:blipFill>
          <a:blip r:embed="rId5">
            <a:alphaModFix/>
          </a:blip>
          <a:stretch>
            <a:fillRect/>
          </a:stretch>
        </p:blipFill>
        <p:spPr>
          <a:xfrm rot="-447145">
            <a:off x="3828550" y="2817775"/>
            <a:ext cx="3875828" cy="1262275"/>
          </a:xfrm>
          <a:prstGeom prst="rect">
            <a:avLst/>
          </a:prstGeom>
          <a:noFill/>
          <a:ln>
            <a:noFill/>
          </a:ln>
        </p:spPr>
      </p:pic>
      <p:sp>
        <p:nvSpPr>
          <p:cNvPr id="340" name="Google Shape;340;p48"/>
          <p:cNvSpPr/>
          <p:nvPr/>
        </p:nvSpPr>
        <p:spPr>
          <a:xfrm>
            <a:off x="3478975" y="1718550"/>
            <a:ext cx="12432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41" name="Google Shape;341;p48" title="Cute fox | Free SVG"/>
          <p:cNvPicPr preferRelativeResize="0"/>
          <p:nvPr/>
        </p:nvPicPr>
        <p:blipFill>
          <a:blip r:embed="rId6">
            <a:alphaModFix/>
          </a:blip>
          <a:stretch>
            <a:fillRect/>
          </a:stretch>
        </p:blipFill>
        <p:spPr>
          <a:xfrm>
            <a:off x="3562888" y="1633562"/>
            <a:ext cx="948775" cy="948775"/>
          </a:xfrm>
          <a:prstGeom prst="rect">
            <a:avLst/>
          </a:prstGeom>
          <a:noFill/>
          <a:ln>
            <a:noFill/>
          </a:ln>
        </p:spPr>
      </p:pic>
      <p:pic>
        <p:nvPicPr>
          <p:cNvPr descr="A cartoon of a white and purple animal&#10;&#10;Description automatically generated" id="342" name="Google Shape;342;p48"/>
          <p:cNvPicPr preferRelativeResize="0"/>
          <p:nvPr/>
        </p:nvPicPr>
        <p:blipFill rotWithShape="1">
          <a:blip r:embed="rId7">
            <a:alphaModFix/>
          </a:blip>
          <a:srcRect b="0" l="0" r="0" t="0"/>
          <a:stretch/>
        </p:blipFill>
        <p:spPr>
          <a:xfrm>
            <a:off x="7511700" y="2253550"/>
            <a:ext cx="1487350" cy="1816549"/>
          </a:xfrm>
          <a:prstGeom prst="rect">
            <a:avLst/>
          </a:prstGeom>
          <a:noFill/>
          <a:ln>
            <a:noFill/>
          </a:ln>
        </p:spPr>
      </p:pic>
      <p:sp>
        <p:nvSpPr>
          <p:cNvPr id="343" name="Google Shape;343;p48"/>
          <p:cNvSpPr/>
          <p:nvPr/>
        </p:nvSpPr>
        <p:spPr>
          <a:xfrm flipH="1">
            <a:off x="2081700" y="1684800"/>
            <a:ext cx="1305300" cy="8127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44" name="Google Shape;344;p48"/>
          <p:cNvPicPr preferRelativeResize="0"/>
          <p:nvPr/>
        </p:nvPicPr>
        <p:blipFill>
          <a:blip r:embed="rId8">
            <a:alphaModFix/>
          </a:blip>
          <a:stretch>
            <a:fillRect/>
          </a:stretch>
        </p:blipFill>
        <p:spPr>
          <a:xfrm>
            <a:off x="2407938" y="1823699"/>
            <a:ext cx="652831" cy="568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38"/>
                                        </p:tgtEl>
                                        <p:attrNameLst>
                                          <p:attrName>style.visibility</p:attrName>
                                        </p:attrNameLst>
                                      </p:cBhvr>
                                      <p:to>
                                        <p:strVal val="visible"/>
                                      </p:to>
                                    </p:set>
                                    <p:anim calcmode="lin" valueType="num">
                                      <p:cBhvr additive="base">
                                        <p:cTn dur="1700"/>
                                        <p:tgtEl>
                                          <p:spTgt spid="33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42"/>
                                        </p:tgtEl>
                                        <p:attrNameLst>
                                          <p:attrName>style.visibility</p:attrName>
                                        </p:attrNameLst>
                                      </p:cBhvr>
                                      <p:to>
                                        <p:strVal val="visible"/>
                                      </p:to>
                                    </p:set>
                                    <p:anim calcmode="lin" valueType="num">
                                      <p:cBhvr additive="base">
                                        <p:cTn dur="1500"/>
                                        <p:tgtEl>
                                          <p:spTgt spid="34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pic>
        <p:nvPicPr>
          <p:cNvPr descr="A cartoon of a white and purple animal&#10;&#10;Description automatically generated" id="349" name="Google Shape;349;p49"/>
          <p:cNvPicPr preferRelativeResize="0"/>
          <p:nvPr/>
        </p:nvPicPr>
        <p:blipFill rotWithShape="1">
          <a:blip r:embed="rId3">
            <a:alphaModFix/>
          </a:blip>
          <a:srcRect b="0" l="0" r="0" t="0"/>
          <a:stretch/>
        </p:blipFill>
        <p:spPr>
          <a:xfrm>
            <a:off x="2122541" y="2911973"/>
            <a:ext cx="1437410" cy="1755556"/>
          </a:xfrm>
          <a:prstGeom prst="rect">
            <a:avLst/>
          </a:prstGeom>
          <a:noFill/>
          <a:ln>
            <a:noFill/>
          </a:ln>
        </p:spPr>
      </p:pic>
      <p:pic>
        <p:nvPicPr>
          <p:cNvPr descr="A cartoon of a white and purple animal&#10;&#10;Description automatically generated" id="350" name="Google Shape;350;p49"/>
          <p:cNvPicPr preferRelativeResize="0"/>
          <p:nvPr/>
        </p:nvPicPr>
        <p:blipFill rotWithShape="1">
          <a:blip r:embed="rId3">
            <a:alphaModFix/>
          </a:blip>
          <a:srcRect b="0" l="0" r="0" t="0"/>
          <a:stretch/>
        </p:blipFill>
        <p:spPr>
          <a:xfrm>
            <a:off x="4763425" y="2139150"/>
            <a:ext cx="2180825" cy="2663526"/>
          </a:xfrm>
          <a:prstGeom prst="rect">
            <a:avLst/>
          </a:prstGeom>
          <a:noFill/>
          <a:ln>
            <a:noFill/>
          </a:ln>
        </p:spPr>
      </p:pic>
      <p:sp>
        <p:nvSpPr>
          <p:cNvPr id="351" name="Google Shape;351;p49"/>
          <p:cNvSpPr/>
          <p:nvPr/>
        </p:nvSpPr>
        <p:spPr>
          <a:xfrm flipH="1">
            <a:off x="1458150" y="2349200"/>
            <a:ext cx="1305300" cy="8127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2" name="Google Shape;352;p49"/>
          <p:cNvSpPr/>
          <p:nvPr/>
        </p:nvSpPr>
        <p:spPr>
          <a:xfrm>
            <a:off x="2927200" y="2308700"/>
            <a:ext cx="12432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53" name="Google Shape;353;p49"/>
          <p:cNvPicPr preferRelativeResize="0"/>
          <p:nvPr/>
        </p:nvPicPr>
        <p:blipFill>
          <a:blip r:embed="rId4">
            <a:alphaModFix/>
          </a:blip>
          <a:stretch>
            <a:fillRect/>
          </a:stretch>
        </p:blipFill>
        <p:spPr>
          <a:xfrm>
            <a:off x="1784375" y="2471299"/>
            <a:ext cx="652831" cy="568500"/>
          </a:xfrm>
          <a:prstGeom prst="rect">
            <a:avLst/>
          </a:prstGeom>
          <a:noFill/>
          <a:ln>
            <a:noFill/>
          </a:ln>
        </p:spPr>
      </p:pic>
      <p:pic>
        <p:nvPicPr>
          <p:cNvPr id="354" name="Google Shape;354;p49" title="Cute fox | Free SVG"/>
          <p:cNvPicPr preferRelativeResize="0"/>
          <p:nvPr/>
        </p:nvPicPr>
        <p:blipFill>
          <a:blip r:embed="rId5">
            <a:alphaModFix/>
          </a:blip>
          <a:stretch>
            <a:fillRect/>
          </a:stretch>
        </p:blipFill>
        <p:spPr>
          <a:xfrm>
            <a:off x="3029350" y="2260912"/>
            <a:ext cx="948776" cy="948775"/>
          </a:xfrm>
          <a:prstGeom prst="rect">
            <a:avLst/>
          </a:prstGeom>
          <a:noFill/>
          <a:ln>
            <a:noFill/>
          </a:ln>
        </p:spPr>
      </p:pic>
      <p:pic>
        <p:nvPicPr>
          <p:cNvPr descr="Small Trees | Free SVG" id="355" name="Google Shape;355;p49"/>
          <p:cNvPicPr preferRelativeResize="0"/>
          <p:nvPr/>
        </p:nvPicPr>
        <p:blipFill>
          <a:blip r:embed="rId6">
            <a:alphaModFix/>
          </a:blip>
          <a:stretch>
            <a:fillRect/>
          </a:stretch>
        </p:blipFill>
        <p:spPr>
          <a:xfrm>
            <a:off x="78150" y="304800"/>
            <a:ext cx="2044400" cy="2044400"/>
          </a:xfrm>
          <a:prstGeom prst="rect">
            <a:avLst/>
          </a:prstGeom>
          <a:noFill/>
          <a:ln>
            <a:noFill/>
          </a:ln>
        </p:spPr>
      </p:pic>
      <p:pic>
        <p:nvPicPr>
          <p:cNvPr descr="Small Trees | Free SVG" id="356" name="Google Shape;356;p49"/>
          <p:cNvPicPr preferRelativeResize="0"/>
          <p:nvPr/>
        </p:nvPicPr>
        <p:blipFill>
          <a:blip r:embed="rId6">
            <a:alphaModFix/>
          </a:blip>
          <a:stretch>
            <a:fillRect/>
          </a:stretch>
        </p:blipFill>
        <p:spPr>
          <a:xfrm>
            <a:off x="6784500" y="426900"/>
            <a:ext cx="2044399" cy="2044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50"/>
                                        </p:tgtEl>
                                        <p:attrNameLst>
                                          <p:attrName>style.visibility</p:attrName>
                                        </p:attrNameLst>
                                      </p:cBhvr>
                                      <p:to>
                                        <p:strVal val="visible"/>
                                      </p:to>
                                    </p:set>
                                    <p:anim calcmode="lin" valueType="num">
                                      <p:cBhvr additive="base">
                                        <p:cTn dur="2100"/>
                                        <p:tgtEl>
                                          <p:spTgt spid="35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pic>
        <p:nvPicPr>
          <p:cNvPr descr="A cartoon of a white and purple animal&#10;&#10;Description automatically generated" id="361" name="Google Shape;361;p50"/>
          <p:cNvPicPr preferRelativeResize="0"/>
          <p:nvPr/>
        </p:nvPicPr>
        <p:blipFill rotWithShape="1">
          <a:blip r:embed="rId3">
            <a:alphaModFix/>
          </a:blip>
          <a:srcRect b="0" l="0" r="0" t="0"/>
          <a:stretch/>
        </p:blipFill>
        <p:spPr>
          <a:xfrm>
            <a:off x="2122541" y="2911973"/>
            <a:ext cx="1437410" cy="1755556"/>
          </a:xfrm>
          <a:prstGeom prst="rect">
            <a:avLst/>
          </a:prstGeom>
          <a:noFill/>
          <a:ln>
            <a:noFill/>
          </a:ln>
        </p:spPr>
      </p:pic>
      <p:pic>
        <p:nvPicPr>
          <p:cNvPr descr="A cartoon of a white and purple animal&#10;&#10;Description automatically generated" id="362" name="Google Shape;362;p50"/>
          <p:cNvPicPr preferRelativeResize="0"/>
          <p:nvPr/>
        </p:nvPicPr>
        <p:blipFill rotWithShape="1">
          <a:blip r:embed="rId4">
            <a:alphaModFix/>
          </a:blip>
          <a:srcRect b="0" l="0" r="0" t="0"/>
          <a:stretch/>
        </p:blipFill>
        <p:spPr>
          <a:xfrm>
            <a:off x="4763425" y="2139150"/>
            <a:ext cx="2180825" cy="2663526"/>
          </a:xfrm>
          <a:prstGeom prst="rect">
            <a:avLst/>
          </a:prstGeom>
          <a:noFill/>
          <a:ln>
            <a:noFill/>
          </a:ln>
        </p:spPr>
      </p:pic>
      <p:sp>
        <p:nvSpPr>
          <p:cNvPr id="363" name="Google Shape;363;p50"/>
          <p:cNvSpPr/>
          <p:nvPr/>
        </p:nvSpPr>
        <p:spPr>
          <a:xfrm flipH="1">
            <a:off x="1458150" y="2349200"/>
            <a:ext cx="1305300" cy="8127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4" name="Google Shape;364;p50"/>
          <p:cNvSpPr/>
          <p:nvPr/>
        </p:nvSpPr>
        <p:spPr>
          <a:xfrm>
            <a:off x="2927200" y="2308700"/>
            <a:ext cx="12432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65" name="Google Shape;365;p50"/>
          <p:cNvPicPr preferRelativeResize="0"/>
          <p:nvPr/>
        </p:nvPicPr>
        <p:blipFill>
          <a:blip r:embed="rId5">
            <a:alphaModFix/>
          </a:blip>
          <a:stretch>
            <a:fillRect/>
          </a:stretch>
        </p:blipFill>
        <p:spPr>
          <a:xfrm>
            <a:off x="1784375" y="2471299"/>
            <a:ext cx="652831" cy="568500"/>
          </a:xfrm>
          <a:prstGeom prst="rect">
            <a:avLst/>
          </a:prstGeom>
          <a:noFill/>
          <a:ln>
            <a:noFill/>
          </a:ln>
        </p:spPr>
      </p:pic>
      <p:pic>
        <p:nvPicPr>
          <p:cNvPr id="366" name="Google Shape;366;p50" title="Cute fox | Free SVG"/>
          <p:cNvPicPr preferRelativeResize="0"/>
          <p:nvPr/>
        </p:nvPicPr>
        <p:blipFill>
          <a:blip r:embed="rId6">
            <a:alphaModFix/>
          </a:blip>
          <a:stretch>
            <a:fillRect/>
          </a:stretch>
        </p:blipFill>
        <p:spPr>
          <a:xfrm>
            <a:off x="3029350" y="2260912"/>
            <a:ext cx="948776" cy="948775"/>
          </a:xfrm>
          <a:prstGeom prst="rect">
            <a:avLst/>
          </a:prstGeom>
          <a:noFill/>
          <a:ln>
            <a:noFill/>
          </a:ln>
        </p:spPr>
      </p:pic>
      <p:pic>
        <p:nvPicPr>
          <p:cNvPr descr="Small Trees | Free SVG" id="367" name="Google Shape;367;p50"/>
          <p:cNvPicPr preferRelativeResize="0"/>
          <p:nvPr/>
        </p:nvPicPr>
        <p:blipFill>
          <a:blip r:embed="rId7">
            <a:alphaModFix/>
          </a:blip>
          <a:stretch>
            <a:fillRect/>
          </a:stretch>
        </p:blipFill>
        <p:spPr>
          <a:xfrm>
            <a:off x="78150" y="304800"/>
            <a:ext cx="2044400" cy="2044400"/>
          </a:xfrm>
          <a:prstGeom prst="rect">
            <a:avLst/>
          </a:prstGeom>
          <a:noFill/>
          <a:ln>
            <a:noFill/>
          </a:ln>
        </p:spPr>
      </p:pic>
      <p:pic>
        <p:nvPicPr>
          <p:cNvPr descr="Small Trees | Free SVG" id="368" name="Google Shape;368;p50"/>
          <p:cNvPicPr preferRelativeResize="0"/>
          <p:nvPr/>
        </p:nvPicPr>
        <p:blipFill>
          <a:blip r:embed="rId7">
            <a:alphaModFix/>
          </a:blip>
          <a:stretch>
            <a:fillRect/>
          </a:stretch>
        </p:blipFill>
        <p:spPr>
          <a:xfrm>
            <a:off x="6435425" y="370575"/>
            <a:ext cx="2044399" cy="2044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62"/>
                                        </p:tgtEl>
                                        <p:attrNameLst>
                                          <p:attrName>style.visibility</p:attrName>
                                        </p:attrNameLst>
                                      </p:cBhvr>
                                      <p:to>
                                        <p:strVal val="visible"/>
                                      </p:to>
                                    </p:set>
                                    <p:anim calcmode="lin" valueType="num">
                                      <p:cBhvr additive="base">
                                        <p:cTn dur="2200"/>
                                        <p:tgtEl>
                                          <p:spTgt spid="36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pic>
        <p:nvPicPr>
          <p:cNvPr descr="A cartoon of a white and purple animal&#10;&#10;Description automatically generated" id="373" name="Google Shape;373;p51"/>
          <p:cNvPicPr preferRelativeResize="0"/>
          <p:nvPr/>
        </p:nvPicPr>
        <p:blipFill rotWithShape="1">
          <a:blip r:embed="rId3">
            <a:alphaModFix/>
          </a:blip>
          <a:srcRect b="0" l="0" r="0" t="0"/>
          <a:stretch/>
        </p:blipFill>
        <p:spPr>
          <a:xfrm>
            <a:off x="3638000" y="1820500"/>
            <a:ext cx="1775900" cy="2168974"/>
          </a:xfrm>
          <a:prstGeom prst="rect">
            <a:avLst/>
          </a:prstGeom>
          <a:noFill/>
          <a:ln>
            <a:noFill/>
          </a:ln>
        </p:spPr>
      </p:pic>
      <p:sp>
        <p:nvSpPr>
          <p:cNvPr id="374" name="Google Shape;374;p51"/>
          <p:cNvSpPr/>
          <p:nvPr/>
        </p:nvSpPr>
        <p:spPr>
          <a:xfrm rot="-5400000">
            <a:off x="4422600" y="2601825"/>
            <a:ext cx="206700" cy="606300"/>
          </a:xfrm>
          <a:prstGeom prst="moon">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1000" fill="hold"/>
                                        <p:tgtEl>
                                          <p:spTgt spid="373"/>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52"/>
          <p:cNvSpPr/>
          <p:nvPr/>
        </p:nvSpPr>
        <p:spPr>
          <a:xfrm>
            <a:off x="4771150" y="1491525"/>
            <a:ext cx="1567800" cy="1161000"/>
          </a:xfrm>
          <a:prstGeom prst="cloud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A cartoon of a white and purple animal&#10;&#10;Description automatically generated" id="380" name="Google Shape;380;p52"/>
          <p:cNvPicPr preferRelativeResize="0"/>
          <p:nvPr/>
        </p:nvPicPr>
        <p:blipFill rotWithShape="1">
          <a:blip r:embed="rId3">
            <a:alphaModFix/>
          </a:blip>
          <a:srcRect b="0" l="0" r="0" t="0"/>
          <a:stretch/>
        </p:blipFill>
        <p:spPr>
          <a:xfrm>
            <a:off x="3512250" y="1958775"/>
            <a:ext cx="1979225" cy="2417275"/>
          </a:xfrm>
          <a:prstGeom prst="rect">
            <a:avLst/>
          </a:prstGeom>
          <a:noFill/>
          <a:ln>
            <a:noFill/>
          </a:ln>
        </p:spPr>
      </p:pic>
      <p:pic>
        <p:nvPicPr>
          <p:cNvPr id="381" name="Google Shape;381;p52" title="School desk | Free SVG"/>
          <p:cNvPicPr preferRelativeResize="0"/>
          <p:nvPr/>
        </p:nvPicPr>
        <p:blipFill>
          <a:blip r:embed="rId4">
            <a:alphaModFix/>
          </a:blip>
          <a:stretch>
            <a:fillRect/>
          </a:stretch>
        </p:blipFill>
        <p:spPr>
          <a:xfrm>
            <a:off x="3638400" y="3381875"/>
            <a:ext cx="1801076" cy="1801076"/>
          </a:xfrm>
          <a:prstGeom prst="rect">
            <a:avLst/>
          </a:prstGeom>
          <a:noFill/>
          <a:ln>
            <a:noFill/>
          </a:ln>
        </p:spPr>
      </p:pic>
      <p:pic>
        <p:nvPicPr>
          <p:cNvPr id="382" name="Google Shape;382;p52" title="Royalty-Free photo: Rectangular green board on brown background ..."/>
          <p:cNvPicPr preferRelativeResize="0"/>
          <p:nvPr/>
        </p:nvPicPr>
        <p:blipFill>
          <a:blip r:embed="rId5">
            <a:alphaModFix/>
          </a:blip>
          <a:stretch>
            <a:fillRect/>
          </a:stretch>
        </p:blipFill>
        <p:spPr>
          <a:xfrm>
            <a:off x="164525" y="141100"/>
            <a:ext cx="3347725" cy="1969250"/>
          </a:xfrm>
          <a:prstGeom prst="rect">
            <a:avLst/>
          </a:prstGeom>
          <a:noFill/>
          <a:ln>
            <a:noFill/>
          </a:ln>
        </p:spPr>
      </p:pic>
      <p:pic>
        <p:nvPicPr>
          <p:cNvPr descr="Elephant | Free Stock Photo | Illustration of an elephant | # 11454" id="383" name="Google Shape;383;p52"/>
          <p:cNvPicPr preferRelativeResize="0"/>
          <p:nvPr/>
        </p:nvPicPr>
        <p:blipFill>
          <a:blip r:embed="rId6">
            <a:alphaModFix/>
          </a:blip>
          <a:stretch>
            <a:fillRect/>
          </a:stretch>
        </p:blipFill>
        <p:spPr>
          <a:xfrm>
            <a:off x="5096425" y="1717276"/>
            <a:ext cx="917249" cy="70948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pic>
        <p:nvPicPr>
          <p:cNvPr descr="A cartoon of a white and purple animal&#10;&#10;Description automatically generated" id="388" name="Google Shape;388;p53"/>
          <p:cNvPicPr preferRelativeResize="0"/>
          <p:nvPr/>
        </p:nvPicPr>
        <p:blipFill rotWithShape="1">
          <a:blip r:embed="rId3">
            <a:alphaModFix/>
          </a:blip>
          <a:srcRect b="0" l="0" r="0" t="0"/>
          <a:stretch/>
        </p:blipFill>
        <p:spPr>
          <a:xfrm>
            <a:off x="3512250" y="1958775"/>
            <a:ext cx="1979225" cy="2417275"/>
          </a:xfrm>
          <a:prstGeom prst="rect">
            <a:avLst/>
          </a:prstGeom>
          <a:noFill/>
          <a:ln>
            <a:noFill/>
          </a:ln>
        </p:spPr>
      </p:pic>
      <p:pic>
        <p:nvPicPr>
          <p:cNvPr id="389" name="Google Shape;389;p53" title="School desk | Free SVG"/>
          <p:cNvPicPr preferRelativeResize="0"/>
          <p:nvPr/>
        </p:nvPicPr>
        <p:blipFill>
          <a:blip r:embed="rId4">
            <a:alphaModFix/>
          </a:blip>
          <a:stretch>
            <a:fillRect/>
          </a:stretch>
        </p:blipFill>
        <p:spPr>
          <a:xfrm>
            <a:off x="3638400" y="3381875"/>
            <a:ext cx="1801076" cy="1801076"/>
          </a:xfrm>
          <a:prstGeom prst="rect">
            <a:avLst/>
          </a:prstGeom>
          <a:noFill/>
          <a:ln>
            <a:noFill/>
          </a:ln>
        </p:spPr>
      </p:pic>
      <p:pic>
        <p:nvPicPr>
          <p:cNvPr id="390" name="Google Shape;390;p53" title="Royalty-Free photo: Rectangular green board on brown background ..."/>
          <p:cNvPicPr preferRelativeResize="0"/>
          <p:nvPr/>
        </p:nvPicPr>
        <p:blipFill>
          <a:blip r:embed="rId5">
            <a:alphaModFix/>
          </a:blip>
          <a:stretch>
            <a:fillRect/>
          </a:stretch>
        </p:blipFill>
        <p:spPr>
          <a:xfrm>
            <a:off x="164525" y="141100"/>
            <a:ext cx="3347725" cy="1969250"/>
          </a:xfrm>
          <a:prstGeom prst="rect">
            <a:avLst/>
          </a:prstGeom>
          <a:noFill/>
          <a:ln>
            <a:noFill/>
          </a:ln>
        </p:spPr>
      </p:pic>
      <p:sp>
        <p:nvSpPr>
          <p:cNvPr id="391" name="Google Shape;391;p53"/>
          <p:cNvSpPr/>
          <p:nvPr/>
        </p:nvSpPr>
        <p:spPr>
          <a:xfrm rot="-5400000">
            <a:off x="4398500" y="2864263"/>
            <a:ext cx="206700" cy="606300"/>
          </a:xfrm>
          <a:prstGeom prst="moon">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pic>
        <p:nvPicPr>
          <p:cNvPr descr="A cartoon of a white and purple animal&#10;&#10;Description automatically generated" id="396" name="Google Shape;396;p54"/>
          <p:cNvPicPr preferRelativeResize="0"/>
          <p:nvPr/>
        </p:nvPicPr>
        <p:blipFill rotWithShape="1">
          <a:blip r:embed="rId3">
            <a:alphaModFix/>
          </a:blip>
          <a:srcRect b="0" l="0" r="0" t="0"/>
          <a:stretch/>
        </p:blipFill>
        <p:spPr>
          <a:xfrm>
            <a:off x="2556516" y="2346673"/>
            <a:ext cx="1437410" cy="1755556"/>
          </a:xfrm>
          <a:prstGeom prst="rect">
            <a:avLst/>
          </a:prstGeom>
          <a:noFill/>
          <a:ln>
            <a:noFill/>
          </a:ln>
        </p:spPr>
      </p:pic>
      <p:pic>
        <p:nvPicPr>
          <p:cNvPr descr="A cartoon character with orange and white face&#10;&#10;Description automatically generated" id="397" name="Google Shape;397;p54"/>
          <p:cNvPicPr preferRelativeResize="0"/>
          <p:nvPr/>
        </p:nvPicPr>
        <p:blipFill rotWithShape="1">
          <a:blip r:embed="rId4">
            <a:alphaModFix/>
          </a:blip>
          <a:srcRect b="0" l="0" r="0" t="0"/>
          <a:stretch/>
        </p:blipFill>
        <p:spPr>
          <a:xfrm>
            <a:off x="4792275" y="2479600"/>
            <a:ext cx="1367325" cy="1669949"/>
          </a:xfrm>
          <a:prstGeom prst="rect">
            <a:avLst/>
          </a:prstGeom>
          <a:noFill/>
          <a:ln>
            <a:noFill/>
          </a:ln>
        </p:spPr>
      </p:pic>
      <p:sp>
        <p:nvSpPr>
          <p:cNvPr id="398" name="Google Shape;398;p54"/>
          <p:cNvSpPr/>
          <p:nvPr/>
        </p:nvSpPr>
        <p:spPr>
          <a:xfrm>
            <a:off x="3497475" y="1866025"/>
            <a:ext cx="12948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99" name="Google Shape;399;p54" title="House icon vector clip art | Free SVG"/>
          <p:cNvPicPr preferRelativeResize="0"/>
          <p:nvPr/>
        </p:nvPicPr>
        <p:blipFill>
          <a:blip r:embed="rId5">
            <a:alphaModFix/>
          </a:blip>
          <a:stretch>
            <a:fillRect/>
          </a:stretch>
        </p:blipFill>
        <p:spPr>
          <a:xfrm>
            <a:off x="5880175" y="494425"/>
            <a:ext cx="2414224" cy="2414225"/>
          </a:xfrm>
          <a:prstGeom prst="rect">
            <a:avLst/>
          </a:prstGeom>
          <a:noFill/>
          <a:ln>
            <a:noFill/>
          </a:ln>
        </p:spPr>
      </p:pic>
      <p:pic>
        <p:nvPicPr>
          <p:cNvPr id="400" name="Google Shape;400;p54" title="House icon vector clip art | Free SVG"/>
          <p:cNvPicPr preferRelativeResize="0"/>
          <p:nvPr/>
        </p:nvPicPr>
        <p:blipFill>
          <a:blip r:embed="rId5">
            <a:alphaModFix/>
          </a:blip>
          <a:stretch>
            <a:fillRect/>
          </a:stretch>
        </p:blipFill>
        <p:spPr>
          <a:xfrm>
            <a:off x="619375" y="410250"/>
            <a:ext cx="2414225" cy="2414225"/>
          </a:xfrm>
          <a:prstGeom prst="rect">
            <a:avLst/>
          </a:prstGeom>
          <a:noFill/>
          <a:ln>
            <a:noFill/>
          </a:ln>
        </p:spPr>
      </p:pic>
      <p:pic>
        <p:nvPicPr>
          <p:cNvPr descr="Elephant | Free Stock Photo | Illustration of an elephant | # 11454" id="401" name="Google Shape;401;p54"/>
          <p:cNvPicPr preferRelativeResize="0"/>
          <p:nvPr/>
        </p:nvPicPr>
        <p:blipFill>
          <a:blip r:embed="rId6">
            <a:alphaModFix/>
          </a:blip>
          <a:stretch>
            <a:fillRect/>
          </a:stretch>
        </p:blipFill>
        <p:spPr>
          <a:xfrm>
            <a:off x="3686250" y="1937888"/>
            <a:ext cx="917249" cy="70948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96"/>
                                        </p:tgtEl>
                                        <p:attrNameLst>
                                          <p:attrName>style.visibility</p:attrName>
                                        </p:attrNameLst>
                                      </p:cBhvr>
                                      <p:to>
                                        <p:strVal val="visible"/>
                                      </p:to>
                                    </p:set>
                                    <p:anim calcmode="lin" valueType="num">
                                      <p:cBhvr additive="base">
                                        <p:cTn dur="1600"/>
                                        <p:tgtEl>
                                          <p:spTgt spid="39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97"/>
                                        </p:tgtEl>
                                        <p:attrNameLst>
                                          <p:attrName>style.visibility</p:attrName>
                                        </p:attrNameLst>
                                      </p:cBhvr>
                                      <p:to>
                                        <p:strVal val="visible"/>
                                      </p:to>
                                    </p:set>
                                    <p:anim calcmode="lin" valueType="num">
                                      <p:cBhvr additive="base">
                                        <p:cTn dur="1900"/>
                                        <p:tgtEl>
                                          <p:spTgt spid="39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pic>
        <p:nvPicPr>
          <p:cNvPr descr="A cartoon of a white and purple animal&#10;&#10;Description automatically generated" id="406" name="Google Shape;406;p55"/>
          <p:cNvPicPr preferRelativeResize="0"/>
          <p:nvPr/>
        </p:nvPicPr>
        <p:blipFill rotWithShape="1">
          <a:blip r:embed="rId3">
            <a:alphaModFix/>
          </a:blip>
          <a:srcRect b="0" l="0" r="0" t="0"/>
          <a:stretch/>
        </p:blipFill>
        <p:spPr>
          <a:xfrm>
            <a:off x="2556516" y="2346673"/>
            <a:ext cx="1437410" cy="1755556"/>
          </a:xfrm>
          <a:prstGeom prst="rect">
            <a:avLst/>
          </a:prstGeom>
          <a:noFill/>
          <a:ln>
            <a:noFill/>
          </a:ln>
        </p:spPr>
      </p:pic>
      <p:pic>
        <p:nvPicPr>
          <p:cNvPr descr="A cartoon character with orange and white face&#10;&#10;Description automatically generated" id="407" name="Google Shape;407;p55"/>
          <p:cNvPicPr preferRelativeResize="0"/>
          <p:nvPr/>
        </p:nvPicPr>
        <p:blipFill rotWithShape="1">
          <a:blip r:embed="rId4">
            <a:alphaModFix/>
          </a:blip>
          <a:srcRect b="0" l="0" r="0" t="0"/>
          <a:stretch/>
        </p:blipFill>
        <p:spPr>
          <a:xfrm>
            <a:off x="4745300" y="2479600"/>
            <a:ext cx="1367325" cy="1669949"/>
          </a:xfrm>
          <a:prstGeom prst="rect">
            <a:avLst/>
          </a:prstGeom>
          <a:noFill/>
          <a:ln>
            <a:noFill/>
          </a:ln>
        </p:spPr>
      </p:pic>
      <p:sp>
        <p:nvSpPr>
          <p:cNvPr id="408" name="Google Shape;408;p55"/>
          <p:cNvSpPr/>
          <p:nvPr/>
        </p:nvSpPr>
        <p:spPr>
          <a:xfrm>
            <a:off x="3497475" y="1866025"/>
            <a:ext cx="12948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09" name="Google Shape;409;p55"/>
          <p:cNvPicPr preferRelativeResize="0"/>
          <p:nvPr/>
        </p:nvPicPr>
        <p:blipFill>
          <a:blip r:embed="rId5">
            <a:alphaModFix/>
          </a:blip>
          <a:stretch>
            <a:fillRect/>
          </a:stretch>
        </p:blipFill>
        <p:spPr>
          <a:xfrm>
            <a:off x="3833000" y="1927538"/>
            <a:ext cx="706850" cy="730174"/>
          </a:xfrm>
          <a:prstGeom prst="rect">
            <a:avLst/>
          </a:prstGeom>
          <a:noFill/>
          <a:ln>
            <a:noFill/>
          </a:ln>
        </p:spPr>
      </p:pic>
      <p:sp>
        <p:nvSpPr>
          <p:cNvPr id="410" name="Google Shape;410;p55"/>
          <p:cNvSpPr/>
          <p:nvPr/>
        </p:nvSpPr>
        <p:spPr>
          <a:xfrm>
            <a:off x="3993925" y="2281275"/>
            <a:ext cx="379200" cy="376500"/>
          </a:xfrm>
          <a:prstGeom prst="noSmoking">
            <a:avLst>
              <a:gd fmla="val 18750" name="adj"/>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11" name="Google Shape;411;p55" title="House icon vector clip art | Free SVG"/>
          <p:cNvPicPr preferRelativeResize="0"/>
          <p:nvPr/>
        </p:nvPicPr>
        <p:blipFill>
          <a:blip r:embed="rId6">
            <a:alphaModFix/>
          </a:blip>
          <a:stretch>
            <a:fillRect/>
          </a:stretch>
        </p:blipFill>
        <p:spPr>
          <a:xfrm>
            <a:off x="5880175" y="494425"/>
            <a:ext cx="2414224" cy="2414225"/>
          </a:xfrm>
          <a:prstGeom prst="rect">
            <a:avLst/>
          </a:prstGeom>
          <a:noFill/>
          <a:ln>
            <a:noFill/>
          </a:ln>
        </p:spPr>
      </p:pic>
      <p:pic>
        <p:nvPicPr>
          <p:cNvPr id="412" name="Google Shape;412;p55" title="House icon vector clip art | Free SVG"/>
          <p:cNvPicPr preferRelativeResize="0"/>
          <p:nvPr/>
        </p:nvPicPr>
        <p:blipFill>
          <a:blip r:embed="rId6">
            <a:alphaModFix/>
          </a:blip>
          <a:stretch>
            <a:fillRect/>
          </a:stretch>
        </p:blipFill>
        <p:spPr>
          <a:xfrm>
            <a:off x="619375" y="410250"/>
            <a:ext cx="2414225" cy="24142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pic>
        <p:nvPicPr>
          <p:cNvPr descr="A cartoon of a white and purple animal&#10;&#10;Description automatically generated" id="417" name="Google Shape;417;p56"/>
          <p:cNvPicPr preferRelativeResize="0"/>
          <p:nvPr/>
        </p:nvPicPr>
        <p:blipFill rotWithShape="1">
          <a:blip r:embed="rId3">
            <a:alphaModFix/>
          </a:blip>
          <a:srcRect b="0" l="0" r="0" t="0"/>
          <a:stretch/>
        </p:blipFill>
        <p:spPr>
          <a:xfrm>
            <a:off x="2556516" y="2346673"/>
            <a:ext cx="1437410" cy="1755556"/>
          </a:xfrm>
          <a:prstGeom prst="rect">
            <a:avLst/>
          </a:prstGeom>
          <a:noFill/>
          <a:ln>
            <a:noFill/>
          </a:ln>
        </p:spPr>
      </p:pic>
      <p:sp>
        <p:nvSpPr>
          <p:cNvPr id="418" name="Google Shape;418;p56"/>
          <p:cNvSpPr/>
          <p:nvPr/>
        </p:nvSpPr>
        <p:spPr>
          <a:xfrm>
            <a:off x="3497475" y="1866025"/>
            <a:ext cx="12948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19" name="Google Shape;419;p56" title="House icon vector clip art | Free SVG"/>
          <p:cNvPicPr preferRelativeResize="0"/>
          <p:nvPr/>
        </p:nvPicPr>
        <p:blipFill>
          <a:blip r:embed="rId4">
            <a:alphaModFix/>
          </a:blip>
          <a:stretch>
            <a:fillRect/>
          </a:stretch>
        </p:blipFill>
        <p:spPr>
          <a:xfrm>
            <a:off x="5880175" y="494425"/>
            <a:ext cx="2414224" cy="2414225"/>
          </a:xfrm>
          <a:prstGeom prst="rect">
            <a:avLst/>
          </a:prstGeom>
          <a:noFill/>
          <a:ln>
            <a:noFill/>
          </a:ln>
        </p:spPr>
      </p:pic>
      <p:pic>
        <p:nvPicPr>
          <p:cNvPr id="420" name="Google Shape;420;p56" title="House icon vector clip art | Free SVG"/>
          <p:cNvPicPr preferRelativeResize="0"/>
          <p:nvPr/>
        </p:nvPicPr>
        <p:blipFill>
          <a:blip r:embed="rId4">
            <a:alphaModFix/>
          </a:blip>
          <a:stretch>
            <a:fillRect/>
          </a:stretch>
        </p:blipFill>
        <p:spPr>
          <a:xfrm>
            <a:off x="619375" y="410250"/>
            <a:ext cx="2414225" cy="2414225"/>
          </a:xfrm>
          <a:prstGeom prst="rect">
            <a:avLst/>
          </a:prstGeom>
          <a:noFill/>
          <a:ln>
            <a:noFill/>
          </a:ln>
        </p:spPr>
      </p:pic>
      <p:pic>
        <p:nvPicPr>
          <p:cNvPr descr="Elephant | Free Stock Photo | Illustration of an elephant | # 11454" id="421" name="Google Shape;421;p56"/>
          <p:cNvPicPr preferRelativeResize="0"/>
          <p:nvPr/>
        </p:nvPicPr>
        <p:blipFill>
          <a:blip r:embed="rId5">
            <a:alphaModFix/>
          </a:blip>
          <a:stretch>
            <a:fillRect/>
          </a:stretch>
        </p:blipFill>
        <p:spPr>
          <a:xfrm>
            <a:off x="3686250" y="1937888"/>
            <a:ext cx="917249" cy="709482"/>
          </a:xfrm>
          <a:prstGeom prst="rect">
            <a:avLst/>
          </a:prstGeom>
          <a:noFill/>
          <a:ln>
            <a:noFill/>
          </a:ln>
        </p:spPr>
      </p:pic>
      <p:sp>
        <p:nvSpPr>
          <p:cNvPr id="422" name="Google Shape;422;p56"/>
          <p:cNvSpPr/>
          <p:nvPr/>
        </p:nvSpPr>
        <p:spPr>
          <a:xfrm>
            <a:off x="3861375" y="2060275"/>
            <a:ext cx="567000" cy="568500"/>
          </a:xfrm>
          <a:prstGeom prst="noSmoking">
            <a:avLst>
              <a:gd fmla="val 18750" name="adj"/>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A cartoon character with orange and white face&#10;&#10;Description automatically generated" id="423" name="Google Shape;423;p56"/>
          <p:cNvPicPr preferRelativeResize="0"/>
          <p:nvPr/>
        </p:nvPicPr>
        <p:blipFill rotWithShape="1">
          <a:blip r:embed="rId6">
            <a:alphaModFix amt="91000"/>
          </a:blip>
          <a:srcRect b="0" l="0" r="0" t="0"/>
          <a:stretch/>
        </p:blipFill>
        <p:spPr>
          <a:xfrm>
            <a:off x="4938242" y="2346670"/>
            <a:ext cx="1437410" cy="1755556"/>
          </a:xfrm>
          <a:prstGeom prst="rect">
            <a:avLst/>
          </a:prstGeom>
          <a:noFill/>
          <a:ln>
            <a:noFill/>
          </a:ln>
          <a:effectLst>
            <a:outerShdw blurRad="57150" rotWithShape="0" algn="bl" dir="6840000" dist="19050">
              <a:srgbClr val="000000">
                <a:alpha val="51000"/>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23"/>
                                        </p:tgtEl>
                                        <p:attrNameLst>
                                          <p:attrName>style.visibility</p:attrName>
                                        </p:attrNameLst>
                                      </p:cBhvr>
                                      <p:to>
                                        <p:strVal val="visible"/>
                                      </p:to>
                                    </p:set>
                                    <p:anim calcmode="lin" valueType="num">
                                      <p:cBhvr additive="base">
                                        <p:cTn dur="2200"/>
                                        <p:tgtEl>
                                          <p:spTgt spid="42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pic>
        <p:nvPicPr>
          <p:cNvPr descr="A cartoon of a white and purple animal&#10;&#10;Description automatically generated" id="428" name="Google Shape;428;p57"/>
          <p:cNvPicPr preferRelativeResize="0"/>
          <p:nvPr/>
        </p:nvPicPr>
        <p:blipFill rotWithShape="1">
          <a:blip r:embed="rId3">
            <a:alphaModFix/>
          </a:blip>
          <a:srcRect b="0" l="0" r="0" t="0"/>
          <a:stretch/>
        </p:blipFill>
        <p:spPr>
          <a:xfrm>
            <a:off x="2556516" y="2346673"/>
            <a:ext cx="1437410" cy="1755556"/>
          </a:xfrm>
          <a:prstGeom prst="rect">
            <a:avLst/>
          </a:prstGeom>
          <a:noFill/>
          <a:ln>
            <a:noFill/>
          </a:ln>
        </p:spPr>
      </p:pic>
      <p:sp>
        <p:nvSpPr>
          <p:cNvPr id="429" name="Google Shape;429;p57"/>
          <p:cNvSpPr/>
          <p:nvPr/>
        </p:nvSpPr>
        <p:spPr>
          <a:xfrm>
            <a:off x="3497475" y="1866025"/>
            <a:ext cx="12948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30" name="Google Shape;430;p57" title="House icon vector clip art | Free SVG"/>
          <p:cNvPicPr preferRelativeResize="0"/>
          <p:nvPr/>
        </p:nvPicPr>
        <p:blipFill>
          <a:blip r:embed="rId4">
            <a:alphaModFix/>
          </a:blip>
          <a:stretch>
            <a:fillRect/>
          </a:stretch>
        </p:blipFill>
        <p:spPr>
          <a:xfrm>
            <a:off x="5880175" y="494425"/>
            <a:ext cx="2414224" cy="2414225"/>
          </a:xfrm>
          <a:prstGeom prst="rect">
            <a:avLst/>
          </a:prstGeom>
          <a:noFill/>
          <a:ln>
            <a:noFill/>
          </a:ln>
        </p:spPr>
      </p:pic>
      <p:pic>
        <p:nvPicPr>
          <p:cNvPr id="431" name="Google Shape;431;p57" title="House icon vector clip art | Free SVG"/>
          <p:cNvPicPr preferRelativeResize="0"/>
          <p:nvPr/>
        </p:nvPicPr>
        <p:blipFill>
          <a:blip r:embed="rId4">
            <a:alphaModFix/>
          </a:blip>
          <a:stretch>
            <a:fillRect/>
          </a:stretch>
        </p:blipFill>
        <p:spPr>
          <a:xfrm>
            <a:off x="619375" y="410250"/>
            <a:ext cx="2414225" cy="2414225"/>
          </a:xfrm>
          <a:prstGeom prst="rect">
            <a:avLst/>
          </a:prstGeom>
          <a:noFill/>
          <a:ln>
            <a:noFill/>
          </a:ln>
        </p:spPr>
      </p:pic>
      <p:pic>
        <p:nvPicPr>
          <p:cNvPr id="432" name="Google Shape;432;p57"/>
          <p:cNvPicPr preferRelativeResize="0"/>
          <p:nvPr/>
        </p:nvPicPr>
        <p:blipFill>
          <a:blip r:embed="rId5">
            <a:alphaModFix/>
          </a:blip>
          <a:stretch>
            <a:fillRect/>
          </a:stretch>
        </p:blipFill>
        <p:spPr>
          <a:xfrm>
            <a:off x="3833000" y="1927538"/>
            <a:ext cx="706850" cy="730174"/>
          </a:xfrm>
          <a:prstGeom prst="rect">
            <a:avLst/>
          </a:prstGeom>
          <a:noFill/>
          <a:ln>
            <a:noFill/>
          </a:ln>
        </p:spPr>
      </p:pic>
      <p:pic>
        <p:nvPicPr>
          <p:cNvPr descr="A cartoon character with orange and white face&#10;&#10;Description automatically generated" id="433" name="Google Shape;433;p57"/>
          <p:cNvPicPr preferRelativeResize="0"/>
          <p:nvPr/>
        </p:nvPicPr>
        <p:blipFill rotWithShape="1">
          <a:blip r:embed="rId6">
            <a:alphaModFix amt="91000"/>
          </a:blip>
          <a:srcRect b="0" l="0" r="0" t="0"/>
          <a:stretch/>
        </p:blipFill>
        <p:spPr>
          <a:xfrm>
            <a:off x="5132367" y="2375845"/>
            <a:ext cx="1437410" cy="1755556"/>
          </a:xfrm>
          <a:prstGeom prst="rect">
            <a:avLst/>
          </a:prstGeom>
          <a:noFill/>
          <a:ln>
            <a:noFill/>
          </a:ln>
          <a:effectLst>
            <a:outerShdw blurRad="57150" rotWithShape="0" algn="bl" dir="6840000" dist="19050">
              <a:srgbClr val="000000">
                <a:alpha val="51000"/>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pic>
        <p:nvPicPr>
          <p:cNvPr id="438" name="Google Shape;438;p58"/>
          <p:cNvPicPr preferRelativeResize="0"/>
          <p:nvPr/>
        </p:nvPicPr>
        <p:blipFill>
          <a:blip r:embed="rId3">
            <a:alphaModFix/>
          </a:blip>
          <a:stretch>
            <a:fillRect/>
          </a:stretch>
        </p:blipFill>
        <p:spPr>
          <a:xfrm>
            <a:off x="3334644" y="384525"/>
            <a:ext cx="2323880" cy="2323880"/>
          </a:xfrm>
          <a:prstGeom prst="rect">
            <a:avLst/>
          </a:prstGeom>
          <a:noFill/>
          <a:ln>
            <a:noFill/>
          </a:ln>
        </p:spPr>
      </p:pic>
      <p:pic>
        <p:nvPicPr>
          <p:cNvPr descr="Elephant | Free Stock Photo | Illustration of an elephant | # 11454" id="439" name="Google Shape;439;p58"/>
          <p:cNvPicPr preferRelativeResize="0"/>
          <p:nvPr/>
        </p:nvPicPr>
        <p:blipFill>
          <a:blip r:embed="rId4">
            <a:alphaModFix/>
          </a:blip>
          <a:stretch>
            <a:fillRect/>
          </a:stretch>
        </p:blipFill>
        <p:spPr>
          <a:xfrm>
            <a:off x="3680300" y="2969225"/>
            <a:ext cx="1380351" cy="10677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pic>
        <p:nvPicPr>
          <p:cNvPr id="444" name="Google Shape;444;p59"/>
          <p:cNvPicPr preferRelativeResize="0"/>
          <p:nvPr/>
        </p:nvPicPr>
        <p:blipFill>
          <a:blip r:embed="rId3">
            <a:alphaModFix/>
          </a:blip>
          <a:stretch>
            <a:fillRect/>
          </a:stretch>
        </p:blipFill>
        <p:spPr>
          <a:xfrm>
            <a:off x="3334644" y="384525"/>
            <a:ext cx="2323880" cy="2323880"/>
          </a:xfrm>
          <a:prstGeom prst="rect">
            <a:avLst/>
          </a:prstGeom>
          <a:noFill/>
          <a:ln>
            <a:noFill/>
          </a:ln>
        </p:spPr>
      </p:pic>
      <p:pic>
        <p:nvPicPr>
          <p:cNvPr id="445" name="Google Shape;445;p59"/>
          <p:cNvPicPr preferRelativeResize="0"/>
          <p:nvPr/>
        </p:nvPicPr>
        <p:blipFill>
          <a:blip r:embed="rId4">
            <a:alphaModFix/>
          </a:blip>
          <a:stretch>
            <a:fillRect/>
          </a:stretch>
        </p:blipFill>
        <p:spPr>
          <a:xfrm>
            <a:off x="3876675" y="2966925"/>
            <a:ext cx="1026900" cy="106074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60"/>
          <p:cNvSpPr/>
          <p:nvPr/>
        </p:nvSpPr>
        <p:spPr>
          <a:xfrm>
            <a:off x="3775568" y="967894"/>
            <a:ext cx="1592700" cy="697200"/>
          </a:xfrm>
          <a:prstGeom prst="rect">
            <a:avLst/>
          </a:prstGeom>
          <a:solidFill>
            <a:srgbClr val="FFFFFF"/>
          </a:solidFill>
          <a:ln cap="flat" cmpd="sng" w="76200">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500">
              <a:solidFill>
                <a:schemeClr val="dk1"/>
              </a:solidFill>
              <a:latin typeface="Calibri"/>
              <a:ea typeface="Calibri"/>
              <a:cs typeface="Calibri"/>
              <a:sym typeface="Calibri"/>
            </a:endParaRPr>
          </a:p>
        </p:txBody>
      </p:sp>
      <p:sp>
        <p:nvSpPr>
          <p:cNvPr id="451" name="Google Shape;451;p60"/>
          <p:cNvSpPr/>
          <p:nvPr/>
        </p:nvSpPr>
        <p:spPr>
          <a:xfrm>
            <a:off x="4652975" y="1048605"/>
            <a:ext cx="541800" cy="541800"/>
          </a:xfrm>
          <a:prstGeom prst="ellipse">
            <a:avLst/>
          </a:prstGeom>
          <a:solidFill>
            <a:srgbClr val="B6D7A8"/>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52" name="Google Shape;452;p60"/>
          <p:cNvSpPr/>
          <p:nvPr/>
        </p:nvSpPr>
        <p:spPr>
          <a:xfrm>
            <a:off x="3776753" y="148186"/>
            <a:ext cx="1592700" cy="697200"/>
          </a:xfrm>
          <a:prstGeom prst="rect">
            <a:avLst/>
          </a:prstGeom>
          <a:solidFill>
            <a:srgbClr val="FFFFFF"/>
          </a:solidFill>
          <a:ln cap="flat" cmpd="sng" w="76200">
            <a:solidFill>
              <a:srgbClr val="0070C0"/>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500">
              <a:solidFill>
                <a:schemeClr val="dk1"/>
              </a:solidFill>
              <a:latin typeface="Calibri"/>
              <a:ea typeface="Calibri"/>
              <a:cs typeface="Calibri"/>
              <a:sym typeface="Calibri"/>
            </a:endParaRPr>
          </a:p>
        </p:txBody>
      </p:sp>
      <p:sp>
        <p:nvSpPr>
          <p:cNvPr id="453" name="Google Shape;453;p60"/>
          <p:cNvSpPr/>
          <p:nvPr/>
        </p:nvSpPr>
        <p:spPr>
          <a:xfrm>
            <a:off x="4751702" y="225817"/>
            <a:ext cx="541800" cy="541800"/>
          </a:xfrm>
          <a:prstGeom prst="ellipse">
            <a:avLst/>
          </a:prstGeom>
          <a:solidFill>
            <a:srgbClr val="B6D7A8"/>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54" name="Google Shape;454;p60"/>
          <p:cNvSpPr/>
          <p:nvPr/>
        </p:nvSpPr>
        <p:spPr>
          <a:xfrm>
            <a:off x="3775568" y="1793660"/>
            <a:ext cx="1592700" cy="697200"/>
          </a:xfrm>
          <a:prstGeom prst="rect">
            <a:avLst/>
          </a:prstGeom>
          <a:solidFill>
            <a:srgbClr val="FFFFFF"/>
          </a:solidFill>
          <a:ln cap="flat" cmpd="sng" w="76200">
            <a:solidFill>
              <a:srgbClr val="9A7249"/>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500">
              <a:solidFill>
                <a:schemeClr val="dk1"/>
              </a:solidFill>
              <a:latin typeface="Calibri"/>
              <a:ea typeface="Calibri"/>
              <a:cs typeface="Calibri"/>
              <a:sym typeface="Calibri"/>
            </a:endParaRPr>
          </a:p>
        </p:txBody>
      </p:sp>
      <p:sp>
        <p:nvSpPr>
          <p:cNvPr id="455" name="Google Shape;455;p60"/>
          <p:cNvSpPr/>
          <p:nvPr/>
        </p:nvSpPr>
        <p:spPr>
          <a:xfrm>
            <a:off x="3775568" y="2620182"/>
            <a:ext cx="1592700" cy="697200"/>
          </a:xfrm>
          <a:prstGeom prst="rect">
            <a:avLst/>
          </a:prstGeom>
          <a:solidFill>
            <a:srgbClr val="FFFFFF"/>
          </a:solidFill>
          <a:ln cap="flat" cmpd="sng" w="76200">
            <a:solidFill>
              <a:srgbClr val="FFC000"/>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500">
              <a:solidFill>
                <a:schemeClr val="dk1"/>
              </a:solidFill>
              <a:latin typeface="Calibri"/>
              <a:ea typeface="Calibri"/>
              <a:cs typeface="Calibri"/>
              <a:sym typeface="Calibri"/>
            </a:endParaRPr>
          </a:p>
        </p:txBody>
      </p:sp>
      <p:sp>
        <p:nvSpPr>
          <p:cNvPr id="456" name="Google Shape;456;p60"/>
          <p:cNvSpPr/>
          <p:nvPr/>
        </p:nvSpPr>
        <p:spPr>
          <a:xfrm>
            <a:off x="3775568" y="3442295"/>
            <a:ext cx="1592700" cy="697200"/>
          </a:xfrm>
          <a:prstGeom prst="rect">
            <a:avLst/>
          </a:prstGeom>
          <a:solidFill>
            <a:srgbClr val="FFFFFF"/>
          </a:solidFill>
          <a:ln cap="flat" cmpd="sng" w="7620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500">
              <a:solidFill>
                <a:schemeClr val="dk1"/>
              </a:solidFill>
              <a:latin typeface="Calibri"/>
              <a:ea typeface="Calibri"/>
              <a:cs typeface="Calibri"/>
              <a:sym typeface="Calibri"/>
            </a:endParaRPr>
          </a:p>
        </p:txBody>
      </p:sp>
      <p:sp>
        <p:nvSpPr>
          <p:cNvPr id="457" name="Google Shape;457;p60"/>
          <p:cNvSpPr/>
          <p:nvPr/>
        </p:nvSpPr>
        <p:spPr>
          <a:xfrm>
            <a:off x="4552173" y="1867106"/>
            <a:ext cx="541800" cy="541800"/>
          </a:xfrm>
          <a:prstGeom prst="ellipse">
            <a:avLst/>
          </a:prstGeom>
          <a:solidFill>
            <a:srgbClr val="B6D7A8"/>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58" name="Google Shape;458;p60"/>
          <p:cNvSpPr/>
          <p:nvPr/>
        </p:nvSpPr>
        <p:spPr>
          <a:xfrm>
            <a:off x="4489307" y="2688926"/>
            <a:ext cx="541800" cy="541800"/>
          </a:xfrm>
          <a:prstGeom prst="ellipse">
            <a:avLst/>
          </a:prstGeom>
          <a:solidFill>
            <a:srgbClr val="B6D7A8"/>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59" name="Google Shape;459;p60"/>
          <p:cNvSpPr/>
          <p:nvPr/>
        </p:nvSpPr>
        <p:spPr>
          <a:xfrm>
            <a:off x="4407803" y="3518126"/>
            <a:ext cx="541800" cy="541800"/>
          </a:xfrm>
          <a:prstGeom prst="ellipse">
            <a:avLst/>
          </a:prstGeom>
          <a:solidFill>
            <a:srgbClr val="B6D7A8"/>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60" name="Google Shape;460;p60"/>
          <p:cNvSpPr/>
          <p:nvPr/>
        </p:nvSpPr>
        <p:spPr>
          <a:xfrm>
            <a:off x="3775568" y="4273812"/>
            <a:ext cx="1592700" cy="697200"/>
          </a:xfrm>
          <a:prstGeom prst="rect">
            <a:avLst/>
          </a:prstGeom>
          <a:solidFill>
            <a:srgbClr val="FFFFFF"/>
          </a:solidFill>
          <a:ln cap="flat" cmpd="sng" w="76200">
            <a:solidFill>
              <a:srgbClr val="FF95CA"/>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500">
              <a:solidFill>
                <a:schemeClr val="dk1"/>
              </a:solidFill>
              <a:latin typeface="Calibri"/>
              <a:ea typeface="Calibri"/>
              <a:cs typeface="Calibri"/>
              <a:sym typeface="Calibri"/>
            </a:endParaRPr>
          </a:p>
        </p:txBody>
      </p:sp>
      <p:sp>
        <p:nvSpPr>
          <p:cNvPr id="461" name="Google Shape;461;p60"/>
          <p:cNvSpPr/>
          <p:nvPr/>
        </p:nvSpPr>
        <p:spPr>
          <a:xfrm>
            <a:off x="4345059" y="4346244"/>
            <a:ext cx="541800" cy="541800"/>
          </a:xfrm>
          <a:prstGeom prst="ellipse">
            <a:avLst/>
          </a:prstGeom>
          <a:solidFill>
            <a:srgbClr val="B6D7A8"/>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62" name="Google Shape;462;p60"/>
          <p:cNvSpPr/>
          <p:nvPr/>
        </p:nvSpPr>
        <p:spPr>
          <a:xfrm>
            <a:off x="3866000" y="219450"/>
            <a:ext cx="541800" cy="541800"/>
          </a:xfrm>
          <a:prstGeom prst="ellipse">
            <a:avLst/>
          </a:prstGeom>
          <a:solidFill>
            <a:srgbClr val="057C8A">
              <a:alpha val="71520"/>
            </a:srgb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700">
              <a:solidFill>
                <a:srgbClr val="000000"/>
              </a:solidFill>
              <a:latin typeface="Calibri"/>
              <a:ea typeface="Calibri"/>
              <a:cs typeface="Calibri"/>
              <a:sym typeface="Calibri"/>
            </a:endParaRPr>
          </a:p>
        </p:txBody>
      </p:sp>
      <p:sp>
        <p:nvSpPr>
          <p:cNvPr id="463" name="Google Shape;463;p60"/>
          <p:cNvSpPr/>
          <p:nvPr/>
        </p:nvSpPr>
        <p:spPr>
          <a:xfrm>
            <a:off x="3947500" y="1048600"/>
            <a:ext cx="541800" cy="541800"/>
          </a:xfrm>
          <a:prstGeom prst="ellipse">
            <a:avLst/>
          </a:prstGeom>
          <a:solidFill>
            <a:srgbClr val="057C8A">
              <a:alpha val="71520"/>
            </a:srgb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700">
              <a:solidFill>
                <a:srgbClr val="000000"/>
              </a:solidFill>
              <a:latin typeface="Calibri"/>
              <a:ea typeface="Calibri"/>
              <a:cs typeface="Calibri"/>
              <a:sym typeface="Calibri"/>
            </a:endParaRPr>
          </a:p>
        </p:txBody>
      </p:sp>
      <p:sp>
        <p:nvSpPr>
          <p:cNvPr id="464" name="Google Shape;464;p60"/>
          <p:cNvSpPr/>
          <p:nvPr/>
        </p:nvSpPr>
        <p:spPr>
          <a:xfrm>
            <a:off x="4036150" y="1871738"/>
            <a:ext cx="541800" cy="541800"/>
          </a:xfrm>
          <a:prstGeom prst="ellipse">
            <a:avLst/>
          </a:prstGeom>
          <a:solidFill>
            <a:srgbClr val="057C8A">
              <a:alpha val="71520"/>
            </a:srgb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700">
              <a:solidFill>
                <a:srgbClr val="000000"/>
              </a:solidFill>
              <a:latin typeface="Calibri"/>
              <a:ea typeface="Calibri"/>
              <a:cs typeface="Calibri"/>
              <a:sym typeface="Calibri"/>
            </a:endParaRPr>
          </a:p>
        </p:txBody>
      </p:sp>
      <p:sp>
        <p:nvSpPr>
          <p:cNvPr id="465" name="Google Shape;465;p60"/>
          <p:cNvSpPr/>
          <p:nvPr/>
        </p:nvSpPr>
        <p:spPr>
          <a:xfrm>
            <a:off x="4111175" y="2695663"/>
            <a:ext cx="541800" cy="541800"/>
          </a:xfrm>
          <a:prstGeom prst="ellipse">
            <a:avLst/>
          </a:prstGeom>
          <a:solidFill>
            <a:srgbClr val="057C8A">
              <a:alpha val="71520"/>
            </a:srgb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700">
              <a:solidFill>
                <a:srgbClr val="000000"/>
              </a:solidFill>
              <a:latin typeface="Calibri"/>
              <a:ea typeface="Calibri"/>
              <a:cs typeface="Calibri"/>
              <a:sym typeface="Calibri"/>
            </a:endParaRPr>
          </a:p>
        </p:txBody>
      </p:sp>
      <p:sp>
        <p:nvSpPr>
          <p:cNvPr id="466" name="Google Shape;466;p60"/>
          <p:cNvSpPr/>
          <p:nvPr/>
        </p:nvSpPr>
        <p:spPr>
          <a:xfrm>
            <a:off x="4209900" y="3524675"/>
            <a:ext cx="541800" cy="541800"/>
          </a:xfrm>
          <a:prstGeom prst="ellipse">
            <a:avLst/>
          </a:prstGeom>
          <a:solidFill>
            <a:srgbClr val="057C8A">
              <a:alpha val="71520"/>
            </a:srgb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700">
              <a:solidFill>
                <a:srgbClr val="000000"/>
              </a:solidFill>
              <a:latin typeface="Calibri"/>
              <a:ea typeface="Calibri"/>
              <a:cs typeface="Calibri"/>
              <a:sym typeface="Calibri"/>
            </a:endParaRPr>
          </a:p>
        </p:txBody>
      </p:sp>
      <p:sp>
        <p:nvSpPr>
          <p:cNvPr id="467" name="Google Shape;467;p60"/>
          <p:cNvSpPr/>
          <p:nvPr/>
        </p:nvSpPr>
        <p:spPr>
          <a:xfrm>
            <a:off x="4253125" y="4344313"/>
            <a:ext cx="541800" cy="541800"/>
          </a:xfrm>
          <a:prstGeom prst="ellipse">
            <a:avLst/>
          </a:prstGeom>
          <a:solidFill>
            <a:srgbClr val="057C8A">
              <a:alpha val="71520"/>
            </a:srgb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700">
              <a:solidFill>
                <a:srgbClr val="000000"/>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61"/>
          <p:cNvSpPr/>
          <p:nvPr/>
        </p:nvSpPr>
        <p:spPr>
          <a:xfrm>
            <a:off x="3775568" y="967894"/>
            <a:ext cx="1592700" cy="697200"/>
          </a:xfrm>
          <a:prstGeom prst="rect">
            <a:avLst/>
          </a:prstGeom>
          <a:solidFill>
            <a:srgbClr val="FFFFFF"/>
          </a:solidFill>
          <a:ln cap="flat" cmpd="sng" w="76200">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500">
              <a:solidFill>
                <a:schemeClr val="dk1"/>
              </a:solidFill>
              <a:latin typeface="Calibri"/>
              <a:ea typeface="Calibri"/>
              <a:cs typeface="Calibri"/>
              <a:sym typeface="Calibri"/>
            </a:endParaRPr>
          </a:p>
        </p:txBody>
      </p:sp>
      <p:sp>
        <p:nvSpPr>
          <p:cNvPr id="473" name="Google Shape;473;p61"/>
          <p:cNvSpPr/>
          <p:nvPr/>
        </p:nvSpPr>
        <p:spPr>
          <a:xfrm>
            <a:off x="4652975" y="1048605"/>
            <a:ext cx="541800" cy="541800"/>
          </a:xfrm>
          <a:prstGeom prst="ellipse">
            <a:avLst/>
          </a:prstGeom>
          <a:solidFill>
            <a:srgbClr val="FACAA5"/>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74" name="Google Shape;474;p61"/>
          <p:cNvSpPr/>
          <p:nvPr/>
        </p:nvSpPr>
        <p:spPr>
          <a:xfrm>
            <a:off x="3776753" y="148186"/>
            <a:ext cx="1592700" cy="697200"/>
          </a:xfrm>
          <a:prstGeom prst="rect">
            <a:avLst/>
          </a:prstGeom>
          <a:solidFill>
            <a:srgbClr val="FFFFFF"/>
          </a:solidFill>
          <a:ln cap="flat" cmpd="sng" w="76200">
            <a:solidFill>
              <a:srgbClr val="0070C0"/>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500">
              <a:solidFill>
                <a:schemeClr val="dk1"/>
              </a:solidFill>
              <a:latin typeface="Calibri"/>
              <a:ea typeface="Calibri"/>
              <a:cs typeface="Calibri"/>
              <a:sym typeface="Calibri"/>
            </a:endParaRPr>
          </a:p>
        </p:txBody>
      </p:sp>
      <p:sp>
        <p:nvSpPr>
          <p:cNvPr id="475" name="Google Shape;475;p61"/>
          <p:cNvSpPr/>
          <p:nvPr/>
        </p:nvSpPr>
        <p:spPr>
          <a:xfrm>
            <a:off x="4751702" y="225817"/>
            <a:ext cx="541800" cy="541800"/>
          </a:xfrm>
          <a:prstGeom prst="ellipse">
            <a:avLst/>
          </a:prstGeom>
          <a:solidFill>
            <a:srgbClr val="FACAA5"/>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76" name="Google Shape;476;p61"/>
          <p:cNvSpPr/>
          <p:nvPr/>
        </p:nvSpPr>
        <p:spPr>
          <a:xfrm>
            <a:off x="3775568" y="1793660"/>
            <a:ext cx="1592700" cy="697200"/>
          </a:xfrm>
          <a:prstGeom prst="rect">
            <a:avLst/>
          </a:prstGeom>
          <a:solidFill>
            <a:srgbClr val="FFFFFF"/>
          </a:solidFill>
          <a:ln cap="flat" cmpd="sng" w="76200">
            <a:solidFill>
              <a:srgbClr val="9A7249"/>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500">
              <a:solidFill>
                <a:schemeClr val="dk1"/>
              </a:solidFill>
              <a:latin typeface="Calibri"/>
              <a:ea typeface="Calibri"/>
              <a:cs typeface="Calibri"/>
              <a:sym typeface="Calibri"/>
            </a:endParaRPr>
          </a:p>
        </p:txBody>
      </p:sp>
      <p:sp>
        <p:nvSpPr>
          <p:cNvPr id="477" name="Google Shape;477;p61"/>
          <p:cNvSpPr/>
          <p:nvPr/>
        </p:nvSpPr>
        <p:spPr>
          <a:xfrm>
            <a:off x="3775568" y="2620182"/>
            <a:ext cx="1592700" cy="697200"/>
          </a:xfrm>
          <a:prstGeom prst="rect">
            <a:avLst/>
          </a:prstGeom>
          <a:solidFill>
            <a:srgbClr val="FFFFFF"/>
          </a:solidFill>
          <a:ln cap="flat" cmpd="sng" w="76200">
            <a:solidFill>
              <a:srgbClr val="FFC000"/>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500">
              <a:solidFill>
                <a:schemeClr val="dk1"/>
              </a:solidFill>
              <a:latin typeface="Calibri"/>
              <a:ea typeface="Calibri"/>
              <a:cs typeface="Calibri"/>
              <a:sym typeface="Calibri"/>
            </a:endParaRPr>
          </a:p>
        </p:txBody>
      </p:sp>
      <p:sp>
        <p:nvSpPr>
          <p:cNvPr id="478" name="Google Shape;478;p61"/>
          <p:cNvSpPr/>
          <p:nvPr/>
        </p:nvSpPr>
        <p:spPr>
          <a:xfrm>
            <a:off x="3775568" y="3442295"/>
            <a:ext cx="1592700" cy="697200"/>
          </a:xfrm>
          <a:prstGeom prst="rect">
            <a:avLst/>
          </a:prstGeom>
          <a:solidFill>
            <a:srgbClr val="FFFFFF"/>
          </a:solidFill>
          <a:ln cap="flat" cmpd="sng" w="7620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500">
              <a:solidFill>
                <a:schemeClr val="dk1"/>
              </a:solidFill>
              <a:latin typeface="Calibri"/>
              <a:ea typeface="Calibri"/>
              <a:cs typeface="Calibri"/>
              <a:sym typeface="Calibri"/>
            </a:endParaRPr>
          </a:p>
        </p:txBody>
      </p:sp>
      <p:sp>
        <p:nvSpPr>
          <p:cNvPr id="479" name="Google Shape;479;p61"/>
          <p:cNvSpPr/>
          <p:nvPr/>
        </p:nvSpPr>
        <p:spPr>
          <a:xfrm>
            <a:off x="4552173" y="1867106"/>
            <a:ext cx="541800" cy="541800"/>
          </a:xfrm>
          <a:prstGeom prst="ellipse">
            <a:avLst/>
          </a:prstGeom>
          <a:solidFill>
            <a:srgbClr val="FACAA5"/>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80" name="Google Shape;480;p61"/>
          <p:cNvSpPr/>
          <p:nvPr/>
        </p:nvSpPr>
        <p:spPr>
          <a:xfrm>
            <a:off x="4489307" y="2688926"/>
            <a:ext cx="541800" cy="541800"/>
          </a:xfrm>
          <a:prstGeom prst="ellipse">
            <a:avLst/>
          </a:prstGeom>
          <a:solidFill>
            <a:srgbClr val="FACAA5"/>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81" name="Google Shape;481;p61"/>
          <p:cNvSpPr/>
          <p:nvPr/>
        </p:nvSpPr>
        <p:spPr>
          <a:xfrm>
            <a:off x="4407803" y="3518126"/>
            <a:ext cx="541800" cy="541800"/>
          </a:xfrm>
          <a:prstGeom prst="ellipse">
            <a:avLst/>
          </a:prstGeom>
          <a:solidFill>
            <a:srgbClr val="FACAA5"/>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82" name="Google Shape;482;p61"/>
          <p:cNvSpPr/>
          <p:nvPr/>
        </p:nvSpPr>
        <p:spPr>
          <a:xfrm>
            <a:off x="3775568" y="4273812"/>
            <a:ext cx="1592700" cy="697200"/>
          </a:xfrm>
          <a:prstGeom prst="rect">
            <a:avLst/>
          </a:prstGeom>
          <a:solidFill>
            <a:srgbClr val="FFFFFF"/>
          </a:solidFill>
          <a:ln cap="flat" cmpd="sng" w="76200">
            <a:solidFill>
              <a:srgbClr val="FF95CA"/>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500">
              <a:solidFill>
                <a:schemeClr val="dk1"/>
              </a:solidFill>
              <a:latin typeface="Calibri"/>
              <a:ea typeface="Calibri"/>
              <a:cs typeface="Calibri"/>
              <a:sym typeface="Calibri"/>
            </a:endParaRPr>
          </a:p>
        </p:txBody>
      </p:sp>
      <p:sp>
        <p:nvSpPr>
          <p:cNvPr id="483" name="Google Shape;483;p61"/>
          <p:cNvSpPr/>
          <p:nvPr/>
        </p:nvSpPr>
        <p:spPr>
          <a:xfrm>
            <a:off x="4345059" y="4346244"/>
            <a:ext cx="541800" cy="541800"/>
          </a:xfrm>
          <a:prstGeom prst="ellipse">
            <a:avLst/>
          </a:prstGeom>
          <a:solidFill>
            <a:srgbClr val="FACAA5"/>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84" name="Google Shape;484;p61"/>
          <p:cNvSpPr/>
          <p:nvPr/>
        </p:nvSpPr>
        <p:spPr>
          <a:xfrm>
            <a:off x="3866000" y="219450"/>
            <a:ext cx="541800" cy="541800"/>
          </a:xfrm>
          <a:prstGeom prst="ellipse">
            <a:avLst/>
          </a:prstGeom>
          <a:solidFill>
            <a:srgbClr val="057C8A">
              <a:alpha val="71520"/>
            </a:srgb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700">
              <a:solidFill>
                <a:srgbClr val="000000"/>
              </a:solidFill>
              <a:latin typeface="Calibri"/>
              <a:ea typeface="Calibri"/>
              <a:cs typeface="Calibri"/>
              <a:sym typeface="Calibri"/>
            </a:endParaRPr>
          </a:p>
        </p:txBody>
      </p:sp>
      <p:sp>
        <p:nvSpPr>
          <p:cNvPr id="485" name="Google Shape;485;p61"/>
          <p:cNvSpPr/>
          <p:nvPr/>
        </p:nvSpPr>
        <p:spPr>
          <a:xfrm>
            <a:off x="3947500" y="1048600"/>
            <a:ext cx="541800" cy="541800"/>
          </a:xfrm>
          <a:prstGeom prst="ellipse">
            <a:avLst/>
          </a:prstGeom>
          <a:solidFill>
            <a:srgbClr val="057C8A">
              <a:alpha val="71520"/>
            </a:srgb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700">
              <a:solidFill>
                <a:srgbClr val="000000"/>
              </a:solidFill>
              <a:latin typeface="Calibri"/>
              <a:ea typeface="Calibri"/>
              <a:cs typeface="Calibri"/>
              <a:sym typeface="Calibri"/>
            </a:endParaRPr>
          </a:p>
        </p:txBody>
      </p:sp>
      <p:sp>
        <p:nvSpPr>
          <p:cNvPr id="486" name="Google Shape;486;p61"/>
          <p:cNvSpPr/>
          <p:nvPr/>
        </p:nvSpPr>
        <p:spPr>
          <a:xfrm>
            <a:off x="4036150" y="1871738"/>
            <a:ext cx="541800" cy="541800"/>
          </a:xfrm>
          <a:prstGeom prst="ellipse">
            <a:avLst/>
          </a:prstGeom>
          <a:solidFill>
            <a:srgbClr val="057C8A">
              <a:alpha val="71520"/>
            </a:srgb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700">
              <a:solidFill>
                <a:srgbClr val="000000"/>
              </a:solidFill>
              <a:latin typeface="Calibri"/>
              <a:ea typeface="Calibri"/>
              <a:cs typeface="Calibri"/>
              <a:sym typeface="Calibri"/>
            </a:endParaRPr>
          </a:p>
        </p:txBody>
      </p:sp>
      <p:sp>
        <p:nvSpPr>
          <p:cNvPr id="487" name="Google Shape;487;p61"/>
          <p:cNvSpPr/>
          <p:nvPr/>
        </p:nvSpPr>
        <p:spPr>
          <a:xfrm>
            <a:off x="4111175" y="2695663"/>
            <a:ext cx="541800" cy="541800"/>
          </a:xfrm>
          <a:prstGeom prst="ellipse">
            <a:avLst/>
          </a:prstGeom>
          <a:solidFill>
            <a:srgbClr val="057C8A">
              <a:alpha val="71520"/>
            </a:srgb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700">
              <a:solidFill>
                <a:srgbClr val="000000"/>
              </a:solidFill>
              <a:latin typeface="Calibri"/>
              <a:ea typeface="Calibri"/>
              <a:cs typeface="Calibri"/>
              <a:sym typeface="Calibri"/>
            </a:endParaRPr>
          </a:p>
        </p:txBody>
      </p:sp>
      <p:sp>
        <p:nvSpPr>
          <p:cNvPr id="488" name="Google Shape;488;p61"/>
          <p:cNvSpPr/>
          <p:nvPr/>
        </p:nvSpPr>
        <p:spPr>
          <a:xfrm>
            <a:off x="4209900" y="3524675"/>
            <a:ext cx="541800" cy="541800"/>
          </a:xfrm>
          <a:prstGeom prst="ellipse">
            <a:avLst/>
          </a:prstGeom>
          <a:solidFill>
            <a:srgbClr val="057C8A">
              <a:alpha val="71520"/>
            </a:srgb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700">
              <a:solidFill>
                <a:srgbClr val="000000"/>
              </a:solidFill>
              <a:latin typeface="Calibri"/>
              <a:ea typeface="Calibri"/>
              <a:cs typeface="Calibri"/>
              <a:sym typeface="Calibri"/>
            </a:endParaRPr>
          </a:p>
        </p:txBody>
      </p:sp>
      <p:sp>
        <p:nvSpPr>
          <p:cNvPr id="489" name="Google Shape;489;p61"/>
          <p:cNvSpPr/>
          <p:nvPr/>
        </p:nvSpPr>
        <p:spPr>
          <a:xfrm>
            <a:off x="4253125" y="4344313"/>
            <a:ext cx="541800" cy="541800"/>
          </a:xfrm>
          <a:prstGeom prst="ellipse">
            <a:avLst/>
          </a:prstGeom>
          <a:solidFill>
            <a:srgbClr val="057C8A">
              <a:alpha val="71520"/>
            </a:srgbClr>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700">
              <a:solidFill>
                <a:srgbClr val="000000"/>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pic>
        <p:nvPicPr>
          <p:cNvPr descr="A cartoon character with orange and white face&#10;&#10;Description automatically generated" id="494" name="Google Shape;494;p62"/>
          <p:cNvPicPr preferRelativeResize="0"/>
          <p:nvPr/>
        </p:nvPicPr>
        <p:blipFill rotWithShape="1">
          <a:blip r:embed="rId3">
            <a:alphaModFix amt="91000"/>
          </a:blip>
          <a:srcRect b="0" l="0" r="0" t="0"/>
          <a:stretch/>
        </p:blipFill>
        <p:spPr>
          <a:xfrm>
            <a:off x="5034733" y="2080925"/>
            <a:ext cx="1408018" cy="1719650"/>
          </a:xfrm>
          <a:prstGeom prst="rect">
            <a:avLst/>
          </a:prstGeom>
          <a:noFill/>
          <a:ln>
            <a:noFill/>
          </a:ln>
          <a:effectLst>
            <a:outerShdw blurRad="57150" rotWithShape="0" algn="bl" dir="6840000" dist="19050">
              <a:srgbClr val="000000">
                <a:alpha val="51000"/>
              </a:srgbClr>
            </a:outerShdw>
          </a:effectLst>
        </p:spPr>
      </p:pic>
      <p:sp>
        <p:nvSpPr>
          <p:cNvPr id="495" name="Google Shape;495;p62"/>
          <p:cNvSpPr txBox="1"/>
          <p:nvPr/>
        </p:nvSpPr>
        <p:spPr>
          <a:xfrm>
            <a:off x="2334250" y="927250"/>
            <a:ext cx="4108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Who do you think is a better friend?</a:t>
            </a:r>
            <a:endParaRPr sz="1800">
              <a:solidFill>
                <a:schemeClr val="dk2"/>
              </a:solidFill>
            </a:endParaRPr>
          </a:p>
        </p:txBody>
      </p:sp>
      <p:pic>
        <p:nvPicPr>
          <p:cNvPr descr="A cartoon character with orange and white face&#10;&#10;Description automatically generated" id="496" name="Google Shape;496;p62"/>
          <p:cNvPicPr preferRelativeResize="0"/>
          <p:nvPr/>
        </p:nvPicPr>
        <p:blipFill rotWithShape="1">
          <a:blip r:embed="rId4">
            <a:alphaModFix/>
          </a:blip>
          <a:srcRect b="0" l="0" r="0" t="0"/>
          <a:stretch/>
        </p:blipFill>
        <p:spPr>
          <a:xfrm>
            <a:off x="2038000" y="2080917"/>
            <a:ext cx="1408025" cy="171966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pic>
        <p:nvPicPr>
          <p:cNvPr descr="A cartoon character with orange and white face&#10;&#10;Description automatically generated" id="501" name="Google Shape;501;p63"/>
          <p:cNvPicPr preferRelativeResize="0"/>
          <p:nvPr/>
        </p:nvPicPr>
        <p:blipFill rotWithShape="1">
          <a:blip r:embed="rId3">
            <a:alphaModFix amt="91000"/>
          </a:blip>
          <a:srcRect b="0" l="0" r="0" t="0"/>
          <a:stretch/>
        </p:blipFill>
        <p:spPr>
          <a:xfrm>
            <a:off x="5034733" y="2080925"/>
            <a:ext cx="1408018" cy="1719650"/>
          </a:xfrm>
          <a:prstGeom prst="rect">
            <a:avLst/>
          </a:prstGeom>
          <a:noFill/>
          <a:ln>
            <a:noFill/>
          </a:ln>
          <a:effectLst>
            <a:outerShdw blurRad="57150" rotWithShape="0" algn="bl" dir="6840000" dist="19050">
              <a:srgbClr val="000000">
                <a:alpha val="51000"/>
              </a:srgbClr>
            </a:outerShdw>
          </a:effectLst>
        </p:spPr>
      </p:pic>
      <p:pic>
        <p:nvPicPr>
          <p:cNvPr descr="A cartoon character with orange and white face&#10;&#10;Description automatically generated" id="502" name="Google Shape;502;p63"/>
          <p:cNvPicPr preferRelativeResize="0"/>
          <p:nvPr/>
        </p:nvPicPr>
        <p:blipFill rotWithShape="1">
          <a:blip r:embed="rId4">
            <a:alphaModFix/>
          </a:blip>
          <a:srcRect b="0" l="0" r="0" t="0"/>
          <a:stretch/>
        </p:blipFill>
        <p:spPr>
          <a:xfrm>
            <a:off x="2038000" y="2080917"/>
            <a:ext cx="1408025" cy="1719660"/>
          </a:xfrm>
          <a:prstGeom prst="rect">
            <a:avLst/>
          </a:prstGeom>
          <a:noFill/>
          <a:ln>
            <a:noFill/>
          </a:ln>
        </p:spPr>
      </p:pic>
      <p:pic>
        <p:nvPicPr>
          <p:cNvPr descr="Vanilla ice cream in cone vector image | Free SVG" id="503" name="Google Shape;503;p63"/>
          <p:cNvPicPr preferRelativeResize="0"/>
          <p:nvPr/>
        </p:nvPicPr>
        <p:blipFill>
          <a:blip r:embed="rId5">
            <a:alphaModFix/>
          </a:blip>
          <a:stretch>
            <a:fillRect/>
          </a:stretch>
        </p:blipFill>
        <p:spPr>
          <a:xfrm>
            <a:off x="3447675" y="2773675"/>
            <a:ext cx="1609350" cy="16093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pic>
        <p:nvPicPr>
          <p:cNvPr descr="A cartoon character with orange and white face&#10;&#10;Description automatically generated" id="508" name="Google Shape;508;p64"/>
          <p:cNvPicPr preferRelativeResize="0"/>
          <p:nvPr/>
        </p:nvPicPr>
        <p:blipFill rotWithShape="1">
          <a:blip r:embed="rId3">
            <a:alphaModFix amt="91000"/>
          </a:blip>
          <a:srcRect b="0" l="0" r="0" t="0"/>
          <a:stretch/>
        </p:blipFill>
        <p:spPr>
          <a:xfrm>
            <a:off x="5034733" y="2080925"/>
            <a:ext cx="1408018" cy="1719650"/>
          </a:xfrm>
          <a:prstGeom prst="rect">
            <a:avLst/>
          </a:prstGeom>
          <a:noFill/>
          <a:ln>
            <a:noFill/>
          </a:ln>
          <a:effectLst>
            <a:outerShdw blurRad="57150" rotWithShape="0" algn="bl" dir="6840000" dist="19050">
              <a:srgbClr val="000000">
                <a:alpha val="51000"/>
              </a:srgbClr>
            </a:outerShdw>
          </a:effectLst>
        </p:spPr>
      </p:pic>
      <p:pic>
        <p:nvPicPr>
          <p:cNvPr descr="A cartoon character with orange and white face&#10;&#10;Description automatically generated" id="509" name="Google Shape;509;p64"/>
          <p:cNvPicPr preferRelativeResize="0"/>
          <p:nvPr/>
        </p:nvPicPr>
        <p:blipFill rotWithShape="1">
          <a:blip r:embed="rId4">
            <a:alphaModFix/>
          </a:blip>
          <a:srcRect b="0" l="0" r="0" t="0"/>
          <a:stretch/>
        </p:blipFill>
        <p:spPr>
          <a:xfrm>
            <a:off x="2038000" y="2080917"/>
            <a:ext cx="1408025" cy="1719660"/>
          </a:xfrm>
          <a:prstGeom prst="rect">
            <a:avLst/>
          </a:prstGeom>
          <a:noFill/>
          <a:ln>
            <a:noFill/>
          </a:ln>
        </p:spPr>
      </p:pic>
      <p:pic>
        <p:nvPicPr>
          <p:cNvPr descr="Foffee collection | Free SVG" id="510" name="Google Shape;510;p64"/>
          <p:cNvPicPr preferRelativeResize="0"/>
          <p:nvPr/>
        </p:nvPicPr>
        <p:blipFill>
          <a:blip r:embed="rId5">
            <a:alphaModFix/>
          </a:blip>
          <a:stretch>
            <a:fillRect/>
          </a:stretch>
        </p:blipFill>
        <p:spPr>
          <a:xfrm>
            <a:off x="3664250" y="2349175"/>
            <a:ext cx="1301876" cy="13018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pic>
        <p:nvPicPr>
          <p:cNvPr id="515" name="Google Shape;515;p65" title="Playground Slide2 | Free SVG"/>
          <p:cNvPicPr preferRelativeResize="0"/>
          <p:nvPr/>
        </p:nvPicPr>
        <p:blipFill>
          <a:blip r:embed="rId3">
            <a:alphaModFix/>
          </a:blip>
          <a:stretch>
            <a:fillRect/>
          </a:stretch>
        </p:blipFill>
        <p:spPr>
          <a:xfrm flipH="1">
            <a:off x="138100" y="379150"/>
            <a:ext cx="2597700" cy="2597700"/>
          </a:xfrm>
          <a:prstGeom prst="rect">
            <a:avLst/>
          </a:prstGeom>
          <a:noFill/>
          <a:ln>
            <a:noFill/>
          </a:ln>
        </p:spPr>
      </p:pic>
      <p:pic>
        <p:nvPicPr>
          <p:cNvPr id="516" name="Google Shape;516;p65" title="Public Domain Clip Art Image | Sandbox | ID: 13932766213513 ..."/>
          <p:cNvPicPr preferRelativeResize="0"/>
          <p:nvPr/>
        </p:nvPicPr>
        <p:blipFill>
          <a:blip r:embed="rId4">
            <a:alphaModFix/>
          </a:blip>
          <a:stretch>
            <a:fillRect/>
          </a:stretch>
        </p:blipFill>
        <p:spPr>
          <a:xfrm rot="-447145">
            <a:off x="3828550" y="2817775"/>
            <a:ext cx="3875828" cy="1262275"/>
          </a:xfrm>
          <a:prstGeom prst="rect">
            <a:avLst/>
          </a:prstGeom>
          <a:noFill/>
          <a:ln>
            <a:noFill/>
          </a:ln>
        </p:spPr>
      </p:pic>
      <p:sp>
        <p:nvSpPr>
          <p:cNvPr id="517" name="Google Shape;517;p65"/>
          <p:cNvSpPr/>
          <p:nvPr/>
        </p:nvSpPr>
        <p:spPr>
          <a:xfrm>
            <a:off x="3478975" y="1718550"/>
            <a:ext cx="12432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A cartoon of a white and purple animal&#10;&#10;Description automatically generated" id="518" name="Google Shape;518;p65"/>
          <p:cNvPicPr preferRelativeResize="0"/>
          <p:nvPr/>
        </p:nvPicPr>
        <p:blipFill rotWithShape="1">
          <a:blip r:embed="rId5">
            <a:alphaModFix/>
          </a:blip>
          <a:srcRect b="0" l="0" r="0" t="0"/>
          <a:stretch/>
        </p:blipFill>
        <p:spPr>
          <a:xfrm>
            <a:off x="7511700" y="2253550"/>
            <a:ext cx="1487350" cy="1816549"/>
          </a:xfrm>
          <a:prstGeom prst="rect">
            <a:avLst/>
          </a:prstGeom>
          <a:noFill/>
          <a:ln>
            <a:noFill/>
          </a:ln>
        </p:spPr>
      </p:pic>
      <p:sp>
        <p:nvSpPr>
          <p:cNvPr id="519" name="Google Shape;519;p65"/>
          <p:cNvSpPr/>
          <p:nvPr/>
        </p:nvSpPr>
        <p:spPr>
          <a:xfrm flipH="1">
            <a:off x="2081700" y="1684800"/>
            <a:ext cx="1305300" cy="8127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A cartoon of a white and purple animal&#10;&#10;Description automatically generated" id="520" name="Google Shape;520;p65"/>
          <p:cNvPicPr preferRelativeResize="0"/>
          <p:nvPr/>
        </p:nvPicPr>
        <p:blipFill rotWithShape="1">
          <a:blip r:embed="rId6">
            <a:alphaModFix/>
          </a:blip>
          <a:srcRect b="0" l="0" r="0" t="0"/>
          <a:stretch/>
        </p:blipFill>
        <p:spPr>
          <a:xfrm>
            <a:off x="2556516" y="2346673"/>
            <a:ext cx="1437410" cy="1755556"/>
          </a:xfrm>
          <a:prstGeom prst="rect">
            <a:avLst/>
          </a:prstGeom>
          <a:noFill/>
          <a:ln>
            <a:noFill/>
          </a:ln>
        </p:spPr>
      </p:pic>
      <p:pic>
        <p:nvPicPr>
          <p:cNvPr id="521" name="Google Shape;521;p65"/>
          <p:cNvPicPr preferRelativeResize="0"/>
          <p:nvPr/>
        </p:nvPicPr>
        <p:blipFill>
          <a:blip r:embed="rId7">
            <a:alphaModFix/>
          </a:blip>
          <a:stretch>
            <a:fillRect/>
          </a:stretch>
        </p:blipFill>
        <p:spPr>
          <a:xfrm>
            <a:off x="2380925" y="1726063"/>
            <a:ext cx="706850" cy="730174"/>
          </a:xfrm>
          <a:prstGeom prst="rect">
            <a:avLst/>
          </a:prstGeom>
          <a:noFill/>
          <a:ln>
            <a:noFill/>
          </a:ln>
        </p:spPr>
      </p:pic>
      <p:pic>
        <p:nvPicPr>
          <p:cNvPr descr="Elephant | Free Stock Photo | Illustration of an elephant | # 11454" id="522" name="Google Shape;522;p65"/>
          <p:cNvPicPr preferRelativeResize="0"/>
          <p:nvPr/>
        </p:nvPicPr>
        <p:blipFill>
          <a:blip r:embed="rId8">
            <a:alphaModFix/>
          </a:blip>
          <a:stretch>
            <a:fillRect/>
          </a:stretch>
        </p:blipFill>
        <p:spPr>
          <a:xfrm>
            <a:off x="3654750" y="1790413"/>
            <a:ext cx="917249" cy="70948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20"/>
                                        </p:tgtEl>
                                        <p:attrNameLst>
                                          <p:attrName>style.visibility</p:attrName>
                                        </p:attrNameLst>
                                      </p:cBhvr>
                                      <p:to>
                                        <p:strVal val="visible"/>
                                      </p:to>
                                    </p:set>
                                    <p:anim calcmode="lin" valueType="num">
                                      <p:cBhvr additive="base">
                                        <p:cTn dur="1800"/>
                                        <p:tgtEl>
                                          <p:spTgt spid="52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518"/>
                                        </p:tgtEl>
                                        <p:attrNameLst>
                                          <p:attrName>style.visibility</p:attrName>
                                        </p:attrNameLst>
                                      </p:cBhvr>
                                      <p:to>
                                        <p:strVal val="visible"/>
                                      </p:to>
                                    </p:set>
                                    <p:anim calcmode="lin" valueType="num">
                                      <p:cBhvr additive="base">
                                        <p:cTn dur="1700"/>
                                        <p:tgtEl>
                                          <p:spTgt spid="51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pic>
        <p:nvPicPr>
          <p:cNvPr descr="A cartoon of a white and purple animal&#10;&#10;Description automatically generated" id="527" name="Google Shape;527;p66"/>
          <p:cNvPicPr preferRelativeResize="0"/>
          <p:nvPr/>
        </p:nvPicPr>
        <p:blipFill rotWithShape="1">
          <a:blip r:embed="rId3">
            <a:alphaModFix/>
          </a:blip>
          <a:srcRect b="0" l="10180" r="-10180" t="0"/>
          <a:stretch/>
        </p:blipFill>
        <p:spPr>
          <a:xfrm>
            <a:off x="2432641" y="2222798"/>
            <a:ext cx="1437410" cy="1755556"/>
          </a:xfrm>
          <a:prstGeom prst="rect">
            <a:avLst/>
          </a:prstGeom>
          <a:noFill/>
          <a:ln>
            <a:noFill/>
          </a:ln>
        </p:spPr>
      </p:pic>
      <p:pic>
        <p:nvPicPr>
          <p:cNvPr descr="A cartoon of a white and purple animal&#10;&#10;Description automatically generated" id="528" name="Google Shape;528;p66"/>
          <p:cNvPicPr preferRelativeResize="0"/>
          <p:nvPr/>
        </p:nvPicPr>
        <p:blipFill rotWithShape="1">
          <a:blip r:embed="rId3">
            <a:alphaModFix/>
          </a:blip>
          <a:srcRect b="2250" l="0" r="0" t="-2250"/>
          <a:stretch/>
        </p:blipFill>
        <p:spPr>
          <a:xfrm>
            <a:off x="4776950" y="1531500"/>
            <a:ext cx="2049525" cy="2503151"/>
          </a:xfrm>
          <a:prstGeom prst="rect">
            <a:avLst/>
          </a:prstGeom>
          <a:noFill/>
          <a:ln>
            <a:noFill/>
          </a:ln>
        </p:spPr>
      </p:pic>
      <p:pic>
        <p:nvPicPr>
          <p:cNvPr descr="Small Trees | Free SVG" id="529" name="Google Shape;529;p66"/>
          <p:cNvPicPr preferRelativeResize="0"/>
          <p:nvPr/>
        </p:nvPicPr>
        <p:blipFill>
          <a:blip r:embed="rId4">
            <a:alphaModFix/>
          </a:blip>
          <a:stretch>
            <a:fillRect/>
          </a:stretch>
        </p:blipFill>
        <p:spPr>
          <a:xfrm>
            <a:off x="78150" y="304800"/>
            <a:ext cx="2044400" cy="2044400"/>
          </a:xfrm>
          <a:prstGeom prst="rect">
            <a:avLst/>
          </a:prstGeom>
          <a:noFill/>
          <a:ln>
            <a:noFill/>
          </a:ln>
        </p:spPr>
      </p:pic>
      <p:pic>
        <p:nvPicPr>
          <p:cNvPr descr="Small Trees | Free SVG" id="530" name="Google Shape;530;p66"/>
          <p:cNvPicPr preferRelativeResize="0"/>
          <p:nvPr/>
        </p:nvPicPr>
        <p:blipFill>
          <a:blip r:embed="rId4">
            <a:alphaModFix/>
          </a:blip>
          <a:stretch>
            <a:fillRect/>
          </a:stretch>
        </p:blipFill>
        <p:spPr>
          <a:xfrm>
            <a:off x="6716925" y="304800"/>
            <a:ext cx="2044399" cy="2044400"/>
          </a:xfrm>
          <a:prstGeom prst="rect">
            <a:avLst/>
          </a:prstGeom>
          <a:noFill/>
          <a:ln>
            <a:noFill/>
          </a:ln>
        </p:spPr>
      </p:pic>
      <p:sp>
        <p:nvSpPr>
          <p:cNvPr id="531" name="Google Shape;531;p66"/>
          <p:cNvSpPr/>
          <p:nvPr/>
        </p:nvSpPr>
        <p:spPr>
          <a:xfrm>
            <a:off x="3096100" y="1650975"/>
            <a:ext cx="12432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2" name="Google Shape;532;p66"/>
          <p:cNvSpPr/>
          <p:nvPr/>
        </p:nvSpPr>
        <p:spPr>
          <a:xfrm flipH="1">
            <a:off x="1732600" y="1671225"/>
            <a:ext cx="1305300" cy="8127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Elephant | Free Stock Photo | Illustration of an elephant | # 11454" id="533" name="Google Shape;533;p66"/>
          <p:cNvPicPr preferRelativeResize="0"/>
          <p:nvPr/>
        </p:nvPicPr>
        <p:blipFill>
          <a:blip r:embed="rId5">
            <a:alphaModFix/>
          </a:blip>
          <a:stretch>
            <a:fillRect/>
          </a:stretch>
        </p:blipFill>
        <p:spPr>
          <a:xfrm>
            <a:off x="3259075" y="1722838"/>
            <a:ext cx="917249" cy="709482"/>
          </a:xfrm>
          <a:prstGeom prst="rect">
            <a:avLst/>
          </a:prstGeom>
          <a:noFill/>
          <a:ln>
            <a:noFill/>
          </a:ln>
        </p:spPr>
      </p:pic>
      <p:pic>
        <p:nvPicPr>
          <p:cNvPr id="534" name="Google Shape;534;p66"/>
          <p:cNvPicPr preferRelativeResize="0"/>
          <p:nvPr/>
        </p:nvPicPr>
        <p:blipFill>
          <a:blip r:embed="rId6">
            <a:alphaModFix/>
          </a:blip>
          <a:stretch>
            <a:fillRect/>
          </a:stretch>
        </p:blipFill>
        <p:spPr>
          <a:xfrm>
            <a:off x="2031825" y="1712500"/>
            <a:ext cx="706850" cy="7301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528"/>
                                        </p:tgtEl>
                                        <p:attrNameLst>
                                          <p:attrName>style.visibility</p:attrName>
                                        </p:attrNameLst>
                                      </p:cBhvr>
                                      <p:to>
                                        <p:strVal val="visible"/>
                                      </p:to>
                                    </p:set>
                                    <p:anim calcmode="lin" valueType="num">
                                      <p:cBhvr additive="base">
                                        <p:cTn dur="1500"/>
                                        <p:tgtEl>
                                          <p:spTgt spid="52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pic>
        <p:nvPicPr>
          <p:cNvPr descr="A cartoon of a white and purple animal&#10;&#10;Description automatically generated" id="539" name="Google Shape;539;p67"/>
          <p:cNvPicPr preferRelativeResize="0"/>
          <p:nvPr/>
        </p:nvPicPr>
        <p:blipFill rotWithShape="1">
          <a:blip r:embed="rId3">
            <a:alphaModFix/>
          </a:blip>
          <a:srcRect b="0" l="10180" r="-10180" t="0"/>
          <a:stretch/>
        </p:blipFill>
        <p:spPr>
          <a:xfrm>
            <a:off x="2353816" y="2234048"/>
            <a:ext cx="1437410" cy="1755556"/>
          </a:xfrm>
          <a:prstGeom prst="rect">
            <a:avLst/>
          </a:prstGeom>
          <a:noFill/>
          <a:ln>
            <a:noFill/>
          </a:ln>
        </p:spPr>
      </p:pic>
      <p:pic>
        <p:nvPicPr>
          <p:cNvPr descr="A cartoon of a white and purple animal&#10;&#10;Description automatically generated" id="540" name="Google Shape;540;p67"/>
          <p:cNvPicPr preferRelativeResize="0"/>
          <p:nvPr/>
        </p:nvPicPr>
        <p:blipFill rotWithShape="1">
          <a:blip r:embed="rId4">
            <a:alphaModFix/>
          </a:blip>
          <a:srcRect b="2250" l="0" r="0" t="-2250"/>
          <a:stretch/>
        </p:blipFill>
        <p:spPr>
          <a:xfrm>
            <a:off x="4776950" y="1531500"/>
            <a:ext cx="2049525" cy="2503151"/>
          </a:xfrm>
          <a:prstGeom prst="rect">
            <a:avLst/>
          </a:prstGeom>
          <a:noFill/>
          <a:ln>
            <a:noFill/>
          </a:ln>
        </p:spPr>
      </p:pic>
      <p:pic>
        <p:nvPicPr>
          <p:cNvPr descr="Small Trees | Free SVG" id="541" name="Google Shape;541;p67"/>
          <p:cNvPicPr preferRelativeResize="0"/>
          <p:nvPr/>
        </p:nvPicPr>
        <p:blipFill>
          <a:blip r:embed="rId5">
            <a:alphaModFix/>
          </a:blip>
          <a:stretch>
            <a:fillRect/>
          </a:stretch>
        </p:blipFill>
        <p:spPr>
          <a:xfrm>
            <a:off x="100675" y="259775"/>
            <a:ext cx="2044400" cy="2044400"/>
          </a:xfrm>
          <a:prstGeom prst="rect">
            <a:avLst/>
          </a:prstGeom>
          <a:noFill/>
          <a:ln>
            <a:noFill/>
          </a:ln>
        </p:spPr>
      </p:pic>
      <p:pic>
        <p:nvPicPr>
          <p:cNvPr descr="Small Trees | Free SVG" id="542" name="Google Shape;542;p67"/>
          <p:cNvPicPr preferRelativeResize="0"/>
          <p:nvPr/>
        </p:nvPicPr>
        <p:blipFill>
          <a:blip r:embed="rId5">
            <a:alphaModFix/>
          </a:blip>
          <a:stretch>
            <a:fillRect/>
          </a:stretch>
        </p:blipFill>
        <p:spPr>
          <a:xfrm>
            <a:off x="6998250" y="389650"/>
            <a:ext cx="2044399" cy="2044400"/>
          </a:xfrm>
          <a:prstGeom prst="rect">
            <a:avLst/>
          </a:prstGeom>
          <a:noFill/>
          <a:ln>
            <a:noFill/>
          </a:ln>
        </p:spPr>
      </p:pic>
      <p:sp>
        <p:nvSpPr>
          <p:cNvPr id="543" name="Google Shape;543;p67"/>
          <p:cNvSpPr/>
          <p:nvPr/>
        </p:nvSpPr>
        <p:spPr>
          <a:xfrm>
            <a:off x="2893375" y="1628450"/>
            <a:ext cx="12432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4" name="Google Shape;544;p67"/>
          <p:cNvSpPr/>
          <p:nvPr/>
        </p:nvSpPr>
        <p:spPr>
          <a:xfrm flipH="1">
            <a:off x="1529900" y="1648700"/>
            <a:ext cx="1305300" cy="8127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Elephant | Free Stock Photo | Illustration of an elephant | # 11454" id="545" name="Google Shape;545;p67"/>
          <p:cNvPicPr preferRelativeResize="0"/>
          <p:nvPr/>
        </p:nvPicPr>
        <p:blipFill>
          <a:blip r:embed="rId6">
            <a:alphaModFix/>
          </a:blip>
          <a:stretch>
            <a:fillRect/>
          </a:stretch>
        </p:blipFill>
        <p:spPr>
          <a:xfrm>
            <a:off x="3056350" y="1700301"/>
            <a:ext cx="917249" cy="709482"/>
          </a:xfrm>
          <a:prstGeom prst="rect">
            <a:avLst/>
          </a:prstGeom>
          <a:noFill/>
          <a:ln>
            <a:noFill/>
          </a:ln>
        </p:spPr>
      </p:pic>
      <p:pic>
        <p:nvPicPr>
          <p:cNvPr id="546" name="Google Shape;546;p67"/>
          <p:cNvPicPr preferRelativeResize="0"/>
          <p:nvPr/>
        </p:nvPicPr>
        <p:blipFill>
          <a:blip r:embed="rId7">
            <a:alphaModFix/>
          </a:blip>
          <a:stretch>
            <a:fillRect/>
          </a:stretch>
        </p:blipFill>
        <p:spPr>
          <a:xfrm>
            <a:off x="1829125" y="1689963"/>
            <a:ext cx="706850" cy="7301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540"/>
                                        </p:tgtEl>
                                        <p:attrNameLst>
                                          <p:attrName>style.visibility</p:attrName>
                                        </p:attrNameLst>
                                      </p:cBhvr>
                                      <p:to>
                                        <p:strVal val="visible"/>
                                      </p:to>
                                    </p:set>
                                    <p:anim calcmode="lin" valueType="num">
                                      <p:cBhvr additive="base">
                                        <p:cTn dur="1600"/>
                                        <p:tgtEl>
                                          <p:spTgt spid="54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0" name="Shape 550"/>
        <p:cNvGrpSpPr/>
        <p:nvPr/>
      </p:nvGrpSpPr>
      <p:grpSpPr>
        <a:xfrm>
          <a:off x="0" y="0"/>
          <a:ext cx="0" cy="0"/>
          <a:chOff x="0" y="0"/>
          <a:chExt cx="0" cy="0"/>
        </a:xfrm>
      </p:grpSpPr>
      <p:sp>
        <p:nvSpPr>
          <p:cNvPr id="551" name="Google Shape;551;p68"/>
          <p:cNvSpPr/>
          <p:nvPr/>
        </p:nvSpPr>
        <p:spPr>
          <a:xfrm>
            <a:off x="1143" y="0"/>
            <a:ext cx="9141900" cy="51435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A blue sky with clouds and text&#10;&#10;Description automatically generated" id="552" name="Google Shape;552;p68"/>
          <p:cNvPicPr preferRelativeResize="0"/>
          <p:nvPr/>
        </p:nvPicPr>
        <p:blipFill rotWithShape="1">
          <a:blip r:embed="rId3">
            <a:alphaModFix/>
          </a:blip>
          <a:srcRect b="20" l="0" r="0" t="0"/>
          <a:stretch/>
        </p:blipFill>
        <p:spPr>
          <a:xfrm>
            <a:off x="15" y="962"/>
            <a:ext cx="9143987" cy="5142539"/>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558" name="Google Shape;558;p6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559" name="Google Shape;559;p6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7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565" name="Google Shape;565;p7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566" name="Google Shape;566;p70"/>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