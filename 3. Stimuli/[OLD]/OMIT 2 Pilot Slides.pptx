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 id="214748367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Helvetica Neue"/>
      <p:regular r:id="rId35"/>
      <p:bold r:id="rId36"/>
      <p:italic r:id="rId37"/>
      <p:boldItalic r:id="rId38"/>
    </p:embeddedFont>
    <p:embeddedFont>
      <p:font typeface="Helvetica Neue Light"/>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Light-bold.fntdata"/><Relationship Id="rId20" Type="http://schemas.openxmlformats.org/officeDocument/2006/relationships/slide" Target="slides/slide14.xml"/><Relationship Id="rId42" Type="http://schemas.openxmlformats.org/officeDocument/2006/relationships/font" Target="fonts/HelveticaNeueLight-boldItalic.fntdata"/><Relationship Id="rId41" Type="http://schemas.openxmlformats.org/officeDocument/2006/relationships/font" Target="fonts/HelveticaNeueLight-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HelveticaNeue-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HelveticaNeue-italic.fntdata"/><Relationship Id="rId14" Type="http://schemas.openxmlformats.org/officeDocument/2006/relationships/slide" Target="slides/slide8.xml"/><Relationship Id="rId36" Type="http://schemas.openxmlformats.org/officeDocument/2006/relationships/font" Target="fonts/HelveticaNeue-bold.fntdata"/><Relationship Id="rId17" Type="http://schemas.openxmlformats.org/officeDocument/2006/relationships/slide" Target="slides/slide11.xml"/><Relationship Id="rId39" Type="http://schemas.openxmlformats.org/officeDocument/2006/relationships/font" Target="fonts/HelveticaNeueLight-regular.fntdata"/><Relationship Id="rId16" Type="http://schemas.openxmlformats.org/officeDocument/2006/relationships/slide" Target="slides/slide10.xml"/><Relationship Id="rId38" Type="http://schemas.openxmlformats.org/officeDocument/2006/relationships/font" Target="fonts/HelveticaNeue-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fd96758c84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fd96758c84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fd96758c84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fd96758c84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fd96758c84_0_19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g2fd96758c84_0_1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fd96758c84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fd96758c84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Skylar! [click] I am going to tell you a story about him!</a:t>
            </a:r>
            <a:endParaRPr/>
          </a:p>
          <a:p>
            <a:pPr indent="0" lvl="0" marL="0" rtl="0" algn="l">
              <a:spcBef>
                <a:spcPts val="0"/>
              </a:spcBef>
              <a:spcAft>
                <a:spcPts val="0"/>
              </a:spcAft>
              <a:buNone/>
            </a:pPr>
            <a:r>
              <a:rPr lang="en"/>
              <a:t>Skylar</a:t>
            </a:r>
            <a:r>
              <a:rPr lang="en"/>
              <a:t> feels sad today [click] and doesn’t know why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f725bdd42f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f725bdd42f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f19643013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f19643013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school today, </a:t>
            </a:r>
            <a:r>
              <a:rPr lang="en">
                <a:solidFill>
                  <a:schemeClr val="dk1"/>
                </a:solidFill>
              </a:rPr>
              <a:t>Skylar</a:t>
            </a:r>
            <a:r>
              <a:rPr lang="en">
                <a:solidFill>
                  <a:schemeClr val="dk1"/>
                </a:solidFill>
              </a:rPr>
              <a:t> learned that owls move by silently flapping </a:t>
            </a:r>
            <a:r>
              <a:rPr lang="en">
                <a:solidFill>
                  <a:schemeClr val="dk1"/>
                </a:solidFill>
              </a:rPr>
              <a:t>their</a:t>
            </a:r>
            <a:r>
              <a:rPr lang="en">
                <a:solidFill>
                  <a:schemeClr val="dk1"/>
                </a:solidFill>
              </a:rPr>
              <a:t> wings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f725bdd42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f725bdd42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 </a:t>
            </a:r>
            <a:r>
              <a:rPr lang="en"/>
              <a:t>Skylar</a:t>
            </a:r>
            <a:r>
              <a:rPr lang="en"/>
              <a:t> is still feeling sad, even after he learned an interesting fact about owls.</a:t>
            </a:r>
            <a:endParaRPr b="1"/>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4bbc251ec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4bbc251e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one is Skylar’s super close best friend,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4bd123be2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4bd123be2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and this one is Skylar’s friend. Skylar is going to run into both of them on the way home.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409758d60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409758d60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after school, Skylar first saw his friend named Finley. Finley said “Hi Skylar! How was school today?”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Do you think Skylar will tell his friend Finley that he is feeling sad today or about the owls?. </a:t>
            </a: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469af4f82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469af4f82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Then Skylar saw his super close best friend named Peyton. Peyton said “Hi Skylar! How was school today?”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Do you think Skylar will tell his best friend Peyton about feeling sad or about the owls?. </a:t>
            </a: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09d30efcf1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09d30efcf1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Later that day, Skylar went to the pool and saw a different friend who he wanted to become super close best friends with.</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If Skylar wanted to share something that would make them become super close best friends, Do you think Skylar will tell them that he is feeling sad today or about the owls?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469af4f82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469af4f82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Then Skylar saw his mom who ALSO felt sad today and </a:t>
            </a:r>
            <a:r>
              <a:rPr lang="en">
                <a:solidFill>
                  <a:schemeClr val="dk1"/>
                </a:solidFill>
              </a:rPr>
              <a:t>and learned a fact about</a:t>
            </a:r>
            <a:r>
              <a:rPr lang="en"/>
              <a:t> foxes work. Skylar said “Hi mom! How was your day?”</a:t>
            </a:r>
            <a:endParaRPr/>
          </a:p>
          <a:p>
            <a:pPr indent="0" lvl="0" marL="0" rtl="0" algn="l">
              <a:lnSpc>
                <a:spcPct val="115000"/>
              </a:lnSpc>
              <a:spcBef>
                <a:spcPts val="0"/>
              </a:spcBef>
              <a:spcAft>
                <a:spcPts val="0"/>
              </a:spcAft>
              <a:buClr>
                <a:schemeClr val="dk1"/>
              </a:buClr>
              <a:buSzPts val="1100"/>
              <a:buFont typeface="Arial"/>
              <a:buNone/>
            </a:pPr>
            <a:r>
              <a:rPr lang="en"/>
              <a:t>Do you think Skylar’s mom will tell Sklyar the fact about foxes she learned at work or that she is feeling sad today? Why?</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469af4f821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469af4f821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Then Skylar saw his friend’s mom who ALSO felt sad today and </a:t>
            </a:r>
            <a:r>
              <a:rPr lang="en">
                <a:solidFill>
                  <a:schemeClr val="dk1"/>
                </a:solidFill>
              </a:rPr>
              <a:t>learned a fact about geese</a:t>
            </a:r>
            <a:r>
              <a:rPr lang="en"/>
              <a:t>, Skylar said “Hi! How was your day?”</a:t>
            </a:r>
            <a:endParaRPr/>
          </a:p>
          <a:p>
            <a:pPr indent="0" lvl="0" marL="0" rtl="0" algn="l">
              <a:lnSpc>
                <a:spcPct val="115000"/>
              </a:lnSpc>
              <a:spcBef>
                <a:spcPts val="0"/>
              </a:spcBef>
              <a:spcAft>
                <a:spcPts val="0"/>
              </a:spcAft>
              <a:buClr>
                <a:schemeClr val="dk1"/>
              </a:buClr>
              <a:buSzPts val="1100"/>
              <a:buFont typeface="Arial"/>
              <a:buNone/>
            </a:pPr>
            <a:r>
              <a:rPr lang="en"/>
              <a:t>Do you think Skylar’s friend’s mom will tell Skylar the fact about geese that she learned at work or that she’s feeling sad? Why?</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09c7089d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09c7089d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This is Jamie! [click] I am going to tell you a story about her! Jamie feels happy today [click] and she doesn’t know why.</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04c77a680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04c77a680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school today, Jamie learned that rabbits move by using their back legs to hop.</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04c77a680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04c77a680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And Jaime is still feeling happy, even after learning an interesting fact about rabbits.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4bbc251ec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4bbc251ec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one is Jamie’s super close best friend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4bd123be2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4bd123be2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and this one is Jamie’s friend. Jamie is going to run into both of them on the way home.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04c77a6804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04c77a680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 after school, Jamie saw her friend named Robin. Robin said “Hi Jamie! How was school today?”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Do you think Jamie will tell her friend Robin that she is feeling happy today or about the rabbits? </a:t>
            </a: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04c77a6804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04c77a6804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Then Jamie saw her super close best friend named Taylor. Taylor said “Hi Jamie! How was school today?”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Do you think Jamie will tell her super close best friend Taylor about feeling happy today or about the rabbits? </a:t>
            </a: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04c77a6804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04c77a6804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Later that day, Jamie went to the pool and saw a friend who she wanted to become super close best friends with.</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If Jaime </a:t>
            </a:r>
            <a:r>
              <a:rPr lang="en" sz="1200">
                <a:solidFill>
                  <a:schemeClr val="dk1"/>
                </a:solidFill>
              </a:rPr>
              <a:t>wanted to share something that would make them become super close best friends,</a:t>
            </a:r>
            <a:r>
              <a:rPr lang="en" sz="1200">
                <a:solidFill>
                  <a:schemeClr val="dk1"/>
                </a:solidFill>
              </a:rPr>
              <a:t> Do you think Jaime will tell them about feeling happy today or about the rabbits?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04c77a6804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04c77a6804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Then Jamie saw her mom who ALSO felt happy today and </a:t>
            </a:r>
            <a:r>
              <a:rPr lang="en">
                <a:solidFill>
                  <a:schemeClr val="dk1"/>
                </a:solidFill>
              </a:rPr>
              <a:t>learned a fact about</a:t>
            </a:r>
            <a:r>
              <a:rPr lang="en"/>
              <a:t> racoons at work. Jamie said “Hi mom! How was your day?”</a:t>
            </a:r>
            <a:endParaRPr/>
          </a:p>
          <a:p>
            <a:pPr indent="0" lvl="0" marL="0" rtl="0" algn="l">
              <a:lnSpc>
                <a:spcPct val="115000"/>
              </a:lnSpc>
              <a:spcBef>
                <a:spcPts val="0"/>
              </a:spcBef>
              <a:spcAft>
                <a:spcPts val="0"/>
              </a:spcAft>
              <a:buClr>
                <a:schemeClr val="dk1"/>
              </a:buClr>
              <a:buSzPts val="1100"/>
              <a:buFont typeface="Arial"/>
              <a:buNone/>
            </a:pPr>
            <a:r>
              <a:rPr lang="en"/>
              <a:t>Do you think Jamie’s mom will tell Jamie the fact about raccoons or that she is feeling happy today? Why?</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04c77a6804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04c77a6804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Then Jamie saw her friend’s mom who ALSO felt happy today and learned a fact about lizards at work, Jamie said “Hi! How was your day?”</a:t>
            </a:r>
            <a:endParaRPr/>
          </a:p>
          <a:p>
            <a:pPr indent="0" lvl="0" marL="0" rtl="0" algn="l">
              <a:lnSpc>
                <a:spcPct val="115000"/>
              </a:lnSpc>
              <a:spcBef>
                <a:spcPts val="0"/>
              </a:spcBef>
              <a:spcAft>
                <a:spcPts val="0"/>
              </a:spcAft>
              <a:buClr>
                <a:schemeClr val="dk1"/>
              </a:buClr>
              <a:buSzPts val="1100"/>
              <a:buFont typeface="Arial"/>
              <a:buNone/>
            </a:pPr>
            <a:r>
              <a:rPr lang="en"/>
              <a:t>Do you think Jamie’s friend’s mom will tell Jamie the fact about lizards or that she’s feeling happy? Why?</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fd96758c84_0_36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g2fd96758c84_0_3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fd96758c84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fd96758c84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fd96758c84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fd96758c84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TITLE_AND_BODY_1">
    <p:spTree>
      <p:nvGrpSpPr>
        <p:cNvPr id="50" name="Shape 50"/>
        <p:cNvGrpSpPr/>
        <p:nvPr/>
      </p:nvGrpSpPr>
      <p:grpSpPr>
        <a:xfrm>
          <a:off x="0" y="0"/>
          <a:ext cx="0" cy="0"/>
          <a:chOff x="0" y="0"/>
          <a:chExt cx="0" cy="0"/>
        </a:xfrm>
      </p:grpSpPr>
      <p:sp>
        <p:nvSpPr>
          <p:cNvPr id="51" name="Google Shape;51;p13"/>
          <p:cNvSpPr txBox="1"/>
          <p:nvPr>
            <p:ph idx="12" type="sldNum"/>
          </p:nvPr>
        </p:nvSpPr>
        <p:spPr>
          <a:xfrm>
            <a:off x="4482789" y="4902398"/>
            <a:ext cx="174900" cy="177300"/>
          </a:xfrm>
          <a:prstGeom prst="rect">
            <a:avLst/>
          </a:prstGeom>
          <a:noFill/>
          <a:ln>
            <a:noFill/>
          </a:ln>
        </p:spPr>
        <p:txBody>
          <a:bodyPr anchorCtr="0" anchor="t" bIns="26800" lIns="26800" spcFirstLastPara="1" rIns="26800" wrap="square" tIns="26800">
            <a:spAutoFit/>
          </a:bodyPr>
          <a:lstStyle>
            <a:lvl1pPr indent="0" lvl="0"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
              <a:t>‹#›</a:t>
            </a:fld>
            <a:endParaRPr sz="900">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2" name="Shape 52"/>
        <p:cNvGrpSpPr/>
        <p:nvPr/>
      </p:nvGrpSpPr>
      <p:grpSpPr>
        <a:xfrm>
          <a:off x="0" y="0"/>
          <a:ext cx="0" cy="0"/>
          <a:chOff x="0" y="0"/>
          <a:chExt cx="0" cy="0"/>
        </a:xfrm>
      </p:grpSpPr>
      <p:sp>
        <p:nvSpPr>
          <p:cNvPr id="53" name="Google Shape;53;p1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1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1200"/>
              </a:spcBef>
              <a:spcAft>
                <a:spcPts val="0"/>
              </a:spcAft>
              <a:buClr>
                <a:schemeClr val="dk1"/>
              </a:buClr>
              <a:buSzPts val="1400"/>
              <a:buChar char="○"/>
              <a:defRPr/>
            </a:lvl2pPr>
            <a:lvl3pPr indent="-317500" lvl="2" marL="1371600" rtl="0" algn="l">
              <a:lnSpc>
                <a:spcPct val="90000"/>
              </a:lnSpc>
              <a:spcBef>
                <a:spcPts val="1200"/>
              </a:spcBef>
              <a:spcAft>
                <a:spcPts val="0"/>
              </a:spcAft>
              <a:buClr>
                <a:schemeClr val="dk1"/>
              </a:buClr>
              <a:buSzPts val="1400"/>
              <a:buChar char="■"/>
              <a:defRPr/>
            </a:lvl3pPr>
            <a:lvl4pPr indent="-317500" lvl="3" marL="1828800" rtl="0" algn="l">
              <a:lnSpc>
                <a:spcPct val="90000"/>
              </a:lnSpc>
              <a:spcBef>
                <a:spcPts val="1200"/>
              </a:spcBef>
              <a:spcAft>
                <a:spcPts val="0"/>
              </a:spcAft>
              <a:buClr>
                <a:schemeClr val="dk1"/>
              </a:buClr>
              <a:buSzPts val="1400"/>
              <a:buChar char="●"/>
              <a:defRPr/>
            </a:lvl4pPr>
            <a:lvl5pPr indent="-317500" lvl="4" marL="2286000" rtl="0" algn="l">
              <a:lnSpc>
                <a:spcPct val="90000"/>
              </a:lnSpc>
              <a:spcBef>
                <a:spcPts val="1200"/>
              </a:spcBef>
              <a:spcAft>
                <a:spcPts val="0"/>
              </a:spcAft>
              <a:buClr>
                <a:schemeClr val="dk1"/>
              </a:buClr>
              <a:buSzPts val="1400"/>
              <a:buChar char="○"/>
              <a:defRPr/>
            </a:lvl5pPr>
            <a:lvl6pPr indent="-317500" lvl="5" marL="2743200" rtl="0" algn="l">
              <a:lnSpc>
                <a:spcPct val="90000"/>
              </a:lnSpc>
              <a:spcBef>
                <a:spcPts val="1200"/>
              </a:spcBef>
              <a:spcAft>
                <a:spcPts val="0"/>
              </a:spcAft>
              <a:buClr>
                <a:schemeClr val="dk1"/>
              </a:buClr>
              <a:buSzPts val="1400"/>
              <a:buChar char="■"/>
              <a:defRPr/>
            </a:lvl6pPr>
            <a:lvl7pPr indent="-317500" lvl="6" marL="3200400" rtl="0" algn="l">
              <a:lnSpc>
                <a:spcPct val="90000"/>
              </a:lnSpc>
              <a:spcBef>
                <a:spcPts val="1200"/>
              </a:spcBef>
              <a:spcAft>
                <a:spcPts val="0"/>
              </a:spcAft>
              <a:buClr>
                <a:schemeClr val="dk1"/>
              </a:buClr>
              <a:buSzPts val="1400"/>
              <a:buChar char="●"/>
              <a:defRPr/>
            </a:lvl7pPr>
            <a:lvl8pPr indent="-317500" lvl="7" marL="3657600" rtl="0" algn="l">
              <a:lnSpc>
                <a:spcPct val="90000"/>
              </a:lnSpc>
              <a:spcBef>
                <a:spcPts val="1200"/>
              </a:spcBef>
              <a:spcAft>
                <a:spcPts val="0"/>
              </a:spcAft>
              <a:buClr>
                <a:schemeClr val="dk1"/>
              </a:buClr>
              <a:buSzPts val="1400"/>
              <a:buChar char="○"/>
              <a:defRPr/>
            </a:lvl8pPr>
            <a:lvl9pPr indent="-317500" lvl="8" marL="4114800" rtl="0" algn="l">
              <a:lnSpc>
                <a:spcPct val="90000"/>
              </a:lnSpc>
              <a:spcBef>
                <a:spcPts val="1200"/>
              </a:spcBef>
              <a:spcAft>
                <a:spcPts val="1200"/>
              </a:spcAft>
              <a:buClr>
                <a:schemeClr val="dk1"/>
              </a:buClr>
              <a:buSzPts val="1400"/>
              <a:buChar char="■"/>
              <a:defRPr/>
            </a:lvl9pPr>
          </a:lstStyle>
          <a:p/>
        </p:txBody>
      </p:sp>
      <p:sp>
        <p:nvSpPr>
          <p:cNvPr id="55" name="Google Shape;55;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6" name="Google Shape;56;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7" name="Google Shape;57;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4" name="Shape 64"/>
        <p:cNvGrpSpPr/>
        <p:nvPr/>
      </p:nvGrpSpPr>
      <p:grpSpPr>
        <a:xfrm>
          <a:off x="0" y="0"/>
          <a:ext cx="0" cy="0"/>
          <a:chOff x="0" y="0"/>
          <a:chExt cx="0" cy="0"/>
        </a:xfrm>
      </p:grpSpPr>
      <p:sp>
        <p:nvSpPr>
          <p:cNvPr id="65" name="Google Shape;65;p1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6" name="Google Shape;66;p1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 name="Google Shape;67;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8" name="Google Shape;68;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9" name="Google Shape;69;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type="tx">
  <p:cSld name="TITLE_AND_BODY">
    <p:spTree>
      <p:nvGrpSpPr>
        <p:cNvPr id="70" name="Shape 70"/>
        <p:cNvGrpSpPr/>
        <p:nvPr/>
      </p:nvGrpSpPr>
      <p:grpSpPr>
        <a:xfrm>
          <a:off x="0" y="0"/>
          <a:ext cx="0" cy="0"/>
          <a:chOff x="0" y="0"/>
          <a:chExt cx="0" cy="0"/>
        </a:xfrm>
      </p:grpSpPr>
      <p:sp>
        <p:nvSpPr>
          <p:cNvPr id="71" name="Google Shape;71;p17"/>
          <p:cNvSpPr txBox="1"/>
          <p:nvPr>
            <p:ph type="title"/>
          </p:nvPr>
        </p:nvSpPr>
        <p:spPr>
          <a:xfrm>
            <a:off x="666750" y="862013"/>
            <a:ext cx="7810500" cy="17430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4200"/>
              <a:buFont typeface="Helvetica Neue"/>
              <a:buNone/>
              <a:defRPr sz="4200">
                <a:latin typeface="Helvetica Neue"/>
                <a:ea typeface="Helvetica Neue"/>
                <a:cs typeface="Helvetica Neue"/>
                <a:sym typeface="Helvetica Neu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2" name="Google Shape;72;p17"/>
          <p:cNvSpPr txBox="1"/>
          <p:nvPr>
            <p:ph idx="1" type="body"/>
          </p:nvPr>
        </p:nvSpPr>
        <p:spPr>
          <a:xfrm>
            <a:off x="666750" y="2652713"/>
            <a:ext cx="7810500" cy="595500"/>
          </a:xfrm>
          <a:prstGeom prst="rect">
            <a:avLst/>
          </a:prstGeom>
          <a:noFill/>
          <a:ln>
            <a:noFill/>
          </a:ln>
        </p:spPr>
        <p:txBody>
          <a:bodyPr anchorCtr="0" anchor="t" bIns="34275" lIns="68575" spcFirstLastPara="1" rIns="68575" wrap="square" tIns="34275">
            <a:normAutofit/>
          </a:bodyPr>
          <a:lstStyle>
            <a:lvl1pPr indent="-228600" lvl="0" marL="4572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1pPr>
            <a:lvl2pPr indent="-228600" lvl="1" marL="9144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2pPr>
            <a:lvl3pPr indent="-228600" lvl="2" marL="1371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3pPr>
            <a:lvl4pPr indent="-228600" lvl="3" marL="18288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4pPr>
            <a:lvl5pPr indent="-228600" lvl="4" marL="22860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3" name="Google Shape;73;p17"/>
          <p:cNvSpPr txBox="1"/>
          <p:nvPr>
            <p:ph idx="12" type="sldNum"/>
          </p:nvPr>
        </p:nvSpPr>
        <p:spPr>
          <a:xfrm>
            <a:off x="4484637" y="4905375"/>
            <a:ext cx="169800" cy="1728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sz="900">
                <a:solidFill>
                  <a:srgbClr val="000000"/>
                </a:solidFill>
                <a:latin typeface="Helvetica Neue Light"/>
                <a:ea typeface="Helvetica Neue Light"/>
                <a:cs typeface="Helvetica Neue Light"/>
                <a:sym typeface="Helvetica Neue Light"/>
              </a:defRPr>
            </a:lvl1pPr>
            <a:lvl2pPr indent="0" lvl="1" marL="0" algn="r">
              <a:spcBef>
                <a:spcPts val="0"/>
              </a:spcBef>
              <a:buNone/>
              <a:defRPr sz="900">
                <a:solidFill>
                  <a:srgbClr val="000000"/>
                </a:solidFill>
                <a:latin typeface="Helvetica Neue Light"/>
                <a:ea typeface="Helvetica Neue Light"/>
                <a:cs typeface="Helvetica Neue Light"/>
                <a:sym typeface="Helvetica Neue Light"/>
              </a:defRPr>
            </a:lvl2pPr>
            <a:lvl3pPr indent="0" lvl="2" marL="0" algn="r">
              <a:spcBef>
                <a:spcPts val="0"/>
              </a:spcBef>
              <a:buNone/>
              <a:defRPr sz="900">
                <a:solidFill>
                  <a:srgbClr val="000000"/>
                </a:solidFill>
                <a:latin typeface="Helvetica Neue Light"/>
                <a:ea typeface="Helvetica Neue Light"/>
                <a:cs typeface="Helvetica Neue Light"/>
                <a:sym typeface="Helvetica Neue Light"/>
              </a:defRPr>
            </a:lvl3pPr>
            <a:lvl4pPr indent="0" lvl="3" marL="0" algn="r">
              <a:spcBef>
                <a:spcPts val="0"/>
              </a:spcBef>
              <a:buNone/>
              <a:defRPr sz="900">
                <a:solidFill>
                  <a:srgbClr val="000000"/>
                </a:solidFill>
                <a:latin typeface="Helvetica Neue Light"/>
                <a:ea typeface="Helvetica Neue Light"/>
                <a:cs typeface="Helvetica Neue Light"/>
                <a:sym typeface="Helvetica Neue Light"/>
              </a:defRPr>
            </a:lvl4pPr>
            <a:lvl5pPr indent="0" lvl="4" marL="0" algn="r">
              <a:spcBef>
                <a:spcPts val="0"/>
              </a:spcBef>
              <a:buNone/>
              <a:defRPr sz="900">
                <a:solidFill>
                  <a:srgbClr val="000000"/>
                </a:solidFill>
                <a:latin typeface="Helvetica Neue Light"/>
                <a:ea typeface="Helvetica Neue Light"/>
                <a:cs typeface="Helvetica Neue Light"/>
                <a:sym typeface="Helvetica Neue Light"/>
              </a:defRPr>
            </a:lvl5pPr>
            <a:lvl6pPr indent="0" lvl="5" marL="0" algn="r">
              <a:spcBef>
                <a:spcPts val="0"/>
              </a:spcBef>
              <a:buNone/>
              <a:defRPr sz="900">
                <a:solidFill>
                  <a:srgbClr val="000000"/>
                </a:solidFill>
                <a:latin typeface="Helvetica Neue Light"/>
                <a:ea typeface="Helvetica Neue Light"/>
                <a:cs typeface="Helvetica Neue Light"/>
                <a:sym typeface="Helvetica Neue Light"/>
              </a:defRPr>
            </a:lvl6pPr>
            <a:lvl7pPr indent="0" lvl="6" marL="0" algn="r">
              <a:spcBef>
                <a:spcPts val="0"/>
              </a:spcBef>
              <a:buNone/>
              <a:defRPr sz="900">
                <a:solidFill>
                  <a:srgbClr val="000000"/>
                </a:solidFill>
                <a:latin typeface="Helvetica Neue Light"/>
                <a:ea typeface="Helvetica Neue Light"/>
                <a:cs typeface="Helvetica Neue Light"/>
                <a:sym typeface="Helvetica Neue Light"/>
              </a:defRPr>
            </a:lvl7pPr>
            <a:lvl8pPr indent="0" lvl="7" marL="0" algn="r">
              <a:spcBef>
                <a:spcPts val="0"/>
              </a:spcBef>
              <a:buNone/>
              <a:defRPr sz="900">
                <a:solidFill>
                  <a:srgbClr val="000000"/>
                </a:solidFill>
                <a:latin typeface="Helvetica Neue Light"/>
                <a:ea typeface="Helvetica Neue Light"/>
                <a:cs typeface="Helvetica Neue Light"/>
                <a:sym typeface="Helvetica Neue Light"/>
              </a:defRPr>
            </a:lvl8pPr>
            <a:lvl9pPr indent="0" lvl="8" marL="0" algn="r">
              <a:spcBef>
                <a:spcPts val="0"/>
              </a:spcBef>
              <a:buNone/>
              <a:defRPr sz="900">
                <a:solidFill>
                  <a:srgbClr val="000000"/>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4" name="Shape 74"/>
        <p:cNvGrpSpPr/>
        <p:nvPr/>
      </p:nvGrpSpPr>
      <p:grpSpPr>
        <a:xfrm>
          <a:off x="0" y="0"/>
          <a:ext cx="0" cy="0"/>
          <a:chOff x="0" y="0"/>
          <a:chExt cx="0" cy="0"/>
        </a:xfrm>
      </p:grpSpPr>
      <p:sp>
        <p:nvSpPr>
          <p:cNvPr id="75" name="Google Shape;75;p18"/>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8"/>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77" name="Google Shape;77;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19"/>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2" name="Google Shape;82;p19"/>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83" name="Google Shape;83;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6" name="Shape 86"/>
        <p:cNvGrpSpPr/>
        <p:nvPr/>
      </p:nvGrpSpPr>
      <p:grpSpPr>
        <a:xfrm>
          <a:off x="0" y="0"/>
          <a:ext cx="0" cy="0"/>
          <a:chOff x="0" y="0"/>
          <a:chExt cx="0" cy="0"/>
        </a:xfrm>
      </p:grpSpPr>
      <p:sp>
        <p:nvSpPr>
          <p:cNvPr id="87" name="Google Shape;87;p2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8" name="Google Shape;88;p20"/>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20"/>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1" name="Google Shape;91;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21"/>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5" name="Google Shape;95;p21"/>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6" name="Google Shape;96;p21"/>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 name="Google Shape;97;p21"/>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8" name="Google Shape;98;p21"/>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 name="Google Shape;99;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 name="Google Shape;100;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 name="Google Shape;101;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2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4" name="Google Shape;104;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 name="Shape 107"/>
        <p:cNvGrpSpPr/>
        <p:nvPr/>
      </p:nvGrpSpPr>
      <p:grpSpPr>
        <a:xfrm>
          <a:off x="0" y="0"/>
          <a:ext cx="0" cy="0"/>
          <a:chOff x="0" y="0"/>
          <a:chExt cx="0" cy="0"/>
        </a:xfrm>
      </p:grpSpPr>
      <p:sp>
        <p:nvSpPr>
          <p:cNvPr id="108" name="Google Shape;108;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9" name="Google Shape;109;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0" name="Google Shape;110;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1" name="Shape 111"/>
        <p:cNvGrpSpPr/>
        <p:nvPr/>
      </p:nvGrpSpPr>
      <p:grpSpPr>
        <a:xfrm>
          <a:off x="0" y="0"/>
          <a:ext cx="0" cy="0"/>
          <a:chOff x="0" y="0"/>
          <a:chExt cx="0" cy="0"/>
        </a:xfrm>
      </p:grpSpPr>
      <p:sp>
        <p:nvSpPr>
          <p:cNvPr id="112" name="Google Shape;112;p24"/>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3" name="Google Shape;113;p24"/>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14" name="Google Shape;114;p24"/>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5" name="Google Shape;115;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6" name="Google Shape;116;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8" name="Shape 118"/>
        <p:cNvGrpSpPr/>
        <p:nvPr/>
      </p:nvGrpSpPr>
      <p:grpSpPr>
        <a:xfrm>
          <a:off x="0" y="0"/>
          <a:ext cx="0" cy="0"/>
          <a:chOff x="0" y="0"/>
          <a:chExt cx="0" cy="0"/>
        </a:xfrm>
      </p:grpSpPr>
      <p:sp>
        <p:nvSpPr>
          <p:cNvPr id="119" name="Google Shape;119;p25"/>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0" name="Google Shape;120;p25"/>
          <p:cNvSpPr/>
          <p:nvPr>
            <p:ph idx="2" type="pic"/>
          </p:nvPr>
        </p:nvSpPr>
        <p:spPr>
          <a:xfrm>
            <a:off x="3887391" y="740569"/>
            <a:ext cx="4629300" cy="3655200"/>
          </a:xfrm>
          <a:prstGeom prst="rect">
            <a:avLst/>
          </a:prstGeom>
          <a:noFill/>
          <a:ln>
            <a:noFill/>
          </a:ln>
        </p:spPr>
      </p:sp>
      <p:sp>
        <p:nvSpPr>
          <p:cNvPr id="121" name="Google Shape;121;p25"/>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22" name="Google Shape;122;p2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5" name="Shape 125"/>
        <p:cNvGrpSpPr/>
        <p:nvPr/>
      </p:nvGrpSpPr>
      <p:grpSpPr>
        <a:xfrm>
          <a:off x="0" y="0"/>
          <a:ext cx="0" cy="0"/>
          <a:chOff x="0" y="0"/>
          <a:chExt cx="0" cy="0"/>
        </a:xfrm>
      </p:grpSpPr>
      <p:sp>
        <p:nvSpPr>
          <p:cNvPr id="126" name="Google Shape;126;p2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7" name="Google Shape;127;p26"/>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2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9" name="Google Shape;129;p2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0" name="Google Shape;130;p2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1" name="Shape 131"/>
        <p:cNvGrpSpPr/>
        <p:nvPr/>
      </p:nvGrpSpPr>
      <p:grpSpPr>
        <a:xfrm>
          <a:off x="0" y="0"/>
          <a:ext cx="0" cy="0"/>
          <a:chOff x="0" y="0"/>
          <a:chExt cx="0" cy="0"/>
        </a:xfrm>
      </p:grpSpPr>
      <p:sp>
        <p:nvSpPr>
          <p:cNvPr id="132" name="Google Shape;132;p27"/>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3" name="Google Shape;133;p27"/>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4" name="Google Shape;134;p2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5" name="Google Shape;135;p2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6" name="Google Shape;136;p2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1.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60" name="Google Shape;60;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61" name="Google Shape;61;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62" name="Google Shape;62;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63" name="Google Shape;63;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888888"/>
                </a:solidFill>
                <a:latin typeface="Calibri"/>
                <a:ea typeface="Calibri"/>
                <a:cs typeface="Calibri"/>
                <a:sym typeface="Calibri"/>
              </a:defRPr>
            </a:lvl1pPr>
            <a:lvl2pPr indent="0" lvl="1" marL="0" marR="0" algn="r">
              <a:spcBef>
                <a:spcPts val="0"/>
              </a:spcBef>
              <a:buNone/>
              <a:defRPr b="0" i="0" sz="900" u="none" cap="none" strike="noStrike">
                <a:solidFill>
                  <a:srgbClr val="888888"/>
                </a:solidFill>
                <a:latin typeface="Calibri"/>
                <a:ea typeface="Calibri"/>
                <a:cs typeface="Calibri"/>
                <a:sym typeface="Calibri"/>
              </a:defRPr>
            </a:lvl2pPr>
            <a:lvl3pPr indent="0" lvl="2" marL="0" marR="0" algn="r">
              <a:spcBef>
                <a:spcPts val="0"/>
              </a:spcBef>
              <a:buNone/>
              <a:defRPr b="0" i="0" sz="900" u="none" cap="none" strike="noStrike">
                <a:solidFill>
                  <a:srgbClr val="888888"/>
                </a:solidFill>
                <a:latin typeface="Calibri"/>
                <a:ea typeface="Calibri"/>
                <a:cs typeface="Calibri"/>
                <a:sym typeface="Calibri"/>
              </a:defRPr>
            </a:lvl3pPr>
            <a:lvl4pPr indent="0" lvl="3" marL="0" marR="0" algn="r">
              <a:spcBef>
                <a:spcPts val="0"/>
              </a:spcBef>
              <a:buNone/>
              <a:defRPr b="0" i="0" sz="900" u="none" cap="none" strike="noStrike">
                <a:solidFill>
                  <a:srgbClr val="888888"/>
                </a:solidFill>
                <a:latin typeface="Calibri"/>
                <a:ea typeface="Calibri"/>
                <a:cs typeface="Calibri"/>
                <a:sym typeface="Calibri"/>
              </a:defRPr>
            </a:lvl4pPr>
            <a:lvl5pPr indent="0" lvl="4" marL="0" marR="0" algn="r">
              <a:spcBef>
                <a:spcPts val="0"/>
              </a:spcBef>
              <a:buNone/>
              <a:defRPr b="0" i="0" sz="900" u="none" cap="none" strike="noStrike">
                <a:solidFill>
                  <a:srgbClr val="888888"/>
                </a:solidFill>
                <a:latin typeface="Calibri"/>
                <a:ea typeface="Calibri"/>
                <a:cs typeface="Calibri"/>
                <a:sym typeface="Calibri"/>
              </a:defRPr>
            </a:lvl5pPr>
            <a:lvl6pPr indent="0" lvl="5" marL="0" marR="0" algn="r">
              <a:spcBef>
                <a:spcPts val="0"/>
              </a:spcBef>
              <a:buNone/>
              <a:defRPr b="0" i="0" sz="900" u="none" cap="none" strike="noStrike">
                <a:solidFill>
                  <a:srgbClr val="888888"/>
                </a:solidFill>
                <a:latin typeface="Calibri"/>
                <a:ea typeface="Calibri"/>
                <a:cs typeface="Calibri"/>
                <a:sym typeface="Calibri"/>
              </a:defRPr>
            </a:lvl6pPr>
            <a:lvl7pPr indent="0" lvl="6" marL="0" marR="0" algn="r">
              <a:spcBef>
                <a:spcPts val="0"/>
              </a:spcBef>
              <a:buNone/>
              <a:defRPr b="0" i="0" sz="900" u="none" cap="none" strike="noStrike">
                <a:solidFill>
                  <a:srgbClr val="888888"/>
                </a:solidFill>
                <a:latin typeface="Calibri"/>
                <a:ea typeface="Calibri"/>
                <a:cs typeface="Calibri"/>
                <a:sym typeface="Calibri"/>
              </a:defRPr>
            </a:lvl7pPr>
            <a:lvl8pPr indent="0" lvl="7" marL="0" marR="0" algn="r">
              <a:spcBef>
                <a:spcPts val="0"/>
              </a:spcBef>
              <a:buNone/>
              <a:defRPr b="0" i="0" sz="900" u="none" cap="none" strike="noStrike">
                <a:solidFill>
                  <a:srgbClr val="888888"/>
                </a:solidFill>
                <a:latin typeface="Calibri"/>
                <a:ea typeface="Calibri"/>
                <a:cs typeface="Calibri"/>
                <a:sym typeface="Calibri"/>
              </a:defRPr>
            </a:lvl8pPr>
            <a:lvl9pPr indent="0" lvl="8" marL="0" marR="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8.png"/><Relationship Id="rId5" Type="http://schemas.openxmlformats.org/officeDocument/2006/relationships/image" Target="../media/image1.jpg"/><Relationship Id="rId6"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8.png"/><Relationship Id="rId5" Type="http://schemas.openxmlformats.org/officeDocument/2006/relationships/image" Target="../media/image1.jpg"/><Relationship Id="rId6"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17.png"/><Relationship Id="rId8"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17.png"/><Relationship Id="rId7" Type="http://schemas.openxmlformats.org/officeDocument/2006/relationships/image" Target="../media/image19.png"/><Relationship Id="rId8" Type="http://schemas.openxmlformats.org/officeDocument/2006/relationships/image" Target="../media/image6.png"/></Relationships>
</file>

<file path=ppt/slides/_rels/slide13.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11.png"/><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10.jpg"/><Relationship Id="rId9" Type="http://schemas.openxmlformats.org/officeDocument/2006/relationships/image" Target="../media/image14.png"/><Relationship Id="rId5" Type="http://schemas.openxmlformats.org/officeDocument/2006/relationships/image" Target="../media/image17.png"/><Relationship Id="rId6" Type="http://schemas.openxmlformats.org/officeDocument/2006/relationships/image" Target="../media/image25.jpg"/><Relationship Id="rId7" Type="http://schemas.openxmlformats.org/officeDocument/2006/relationships/image" Target="../media/image12.jpg"/><Relationship Id="rId8"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6.jpg"/><Relationship Id="rId5" Type="http://schemas.openxmlformats.org/officeDocument/2006/relationships/image" Target="../media/image17.png"/><Relationship Id="rId6"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6.jpg"/><Relationship Id="rId5" Type="http://schemas.openxmlformats.org/officeDocument/2006/relationships/image" Target="../media/image17.png"/><Relationship Id="rId6" Type="http://schemas.openxmlformats.org/officeDocument/2006/relationships/image" Target="../media/image33.png"/><Relationship Id="rId7"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8.png"/><Relationship Id="rId5" Type="http://schemas.openxmlformats.org/officeDocument/2006/relationships/image" Target="../media/image1.jpg"/><Relationship Id="rId6"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8.png"/><Relationship Id="rId5"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1.png"/><Relationship Id="rId6" Type="http://schemas.openxmlformats.org/officeDocument/2006/relationships/image" Target="../media/image18.png"/><Relationship Id="rId7" Type="http://schemas.openxmlformats.org/officeDocument/2006/relationships/image" Target="../media/image30.png"/><Relationship Id="rId8"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8.png"/><Relationship Id="rId6" Type="http://schemas.openxmlformats.org/officeDocument/2006/relationships/image" Target="../media/image18.png"/><Relationship Id="rId7" Type="http://schemas.openxmlformats.org/officeDocument/2006/relationships/image" Target="../media/image30.png"/><Relationship Id="rId8" Type="http://schemas.openxmlformats.org/officeDocument/2006/relationships/image" Target="../media/image22.png"/></Relationships>
</file>

<file path=ppt/slides/_rels/slide23.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30.png"/><Relationship Id="rId1" Type="http://schemas.openxmlformats.org/officeDocument/2006/relationships/slideLayout" Target="../slideLayouts/slideLayout16.xml"/><Relationship Id="rId2" Type="http://schemas.openxmlformats.org/officeDocument/2006/relationships/notesSlide" Target="../notesSlides/notesSlide23.xml"/><Relationship Id="rId3" Type="http://schemas.openxmlformats.org/officeDocument/2006/relationships/image" Target="../media/image32.png"/><Relationship Id="rId4" Type="http://schemas.openxmlformats.org/officeDocument/2006/relationships/image" Target="../media/image10.jpg"/><Relationship Id="rId9" Type="http://schemas.openxmlformats.org/officeDocument/2006/relationships/image" Target="../media/image18.png"/><Relationship Id="rId5" Type="http://schemas.openxmlformats.org/officeDocument/2006/relationships/image" Target="../media/image25.jpg"/><Relationship Id="rId6" Type="http://schemas.openxmlformats.org/officeDocument/2006/relationships/image" Target="../media/image12.jpg"/><Relationship Id="rId7" Type="http://schemas.openxmlformats.org/officeDocument/2006/relationships/image" Target="../media/image13.jpg"/><Relationship Id="rId8"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image" Target="../media/image16.jpg"/><Relationship Id="rId5" Type="http://schemas.openxmlformats.org/officeDocument/2006/relationships/image" Target="../media/image18.png"/><Relationship Id="rId6"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16.jpg"/><Relationship Id="rId5" Type="http://schemas.openxmlformats.org/officeDocument/2006/relationships/image" Target="../media/image18.png"/><Relationship Id="rId6" Type="http://schemas.openxmlformats.org/officeDocument/2006/relationships/image" Target="../media/image34.png"/><Relationship Id="rId7"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42" name="Google Shape;142;p2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43" name="Google Shape;143;p2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49" name="Google Shape;149;p2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50" name="Google Shape;150;p2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0"/>
          <p:cNvSpPr txBox="1"/>
          <p:nvPr/>
        </p:nvSpPr>
        <p:spPr>
          <a:xfrm>
            <a:off x="3574709" y="1282069"/>
            <a:ext cx="1994700" cy="377400"/>
          </a:xfrm>
          <a:prstGeom prst="rect">
            <a:avLst/>
          </a:prstGeom>
          <a:noFill/>
          <a:ln>
            <a:noFill/>
          </a:ln>
        </p:spPr>
        <p:txBody>
          <a:bodyPr anchorCtr="0" anchor="ctr" bIns="26800" lIns="26800" spcFirstLastPara="1" rIns="26800" wrap="square" tIns="26800">
            <a:spAutoFit/>
          </a:bodyPr>
          <a:lstStyle/>
          <a:p>
            <a:pPr indent="0" lvl="0" marL="0" marR="0" rtl="0" algn="ctr">
              <a:lnSpc>
                <a:spcPct val="100000"/>
              </a:lnSpc>
              <a:spcBef>
                <a:spcPts val="0"/>
              </a:spcBef>
              <a:spcAft>
                <a:spcPts val="0"/>
              </a:spcAft>
              <a:buClr>
                <a:srgbClr val="000000"/>
              </a:buClr>
              <a:buSzPts val="2100"/>
              <a:buFont typeface="Helvetica Neue"/>
              <a:buNone/>
            </a:pPr>
            <a:r>
              <a:rPr b="1" i="0" lang="en" sz="2100" u="none" cap="none" strike="noStrike">
                <a:solidFill>
                  <a:srgbClr val="000000"/>
                </a:solidFill>
                <a:latin typeface="Helvetica Neue"/>
                <a:ea typeface="Helvetica Neue"/>
                <a:cs typeface="Helvetica Neue"/>
                <a:sym typeface="Helvetica Neue"/>
              </a:rPr>
              <a:t>Verbal Consent</a:t>
            </a:r>
            <a:endParaRPr b="0" i="0" sz="500" u="none" cap="none" strike="noStrike">
              <a:solidFill>
                <a:srgbClr val="000000"/>
              </a:solidFill>
              <a:latin typeface="Arial"/>
              <a:ea typeface="Arial"/>
              <a:cs typeface="Arial"/>
              <a:sym typeface="Arial"/>
            </a:endParaRPr>
          </a:p>
        </p:txBody>
      </p:sp>
      <p:sp>
        <p:nvSpPr>
          <p:cNvPr id="156" name="Google Shape;156;p30"/>
          <p:cNvSpPr txBox="1"/>
          <p:nvPr/>
        </p:nvSpPr>
        <p:spPr>
          <a:xfrm>
            <a:off x="1657349" y="1782953"/>
            <a:ext cx="5829300" cy="1593300"/>
          </a:xfrm>
          <a:prstGeom prst="rect">
            <a:avLst/>
          </a:prstGeom>
          <a:noFill/>
          <a:ln>
            <a:noFill/>
          </a:ln>
        </p:spPr>
        <p:txBody>
          <a:bodyPr anchorCtr="0" anchor="ctr" bIns="26800" lIns="26800" spcFirstLastPara="1" rIns="26800" wrap="square" tIns="26800">
            <a:spAutoFit/>
          </a:bodyPr>
          <a:lstStyle/>
          <a:p>
            <a:pPr indent="0" lvl="0" marL="0" marR="0" rtl="0" algn="ctr">
              <a:lnSpc>
                <a:spcPct val="100000"/>
              </a:lnSpc>
              <a:spcBef>
                <a:spcPts val="0"/>
              </a:spcBef>
              <a:spcAft>
                <a:spcPts val="0"/>
              </a:spcAft>
              <a:buClr>
                <a:srgbClr val="000000"/>
              </a:buClr>
              <a:buSzPts val="2500"/>
              <a:buFont typeface="Helvetica Neue"/>
              <a:buNone/>
            </a:pPr>
            <a:r>
              <a:rPr b="0" i="0" lang="en" sz="2500" u="none" cap="none" strike="noStrike">
                <a:solidFill>
                  <a:srgbClr val="000000"/>
                </a:solidFill>
                <a:latin typeface="Helvetica Neue"/>
                <a:ea typeface="Helvetica Neue"/>
                <a:cs typeface="Helvetica Neue"/>
                <a:sym typeface="Helvetica Neue"/>
              </a:rPr>
              <a:t>"I have read and understand the consent document. I am this child's parent or legal guardian and we both agree to participate in this study." </a:t>
            </a:r>
            <a:endParaRPr b="0" i="0" sz="25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62" name="Google Shape;162;p3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63" name="Google Shape;163;p3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32"/>
          <p:cNvPicPr preferRelativeResize="0"/>
          <p:nvPr/>
        </p:nvPicPr>
        <p:blipFill>
          <a:blip r:embed="rId3">
            <a:alphaModFix/>
          </a:blip>
          <a:stretch>
            <a:fillRect/>
          </a:stretch>
        </p:blipFill>
        <p:spPr>
          <a:xfrm>
            <a:off x="3604124" y="1725999"/>
            <a:ext cx="1778975" cy="2173926"/>
          </a:xfrm>
          <a:prstGeom prst="rect">
            <a:avLst/>
          </a:prstGeom>
          <a:noFill/>
          <a:ln>
            <a:noFill/>
          </a:ln>
        </p:spPr>
      </p:pic>
      <p:pic>
        <p:nvPicPr>
          <p:cNvPr descr="Water with solid fill" id="169" name="Google Shape;169;p32"/>
          <p:cNvPicPr preferRelativeResize="0"/>
          <p:nvPr/>
        </p:nvPicPr>
        <p:blipFill rotWithShape="1">
          <a:blip r:embed="rId4">
            <a:alphaModFix/>
          </a:blip>
          <a:srcRect b="0" l="0" r="0" t="0"/>
          <a:stretch/>
        </p:blipFill>
        <p:spPr>
          <a:xfrm>
            <a:off x="4539325" y="2666938"/>
            <a:ext cx="292050" cy="29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500" fill="hold"/>
                                        <p:tgtEl>
                                          <p:spTgt spid="168"/>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3" name="Shape 173"/>
        <p:cNvGrpSpPr/>
        <p:nvPr/>
      </p:nvGrpSpPr>
      <p:grpSpPr>
        <a:xfrm>
          <a:off x="0" y="0"/>
          <a:ext cx="0" cy="0"/>
          <a:chOff x="0" y="0"/>
          <a:chExt cx="0" cy="0"/>
        </a:xfrm>
      </p:grpSpPr>
      <p:sp>
        <p:nvSpPr>
          <p:cNvPr id="174" name="Google Shape;174;p33"/>
          <p:cNvSpPr txBox="1"/>
          <p:nvPr>
            <p:ph type="title"/>
          </p:nvPr>
        </p:nvSpPr>
        <p:spPr>
          <a:xfrm>
            <a:off x="2888250" y="1999525"/>
            <a:ext cx="3367500" cy="63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Negative Condition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p34"/>
          <p:cNvPicPr preferRelativeResize="0"/>
          <p:nvPr/>
        </p:nvPicPr>
        <p:blipFill>
          <a:blip r:embed="rId3">
            <a:alphaModFix/>
          </a:blip>
          <a:stretch>
            <a:fillRect/>
          </a:stretch>
        </p:blipFill>
        <p:spPr>
          <a:xfrm>
            <a:off x="3760888" y="2176249"/>
            <a:ext cx="1622223" cy="1982350"/>
          </a:xfrm>
          <a:prstGeom prst="rect">
            <a:avLst/>
          </a:prstGeom>
          <a:noFill/>
          <a:ln>
            <a:noFill/>
          </a:ln>
        </p:spPr>
      </p:pic>
      <p:sp>
        <p:nvSpPr>
          <p:cNvPr id="180" name="Google Shape;180;p34"/>
          <p:cNvSpPr/>
          <p:nvPr/>
        </p:nvSpPr>
        <p:spPr>
          <a:xfrm>
            <a:off x="4945675" y="1525175"/>
            <a:ext cx="1716600" cy="1276800"/>
          </a:xfrm>
          <a:prstGeom prst="cloudCallout">
            <a:avLst>
              <a:gd fmla="val -32278" name="adj1"/>
              <a:gd fmla="val 61009"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1" name="Google Shape;181;p34"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182" name="Google Shape;182;p34"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descr="Brown Cartoon Owl Vector Clipart image - Free stock photo - Public ..." id="183" name="Google Shape;183;p34"/>
          <p:cNvPicPr preferRelativeResize="0"/>
          <p:nvPr/>
        </p:nvPicPr>
        <p:blipFill>
          <a:blip r:embed="rId6">
            <a:alphaModFix/>
          </a:blip>
          <a:stretch>
            <a:fillRect/>
          </a:stretch>
        </p:blipFill>
        <p:spPr>
          <a:xfrm>
            <a:off x="5506938" y="1741825"/>
            <a:ext cx="594075" cy="8299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35"/>
          <p:cNvPicPr preferRelativeResize="0"/>
          <p:nvPr/>
        </p:nvPicPr>
        <p:blipFill>
          <a:blip r:embed="rId3">
            <a:alphaModFix/>
          </a:blip>
          <a:stretch>
            <a:fillRect/>
          </a:stretch>
        </p:blipFill>
        <p:spPr>
          <a:xfrm>
            <a:off x="3760888" y="2176249"/>
            <a:ext cx="1622223" cy="1982350"/>
          </a:xfrm>
          <a:prstGeom prst="rect">
            <a:avLst/>
          </a:prstGeom>
          <a:noFill/>
          <a:ln>
            <a:noFill/>
          </a:ln>
        </p:spPr>
      </p:pic>
      <p:pic>
        <p:nvPicPr>
          <p:cNvPr id="189" name="Google Shape;189;p35"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190" name="Google Shape;190;p35"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descr="Water with solid fill" id="191" name="Google Shape;191;p35"/>
          <p:cNvPicPr preferRelativeResize="0"/>
          <p:nvPr/>
        </p:nvPicPr>
        <p:blipFill rotWithShape="1">
          <a:blip r:embed="rId6">
            <a:alphaModFix/>
          </a:blip>
          <a:srcRect b="0" l="0" r="0" t="0"/>
          <a:stretch/>
        </p:blipFill>
        <p:spPr>
          <a:xfrm>
            <a:off x="4572000" y="3021388"/>
            <a:ext cx="292050" cy="29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36"/>
          <p:cNvPicPr preferRelativeResize="0"/>
          <p:nvPr/>
        </p:nvPicPr>
        <p:blipFill>
          <a:blip r:embed="rId3">
            <a:alphaModFix/>
          </a:blip>
          <a:stretch>
            <a:fillRect/>
          </a:stretch>
        </p:blipFill>
        <p:spPr>
          <a:xfrm>
            <a:off x="1353150" y="2871917"/>
            <a:ext cx="1730875" cy="2115126"/>
          </a:xfrm>
          <a:prstGeom prst="rect">
            <a:avLst/>
          </a:prstGeom>
          <a:noFill/>
          <a:ln>
            <a:noFill/>
          </a:ln>
        </p:spPr>
      </p:pic>
      <p:pic>
        <p:nvPicPr>
          <p:cNvPr id="197" name="Google Shape;197;p36"/>
          <p:cNvPicPr preferRelativeResize="0"/>
          <p:nvPr/>
        </p:nvPicPr>
        <p:blipFill>
          <a:blip r:embed="rId4">
            <a:alphaModFix/>
          </a:blip>
          <a:stretch>
            <a:fillRect/>
          </a:stretch>
        </p:blipFill>
        <p:spPr>
          <a:xfrm>
            <a:off x="5616775" y="2890925"/>
            <a:ext cx="1699450" cy="2077125"/>
          </a:xfrm>
          <a:prstGeom prst="rect">
            <a:avLst/>
          </a:prstGeom>
          <a:noFill/>
          <a:ln>
            <a:noFill/>
          </a:ln>
        </p:spPr>
      </p:pic>
      <p:sp>
        <p:nvSpPr>
          <p:cNvPr id="198" name="Google Shape;198;p36"/>
          <p:cNvSpPr/>
          <p:nvPr/>
        </p:nvSpPr>
        <p:spPr>
          <a:xfrm>
            <a:off x="5743650" y="3314575"/>
            <a:ext cx="1445700" cy="1568700"/>
          </a:xfrm>
          <a:prstGeom prst="rect">
            <a:avLst/>
          </a:prstGeom>
          <a:noFill/>
          <a:ln cap="flat" cmpd="sng" w="762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37"/>
          <p:cNvPicPr preferRelativeResize="0"/>
          <p:nvPr/>
        </p:nvPicPr>
        <p:blipFill>
          <a:blip r:embed="rId3">
            <a:alphaModFix/>
          </a:blip>
          <a:stretch>
            <a:fillRect/>
          </a:stretch>
        </p:blipFill>
        <p:spPr>
          <a:xfrm>
            <a:off x="1353150" y="2871917"/>
            <a:ext cx="1730875" cy="2115126"/>
          </a:xfrm>
          <a:prstGeom prst="rect">
            <a:avLst/>
          </a:prstGeom>
          <a:noFill/>
          <a:ln>
            <a:noFill/>
          </a:ln>
        </p:spPr>
      </p:pic>
      <p:pic>
        <p:nvPicPr>
          <p:cNvPr id="204" name="Google Shape;204;p37"/>
          <p:cNvPicPr preferRelativeResize="0"/>
          <p:nvPr/>
        </p:nvPicPr>
        <p:blipFill>
          <a:blip r:embed="rId4">
            <a:alphaModFix/>
          </a:blip>
          <a:stretch>
            <a:fillRect/>
          </a:stretch>
        </p:blipFill>
        <p:spPr>
          <a:xfrm>
            <a:off x="5616775" y="2890925"/>
            <a:ext cx="1699450" cy="2077125"/>
          </a:xfrm>
          <a:prstGeom prst="rect">
            <a:avLst/>
          </a:prstGeom>
          <a:noFill/>
          <a:ln>
            <a:noFill/>
          </a:ln>
        </p:spPr>
      </p:pic>
      <p:sp>
        <p:nvSpPr>
          <p:cNvPr id="205" name="Google Shape;205;p37"/>
          <p:cNvSpPr/>
          <p:nvPr/>
        </p:nvSpPr>
        <p:spPr>
          <a:xfrm>
            <a:off x="1495738" y="3300450"/>
            <a:ext cx="1445700" cy="1568700"/>
          </a:xfrm>
          <a:prstGeom prst="rect">
            <a:avLst/>
          </a:prstGeom>
          <a:noFill/>
          <a:ln cap="flat" cmpd="sng" w="762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38"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211" name="Google Shape;211;p38" title="House icon vector clip art | Free SVG"/>
          <p:cNvPicPr preferRelativeResize="0"/>
          <p:nvPr/>
        </p:nvPicPr>
        <p:blipFill rotWithShape="1">
          <a:blip r:embed="rId4">
            <a:alphaModFix/>
          </a:blip>
          <a:srcRect b="6907" l="-8826" r="0" t="0"/>
          <a:stretch/>
        </p:blipFill>
        <p:spPr>
          <a:xfrm>
            <a:off x="4217000" y="857100"/>
            <a:ext cx="2158350" cy="1846200"/>
          </a:xfrm>
          <a:prstGeom prst="rect">
            <a:avLst/>
          </a:prstGeom>
          <a:noFill/>
          <a:ln>
            <a:noFill/>
          </a:ln>
        </p:spPr>
      </p:pic>
      <p:pic>
        <p:nvPicPr>
          <p:cNvPr id="212" name="Google Shape;212;p38" title="House icon vector clip art | Free SVG"/>
          <p:cNvPicPr preferRelativeResize="0"/>
          <p:nvPr/>
        </p:nvPicPr>
        <p:blipFill rotWithShape="1">
          <a:blip r:embed="rId4">
            <a:alphaModFix/>
          </a:blip>
          <a:srcRect b="6907" l="-8826" r="0" t="0"/>
          <a:stretch/>
        </p:blipFill>
        <p:spPr>
          <a:xfrm>
            <a:off x="6302825" y="796250"/>
            <a:ext cx="2158350" cy="1846200"/>
          </a:xfrm>
          <a:prstGeom prst="rect">
            <a:avLst/>
          </a:prstGeom>
          <a:noFill/>
          <a:ln>
            <a:noFill/>
          </a:ln>
        </p:spPr>
      </p:pic>
      <p:pic>
        <p:nvPicPr>
          <p:cNvPr id="213" name="Google Shape;213;p38"/>
          <p:cNvPicPr preferRelativeResize="0"/>
          <p:nvPr/>
        </p:nvPicPr>
        <p:blipFill>
          <a:blip r:embed="rId5">
            <a:alphaModFix/>
          </a:blip>
          <a:stretch>
            <a:fillRect/>
          </a:stretch>
        </p:blipFill>
        <p:spPr>
          <a:xfrm>
            <a:off x="3570175" y="2878317"/>
            <a:ext cx="1730875" cy="2115126"/>
          </a:xfrm>
          <a:prstGeom prst="rect">
            <a:avLst/>
          </a:prstGeom>
          <a:noFill/>
          <a:ln>
            <a:noFill/>
          </a:ln>
        </p:spPr>
      </p:pic>
      <p:sp>
        <p:nvSpPr>
          <p:cNvPr id="214" name="Google Shape;214;p38"/>
          <p:cNvSpPr/>
          <p:nvPr/>
        </p:nvSpPr>
        <p:spPr>
          <a:xfrm>
            <a:off x="2292650" y="2506400"/>
            <a:ext cx="1337400" cy="8898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15" name="Google Shape;215;p38"/>
          <p:cNvPicPr preferRelativeResize="0"/>
          <p:nvPr/>
        </p:nvPicPr>
        <p:blipFill>
          <a:blip r:embed="rId6">
            <a:alphaModFix/>
          </a:blip>
          <a:stretch>
            <a:fillRect/>
          </a:stretch>
        </p:blipFill>
        <p:spPr>
          <a:xfrm>
            <a:off x="2529900" y="2541800"/>
            <a:ext cx="770345" cy="819000"/>
          </a:xfrm>
          <a:prstGeom prst="rect">
            <a:avLst/>
          </a:prstGeom>
          <a:noFill/>
          <a:ln>
            <a:noFill/>
          </a:ln>
        </p:spPr>
      </p:pic>
      <p:pic>
        <p:nvPicPr>
          <p:cNvPr id="216" name="Google Shape;216;p38"/>
          <p:cNvPicPr preferRelativeResize="0"/>
          <p:nvPr/>
        </p:nvPicPr>
        <p:blipFill>
          <a:blip r:embed="rId7">
            <a:alphaModFix/>
          </a:blip>
          <a:stretch>
            <a:fillRect/>
          </a:stretch>
        </p:blipFill>
        <p:spPr>
          <a:xfrm>
            <a:off x="1401613" y="2944711"/>
            <a:ext cx="1622223" cy="1982350"/>
          </a:xfrm>
          <a:prstGeom prst="rect">
            <a:avLst/>
          </a:prstGeom>
          <a:noFill/>
          <a:ln>
            <a:noFill/>
          </a:ln>
        </p:spPr>
      </p:pic>
      <p:sp>
        <p:nvSpPr>
          <p:cNvPr id="217" name="Google Shape;217;p38"/>
          <p:cNvSpPr/>
          <p:nvPr/>
        </p:nvSpPr>
        <p:spPr>
          <a:xfrm flipH="1">
            <a:off x="922575" y="2506413"/>
            <a:ext cx="1337400" cy="8898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Brown Cartoon Owl Vector Clipart image - Free stock photo - Public ..." id="218" name="Google Shape;218;p38"/>
          <p:cNvPicPr preferRelativeResize="0"/>
          <p:nvPr/>
        </p:nvPicPr>
        <p:blipFill>
          <a:blip r:embed="rId8">
            <a:alphaModFix/>
          </a:blip>
          <a:stretch>
            <a:fillRect/>
          </a:stretch>
        </p:blipFill>
        <p:spPr>
          <a:xfrm>
            <a:off x="1294238" y="2536350"/>
            <a:ext cx="594075" cy="8299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6"/>
                                        </p:tgtEl>
                                        <p:attrNameLst>
                                          <p:attrName>style.visibility</p:attrName>
                                        </p:attrNameLst>
                                      </p:cBhvr>
                                      <p:to>
                                        <p:strVal val="visible"/>
                                      </p:to>
                                    </p:set>
                                    <p:anim calcmode="lin" valueType="num">
                                      <p:cBhvr additive="base">
                                        <p:cTn dur="1000"/>
                                        <p:tgtEl>
                                          <p:spTgt spid="21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13"/>
                                        </p:tgtEl>
                                        <p:attrNameLst>
                                          <p:attrName>style.visibility</p:attrName>
                                        </p:attrNameLst>
                                      </p:cBhvr>
                                      <p:to>
                                        <p:strVal val="visible"/>
                                      </p:to>
                                    </p:set>
                                    <p:anim calcmode="lin" valueType="num">
                                      <p:cBhvr additive="base">
                                        <p:cTn dur="1000"/>
                                        <p:tgtEl>
                                          <p:spTgt spid="21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p39"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224" name="Google Shape;224;p39" title="House icon vector clip art | Free SVG"/>
          <p:cNvPicPr preferRelativeResize="0"/>
          <p:nvPr/>
        </p:nvPicPr>
        <p:blipFill rotWithShape="1">
          <a:blip r:embed="rId4">
            <a:alphaModFix/>
          </a:blip>
          <a:srcRect b="6907" l="-8826" r="0" t="0"/>
          <a:stretch/>
        </p:blipFill>
        <p:spPr>
          <a:xfrm>
            <a:off x="4217000" y="857100"/>
            <a:ext cx="2158350" cy="1846200"/>
          </a:xfrm>
          <a:prstGeom prst="rect">
            <a:avLst/>
          </a:prstGeom>
          <a:noFill/>
          <a:ln>
            <a:noFill/>
          </a:ln>
        </p:spPr>
      </p:pic>
      <p:pic>
        <p:nvPicPr>
          <p:cNvPr id="225" name="Google Shape;225;p39" title="House icon vector clip art | Free SVG"/>
          <p:cNvPicPr preferRelativeResize="0"/>
          <p:nvPr/>
        </p:nvPicPr>
        <p:blipFill rotWithShape="1">
          <a:blip r:embed="rId4">
            <a:alphaModFix/>
          </a:blip>
          <a:srcRect b="6907" l="-8826" r="0" t="0"/>
          <a:stretch/>
        </p:blipFill>
        <p:spPr>
          <a:xfrm>
            <a:off x="6302825" y="796250"/>
            <a:ext cx="2158350" cy="1846200"/>
          </a:xfrm>
          <a:prstGeom prst="rect">
            <a:avLst/>
          </a:prstGeom>
          <a:noFill/>
          <a:ln>
            <a:noFill/>
          </a:ln>
        </p:spPr>
      </p:pic>
      <p:sp>
        <p:nvSpPr>
          <p:cNvPr id="226" name="Google Shape;226;p39"/>
          <p:cNvSpPr/>
          <p:nvPr/>
        </p:nvSpPr>
        <p:spPr>
          <a:xfrm>
            <a:off x="2260000" y="2571750"/>
            <a:ext cx="1337400" cy="8898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7" name="Google Shape;227;p39"/>
          <p:cNvPicPr preferRelativeResize="0"/>
          <p:nvPr/>
        </p:nvPicPr>
        <p:blipFill>
          <a:blip r:embed="rId5">
            <a:alphaModFix/>
          </a:blip>
          <a:stretch>
            <a:fillRect/>
          </a:stretch>
        </p:blipFill>
        <p:spPr>
          <a:xfrm>
            <a:off x="2543525" y="2607150"/>
            <a:ext cx="770345" cy="819000"/>
          </a:xfrm>
          <a:prstGeom prst="rect">
            <a:avLst/>
          </a:prstGeom>
          <a:noFill/>
          <a:ln>
            <a:noFill/>
          </a:ln>
        </p:spPr>
      </p:pic>
      <p:pic>
        <p:nvPicPr>
          <p:cNvPr id="228" name="Google Shape;228;p39"/>
          <p:cNvPicPr preferRelativeResize="0"/>
          <p:nvPr/>
        </p:nvPicPr>
        <p:blipFill>
          <a:blip r:embed="rId6">
            <a:alphaModFix/>
          </a:blip>
          <a:stretch>
            <a:fillRect/>
          </a:stretch>
        </p:blipFill>
        <p:spPr>
          <a:xfrm>
            <a:off x="1401613" y="2944686"/>
            <a:ext cx="1622223" cy="1982350"/>
          </a:xfrm>
          <a:prstGeom prst="rect">
            <a:avLst/>
          </a:prstGeom>
          <a:noFill/>
          <a:ln>
            <a:noFill/>
          </a:ln>
        </p:spPr>
      </p:pic>
      <p:sp>
        <p:nvSpPr>
          <p:cNvPr id="229" name="Google Shape;229;p39"/>
          <p:cNvSpPr/>
          <p:nvPr/>
        </p:nvSpPr>
        <p:spPr>
          <a:xfrm flipH="1">
            <a:off x="884225" y="2536338"/>
            <a:ext cx="1337400" cy="8898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Brown Cartoon Owl Vector Clipart image - Free stock photo - Public ..." id="230" name="Google Shape;230;p39"/>
          <p:cNvPicPr preferRelativeResize="0"/>
          <p:nvPr/>
        </p:nvPicPr>
        <p:blipFill>
          <a:blip r:embed="rId7">
            <a:alphaModFix/>
          </a:blip>
          <a:stretch>
            <a:fillRect/>
          </a:stretch>
        </p:blipFill>
        <p:spPr>
          <a:xfrm>
            <a:off x="1255888" y="2566288"/>
            <a:ext cx="594075" cy="829926"/>
          </a:xfrm>
          <a:prstGeom prst="rect">
            <a:avLst/>
          </a:prstGeom>
          <a:noFill/>
          <a:ln>
            <a:noFill/>
          </a:ln>
        </p:spPr>
      </p:pic>
      <p:pic>
        <p:nvPicPr>
          <p:cNvPr id="231" name="Google Shape;231;p39"/>
          <p:cNvPicPr preferRelativeResize="0"/>
          <p:nvPr/>
        </p:nvPicPr>
        <p:blipFill>
          <a:blip r:embed="rId8">
            <a:alphaModFix/>
          </a:blip>
          <a:stretch>
            <a:fillRect/>
          </a:stretch>
        </p:blipFill>
        <p:spPr>
          <a:xfrm>
            <a:off x="3553850" y="2944687"/>
            <a:ext cx="1699450" cy="2077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1"/>
                                        </p:tgtEl>
                                        <p:attrNameLst>
                                          <p:attrName>style.visibility</p:attrName>
                                        </p:attrNameLst>
                                      </p:cBhvr>
                                      <p:to>
                                        <p:strVal val="visible"/>
                                      </p:to>
                                    </p:set>
                                    <p:anim calcmode="lin" valueType="num">
                                      <p:cBhvr additive="base">
                                        <p:cTn dur="1000"/>
                                        <p:tgtEl>
                                          <p:spTgt spid="23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descr="A cartoon of a white and purple animal&#10;&#10;Description automatically generated" id="236" name="Google Shape;236;p40"/>
          <p:cNvPicPr preferRelativeResize="0"/>
          <p:nvPr/>
        </p:nvPicPr>
        <p:blipFill rotWithShape="1">
          <a:blip r:embed="rId3">
            <a:alphaModFix/>
          </a:blip>
          <a:srcRect b="0" l="0" r="0" t="0"/>
          <a:stretch/>
        </p:blipFill>
        <p:spPr>
          <a:xfrm>
            <a:off x="7104100" y="2571750"/>
            <a:ext cx="1487350" cy="1816549"/>
          </a:xfrm>
          <a:prstGeom prst="rect">
            <a:avLst/>
          </a:prstGeom>
          <a:noFill/>
          <a:ln>
            <a:noFill/>
          </a:ln>
        </p:spPr>
      </p:pic>
      <p:pic>
        <p:nvPicPr>
          <p:cNvPr id="237" name="Google Shape;237;p40" title="images.jpg"/>
          <p:cNvPicPr preferRelativeResize="0"/>
          <p:nvPr/>
        </p:nvPicPr>
        <p:blipFill>
          <a:blip r:embed="rId4">
            <a:alphaModFix/>
          </a:blip>
          <a:stretch>
            <a:fillRect/>
          </a:stretch>
        </p:blipFill>
        <p:spPr>
          <a:xfrm>
            <a:off x="2764750" y="2194550"/>
            <a:ext cx="4339350" cy="1546475"/>
          </a:xfrm>
          <a:prstGeom prst="rect">
            <a:avLst/>
          </a:prstGeom>
          <a:noFill/>
          <a:ln>
            <a:noFill/>
          </a:ln>
        </p:spPr>
      </p:pic>
      <p:pic>
        <p:nvPicPr>
          <p:cNvPr id="238" name="Google Shape;238;p40"/>
          <p:cNvPicPr preferRelativeResize="0"/>
          <p:nvPr/>
        </p:nvPicPr>
        <p:blipFill>
          <a:blip r:embed="rId5">
            <a:alphaModFix/>
          </a:blip>
          <a:stretch>
            <a:fillRect/>
          </a:stretch>
        </p:blipFill>
        <p:spPr>
          <a:xfrm>
            <a:off x="627399" y="2606313"/>
            <a:ext cx="1487350" cy="1817560"/>
          </a:xfrm>
          <a:prstGeom prst="rect">
            <a:avLst/>
          </a:prstGeom>
          <a:noFill/>
          <a:ln>
            <a:noFill/>
          </a:ln>
        </p:spPr>
      </p:pic>
      <p:pic>
        <p:nvPicPr>
          <p:cNvPr id="239" name="Google Shape;239;p40" title="download-2.jpg"/>
          <p:cNvPicPr preferRelativeResize="0"/>
          <p:nvPr/>
        </p:nvPicPr>
        <p:blipFill>
          <a:blip r:embed="rId6">
            <a:alphaModFix/>
          </a:blip>
          <a:stretch>
            <a:fillRect/>
          </a:stretch>
        </p:blipFill>
        <p:spPr>
          <a:xfrm>
            <a:off x="2114749" y="3307850"/>
            <a:ext cx="1371950" cy="1371950"/>
          </a:xfrm>
          <a:prstGeom prst="rect">
            <a:avLst/>
          </a:prstGeom>
          <a:noFill/>
          <a:ln>
            <a:noFill/>
          </a:ln>
        </p:spPr>
      </p:pic>
      <p:pic>
        <p:nvPicPr>
          <p:cNvPr id="240" name="Google Shape;240;p40" title="images-3.jpg"/>
          <p:cNvPicPr preferRelativeResize="0"/>
          <p:nvPr/>
        </p:nvPicPr>
        <p:blipFill rotWithShape="1">
          <a:blip r:embed="rId7">
            <a:alphaModFix/>
          </a:blip>
          <a:srcRect b="6060" l="1650" r="-1650" t="-6060"/>
          <a:stretch/>
        </p:blipFill>
        <p:spPr>
          <a:xfrm>
            <a:off x="5432900" y="3802750"/>
            <a:ext cx="1671200" cy="1198225"/>
          </a:xfrm>
          <a:prstGeom prst="rect">
            <a:avLst/>
          </a:prstGeom>
          <a:noFill/>
          <a:ln>
            <a:noFill/>
          </a:ln>
        </p:spPr>
      </p:pic>
      <p:pic>
        <p:nvPicPr>
          <p:cNvPr id="241" name="Google Shape;241;p40" title="download-3.jpg"/>
          <p:cNvPicPr preferRelativeResize="0"/>
          <p:nvPr/>
        </p:nvPicPr>
        <p:blipFill>
          <a:blip r:embed="rId8">
            <a:alphaModFix/>
          </a:blip>
          <a:stretch>
            <a:fillRect/>
          </a:stretch>
        </p:blipFill>
        <p:spPr>
          <a:xfrm>
            <a:off x="78800" y="34275"/>
            <a:ext cx="2035948" cy="2100450"/>
          </a:xfrm>
          <a:prstGeom prst="rect">
            <a:avLst/>
          </a:prstGeom>
          <a:noFill/>
          <a:ln>
            <a:noFill/>
          </a:ln>
        </p:spPr>
      </p:pic>
      <p:pic>
        <p:nvPicPr>
          <p:cNvPr descr="Small Trees | Free SVG" id="242" name="Google Shape;242;p40"/>
          <p:cNvPicPr preferRelativeResize="0"/>
          <p:nvPr/>
        </p:nvPicPr>
        <p:blipFill>
          <a:blip r:embed="rId9">
            <a:alphaModFix/>
          </a:blip>
          <a:stretch>
            <a:fillRect/>
          </a:stretch>
        </p:blipFill>
        <p:spPr>
          <a:xfrm>
            <a:off x="6633625" y="289750"/>
            <a:ext cx="2044399" cy="2044400"/>
          </a:xfrm>
          <a:prstGeom prst="rect">
            <a:avLst/>
          </a:prstGeom>
          <a:noFill/>
          <a:ln>
            <a:noFill/>
          </a:ln>
        </p:spPr>
      </p:pic>
      <p:sp>
        <p:nvSpPr>
          <p:cNvPr id="243" name="Google Shape;243;p40"/>
          <p:cNvSpPr/>
          <p:nvPr/>
        </p:nvSpPr>
        <p:spPr>
          <a:xfrm>
            <a:off x="1386525" y="2126850"/>
            <a:ext cx="1337400" cy="8898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40"/>
          <p:cNvSpPr/>
          <p:nvPr/>
        </p:nvSpPr>
        <p:spPr>
          <a:xfrm flipH="1">
            <a:off x="8300" y="2126850"/>
            <a:ext cx="1337400" cy="8898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5" name="Google Shape;245;p40"/>
          <p:cNvPicPr preferRelativeResize="0"/>
          <p:nvPr/>
        </p:nvPicPr>
        <p:blipFill>
          <a:blip r:embed="rId10">
            <a:alphaModFix/>
          </a:blip>
          <a:stretch>
            <a:fillRect/>
          </a:stretch>
        </p:blipFill>
        <p:spPr>
          <a:xfrm>
            <a:off x="1670050" y="2162250"/>
            <a:ext cx="770345" cy="819000"/>
          </a:xfrm>
          <a:prstGeom prst="rect">
            <a:avLst/>
          </a:prstGeom>
          <a:noFill/>
          <a:ln>
            <a:noFill/>
          </a:ln>
        </p:spPr>
      </p:pic>
      <p:pic>
        <p:nvPicPr>
          <p:cNvPr descr="Brown Cartoon Owl Vector Clipart image - Free stock photo - Public ..." id="246" name="Google Shape;246;p40"/>
          <p:cNvPicPr preferRelativeResize="0"/>
          <p:nvPr/>
        </p:nvPicPr>
        <p:blipFill>
          <a:blip r:embed="rId11">
            <a:alphaModFix/>
          </a:blip>
          <a:stretch>
            <a:fillRect/>
          </a:stretch>
        </p:blipFill>
        <p:spPr>
          <a:xfrm>
            <a:off x="379963" y="2156788"/>
            <a:ext cx="594075" cy="8299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38"/>
                                        </p:tgtEl>
                                        <p:attrNameLst>
                                          <p:attrName>style.visibility</p:attrName>
                                        </p:attrNameLst>
                                      </p:cBhvr>
                                      <p:to>
                                        <p:strVal val="visible"/>
                                      </p:to>
                                    </p:set>
                                    <p:anim calcmode="lin" valueType="num">
                                      <p:cBhvr additive="base">
                                        <p:cTn dur="1000"/>
                                        <p:tgtEl>
                                          <p:spTgt spid="23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6"/>
                                        </p:tgtEl>
                                        <p:attrNameLst>
                                          <p:attrName>style.visibility</p:attrName>
                                        </p:attrNameLst>
                                      </p:cBhvr>
                                      <p:to>
                                        <p:strVal val="visible"/>
                                      </p:to>
                                    </p:set>
                                    <p:anim calcmode="lin" valueType="num">
                                      <p:cBhvr additive="base">
                                        <p:cTn dur="1500"/>
                                        <p:tgtEl>
                                          <p:spTgt spid="23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1"/>
          <p:cNvSpPr/>
          <p:nvPr/>
        </p:nvSpPr>
        <p:spPr>
          <a:xfrm flipH="1">
            <a:off x="3727950" y="1978725"/>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41"/>
          <p:cNvSpPr/>
          <p:nvPr/>
        </p:nvSpPr>
        <p:spPr>
          <a:xfrm>
            <a:off x="5111950" y="1958475"/>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Small Trees | Free SVG" id="253" name="Google Shape;253;p41"/>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descr="Small Trees | Free SVG" id="254" name="Google Shape;254;p41"/>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descr="Hybrid laptop computer | Public domain vectors" id="255" name="Google Shape;255;p41"/>
          <p:cNvPicPr preferRelativeResize="0"/>
          <p:nvPr/>
        </p:nvPicPr>
        <p:blipFill rotWithShape="1">
          <a:blip r:embed="rId4">
            <a:alphaModFix/>
          </a:blip>
          <a:srcRect b="14807" l="0" r="0" t="0"/>
          <a:stretch/>
        </p:blipFill>
        <p:spPr>
          <a:xfrm>
            <a:off x="5350725" y="2024163"/>
            <a:ext cx="847275" cy="721820"/>
          </a:xfrm>
          <a:prstGeom prst="rect">
            <a:avLst/>
          </a:prstGeom>
          <a:noFill/>
          <a:ln>
            <a:noFill/>
          </a:ln>
        </p:spPr>
      </p:pic>
      <p:pic>
        <p:nvPicPr>
          <p:cNvPr id="256" name="Google Shape;256;p41"/>
          <p:cNvPicPr preferRelativeResize="0"/>
          <p:nvPr/>
        </p:nvPicPr>
        <p:blipFill>
          <a:blip r:embed="rId5">
            <a:alphaModFix/>
          </a:blip>
          <a:stretch>
            <a:fillRect/>
          </a:stretch>
        </p:blipFill>
        <p:spPr>
          <a:xfrm>
            <a:off x="3967775" y="2138325"/>
            <a:ext cx="2330900" cy="2848375"/>
          </a:xfrm>
          <a:prstGeom prst="rect">
            <a:avLst/>
          </a:prstGeom>
          <a:noFill/>
          <a:ln>
            <a:noFill/>
          </a:ln>
        </p:spPr>
      </p:pic>
      <p:pic>
        <p:nvPicPr>
          <p:cNvPr id="257" name="Google Shape;257;p41"/>
          <p:cNvPicPr preferRelativeResize="0"/>
          <p:nvPr/>
        </p:nvPicPr>
        <p:blipFill>
          <a:blip r:embed="rId5">
            <a:alphaModFix/>
          </a:blip>
          <a:stretch>
            <a:fillRect/>
          </a:stretch>
        </p:blipFill>
        <p:spPr>
          <a:xfrm>
            <a:off x="2236500" y="2913350"/>
            <a:ext cx="1560875" cy="1907401"/>
          </a:xfrm>
          <a:prstGeom prst="rect">
            <a:avLst/>
          </a:prstGeom>
          <a:noFill/>
          <a:ln>
            <a:noFill/>
          </a:ln>
        </p:spPr>
      </p:pic>
      <p:pic>
        <p:nvPicPr>
          <p:cNvPr id="258" name="Google Shape;258;p41"/>
          <p:cNvPicPr preferRelativeResize="0"/>
          <p:nvPr/>
        </p:nvPicPr>
        <p:blipFill>
          <a:blip r:embed="rId6">
            <a:alphaModFix/>
          </a:blip>
          <a:stretch>
            <a:fillRect/>
          </a:stretch>
        </p:blipFill>
        <p:spPr>
          <a:xfrm>
            <a:off x="4018275" y="1999875"/>
            <a:ext cx="724638" cy="770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7"/>
                                        </p:tgtEl>
                                        <p:attrNameLst>
                                          <p:attrName>style.visibility</p:attrName>
                                        </p:attrNameLst>
                                      </p:cBhvr>
                                      <p:to>
                                        <p:strVal val="visible"/>
                                      </p:to>
                                    </p:set>
                                    <p:anim calcmode="lin" valueType="num">
                                      <p:cBhvr additive="base">
                                        <p:cTn dur="1000"/>
                                        <p:tgtEl>
                                          <p:spTgt spid="25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6"/>
                                        </p:tgtEl>
                                        <p:attrNameLst>
                                          <p:attrName>style.visibility</p:attrName>
                                        </p:attrNameLst>
                                      </p:cBhvr>
                                      <p:to>
                                        <p:strVal val="visible"/>
                                      </p:to>
                                    </p:set>
                                    <p:anim calcmode="lin" valueType="num">
                                      <p:cBhvr additive="base">
                                        <p:cTn dur="1000"/>
                                        <p:tgtEl>
                                          <p:spTgt spid="25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2"/>
          <p:cNvSpPr/>
          <p:nvPr/>
        </p:nvSpPr>
        <p:spPr>
          <a:xfrm flipH="1">
            <a:off x="3719800" y="1978725"/>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42"/>
          <p:cNvSpPr/>
          <p:nvPr/>
        </p:nvSpPr>
        <p:spPr>
          <a:xfrm>
            <a:off x="5111950" y="1958475"/>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Small Trees | Free SVG" id="265" name="Google Shape;265;p42"/>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descr="Small Trees | Free SVG" id="266" name="Google Shape;266;p42"/>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descr="Hybrid laptop computer | Public domain vectors" id="267" name="Google Shape;267;p42"/>
          <p:cNvPicPr preferRelativeResize="0"/>
          <p:nvPr/>
        </p:nvPicPr>
        <p:blipFill rotWithShape="1">
          <a:blip r:embed="rId4">
            <a:alphaModFix/>
          </a:blip>
          <a:srcRect b="14807" l="0" r="0" t="0"/>
          <a:stretch/>
        </p:blipFill>
        <p:spPr>
          <a:xfrm>
            <a:off x="5350725" y="2024163"/>
            <a:ext cx="847275" cy="721820"/>
          </a:xfrm>
          <a:prstGeom prst="rect">
            <a:avLst/>
          </a:prstGeom>
          <a:noFill/>
          <a:ln>
            <a:noFill/>
          </a:ln>
        </p:spPr>
      </p:pic>
      <p:pic>
        <p:nvPicPr>
          <p:cNvPr id="268" name="Google Shape;268;p42"/>
          <p:cNvPicPr preferRelativeResize="0"/>
          <p:nvPr/>
        </p:nvPicPr>
        <p:blipFill>
          <a:blip r:embed="rId5">
            <a:alphaModFix/>
          </a:blip>
          <a:stretch>
            <a:fillRect/>
          </a:stretch>
        </p:blipFill>
        <p:spPr>
          <a:xfrm>
            <a:off x="2242700" y="2969500"/>
            <a:ext cx="1560875" cy="1907401"/>
          </a:xfrm>
          <a:prstGeom prst="rect">
            <a:avLst/>
          </a:prstGeom>
          <a:noFill/>
          <a:ln>
            <a:noFill/>
          </a:ln>
        </p:spPr>
      </p:pic>
      <p:pic>
        <p:nvPicPr>
          <p:cNvPr descr="A cartoon of a white and purple animal&#10;&#10;Description automatically generated" id="269" name="Google Shape;269;p42"/>
          <p:cNvPicPr preferRelativeResize="0"/>
          <p:nvPr/>
        </p:nvPicPr>
        <p:blipFill rotWithShape="1">
          <a:blip r:embed="rId6">
            <a:alphaModFix/>
          </a:blip>
          <a:srcRect b="2250" l="0" r="0" t="-2250"/>
          <a:stretch/>
        </p:blipFill>
        <p:spPr>
          <a:xfrm>
            <a:off x="3944525" y="2211500"/>
            <a:ext cx="2182375" cy="2665399"/>
          </a:xfrm>
          <a:prstGeom prst="rect">
            <a:avLst/>
          </a:prstGeom>
          <a:noFill/>
          <a:ln>
            <a:noFill/>
          </a:ln>
        </p:spPr>
      </p:pic>
      <p:pic>
        <p:nvPicPr>
          <p:cNvPr id="270" name="Google Shape;270;p42"/>
          <p:cNvPicPr preferRelativeResize="0"/>
          <p:nvPr/>
        </p:nvPicPr>
        <p:blipFill>
          <a:blip r:embed="rId7">
            <a:alphaModFix/>
          </a:blip>
          <a:stretch>
            <a:fillRect/>
          </a:stretch>
        </p:blipFill>
        <p:spPr>
          <a:xfrm>
            <a:off x="4025575" y="2060964"/>
            <a:ext cx="619725" cy="6482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69"/>
                                        </p:tgtEl>
                                        <p:attrNameLst>
                                          <p:attrName>style.visibility</p:attrName>
                                        </p:attrNameLst>
                                      </p:cBhvr>
                                      <p:to>
                                        <p:strVal val="visible"/>
                                      </p:to>
                                    </p:set>
                                    <p:anim calcmode="lin" valueType="num">
                                      <p:cBhvr additive="base">
                                        <p:cTn dur="1000"/>
                                        <p:tgtEl>
                                          <p:spTgt spid="26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43"/>
          <p:cNvPicPr preferRelativeResize="0"/>
          <p:nvPr/>
        </p:nvPicPr>
        <p:blipFill>
          <a:blip r:embed="rId3">
            <a:alphaModFix/>
          </a:blip>
          <a:stretch>
            <a:fillRect/>
          </a:stretch>
        </p:blipFill>
        <p:spPr>
          <a:xfrm>
            <a:off x="3562100" y="1564150"/>
            <a:ext cx="1884325" cy="2302651"/>
          </a:xfrm>
          <a:prstGeom prst="rect">
            <a:avLst/>
          </a:prstGeom>
          <a:noFill/>
          <a:ln>
            <a:noFill/>
          </a:ln>
        </p:spPr>
      </p:pic>
      <p:sp>
        <p:nvSpPr>
          <p:cNvPr id="276" name="Google Shape;276;p43"/>
          <p:cNvSpPr/>
          <p:nvPr/>
        </p:nvSpPr>
        <p:spPr>
          <a:xfrm rot="-5400000">
            <a:off x="4400888" y="2412313"/>
            <a:ext cx="206700" cy="6063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700" fill="hold"/>
                                        <p:tgtEl>
                                          <p:spTgt spid="275"/>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44"/>
          <p:cNvPicPr preferRelativeResize="0"/>
          <p:nvPr/>
        </p:nvPicPr>
        <p:blipFill>
          <a:blip r:embed="rId3">
            <a:alphaModFix/>
          </a:blip>
          <a:stretch>
            <a:fillRect/>
          </a:stretch>
        </p:blipFill>
        <p:spPr>
          <a:xfrm>
            <a:off x="3596775" y="1898850"/>
            <a:ext cx="1884325" cy="2302651"/>
          </a:xfrm>
          <a:prstGeom prst="rect">
            <a:avLst/>
          </a:prstGeom>
          <a:noFill/>
          <a:ln>
            <a:noFill/>
          </a:ln>
        </p:spPr>
      </p:pic>
      <p:sp>
        <p:nvSpPr>
          <p:cNvPr id="282" name="Google Shape;282;p44"/>
          <p:cNvSpPr/>
          <p:nvPr/>
        </p:nvSpPr>
        <p:spPr>
          <a:xfrm>
            <a:off x="4945675" y="1525175"/>
            <a:ext cx="1716600" cy="1276800"/>
          </a:xfrm>
          <a:prstGeom prst="cloudCallout">
            <a:avLst>
              <a:gd fmla="val -32278" name="adj1"/>
              <a:gd fmla="val 61009"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3" name="Google Shape;283;p44"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284" name="Google Shape;284;p44"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descr="Public Domain Clip Art Image | Lop eared rabbit | ID ..." id="285" name="Google Shape;285;p44"/>
          <p:cNvPicPr preferRelativeResize="0"/>
          <p:nvPr/>
        </p:nvPicPr>
        <p:blipFill rotWithShape="1">
          <a:blip r:embed="rId6">
            <a:alphaModFix/>
          </a:blip>
          <a:srcRect b="0" l="0" r="-16523" t="-12448"/>
          <a:stretch/>
        </p:blipFill>
        <p:spPr>
          <a:xfrm>
            <a:off x="5537500" y="1659637"/>
            <a:ext cx="662799" cy="9121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p45"/>
          <p:cNvPicPr preferRelativeResize="0"/>
          <p:nvPr/>
        </p:nvPicPr>
        <p:blipFill>
          <a:blip r:embed="rId3">
            <a:alphaModFix/>
          </a:blip>
          <a:stretch>
            <a:fillRect/>
          </a:stretch>
        </p:blipFill>
        <p:spPr>
          <a:xfrm>
            <a:off x="3596775" y="1898850"/>
            <a:ext cx="1884325" cy="2302651"/>
          </a:xfrm>
          <a:prstGeom prst="rect">
            <a:avLst/>
          </a:prstGeom>
          <a:noFill/>
          <a:ln>
            <a:noFill/>
          </a:ln>
        </p:spPr>
      </p:pic>
      <p:pic>
        <p:nvPicPr>
          <p:cNvPr id="291" name="Google Shape;291;p45"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292" name="Google Shape;292;p45"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sp>
        <p:nvSpPr>
          <p:cNvPr id="293" name="Google Shape;293;p45"/>
          <p:cNvSpPr/>
          <p:nvPr/>
        </p:nvSpPr>
        <p:spPr>
          <a:xfrm rot="-5400000">
            <a:off x="4435575" y="2747025"/>
            <a:ext cx="206700" cy="6063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id="298" name="Google Shape;298;p46"/>
          <p:cNvPicPr preferRelativeResize="0"/>
          <p:nvPr/>
        </p:nvPicPr>
        <p:blipFill>
          <a:blip r:embed="rId3">
            <a:alphaModFix/>
          </a:blip>
          <a:stretch>
            <a:fillRect/>
          </a:stretch>
        </p:blipFill>
        <p:spPr>
          <a:xfrm>
            <a:off x="1328425" y="3067575"/>
            <a:ext cx="1698800" cy="2075924"/>
          </a:xfrm>
          <a:prstGeom prst="rect">
            <a:avLst/>
          </a:prstGeom>
          <a:noFill/>
          <a:ln>
            <a:noFill/>
          </a:ln>
        </p:spPr>
      </p:pic>
      <p:pic>
        <p:nvPicPr>
          <p:cNvPr id="299" name="Google Shape;299;p46"/>
          <p:cNvPicPr preferRelativeResize="0"/>
          <p:nvPr/>
        </p:nvPicPr>
        <p:blipFill>
          <a:blip r:embed="rId4">
            <a:alphaModFix/>
          </a:blip>
          <a:stretch>
            <a:fillRect/>
          </a:stretch>
        </p:blipFill>
        <p:spPr>
          <a:xfrm>
            <a:off x="5667575" y="3130962"/>
            <a:ext cx="1716300" cy="2097300"/>
          </a:xfrm>
          <a:prstGeom prst="rect">
            <a:avLst/>
          </a:prstGeom>
          <a:noFill/>
          <a:ln>
            <a:noFill/>
          </a:ln>
        </p:spPr>
      </p:pic>
      <p:sp>
        <p:nvSpPr>
          <p:cNvPr id="300" name="Google Shape;300;p46"/>
          <p:cNvSpPr/>
          <p:nvPr/>
        </p:nvSpPr>
        <p:spPr>
          <a:xfrm>
            <a:off x="5802863" y="3454800"/>
            <a:ext cx="1445700" cy="1568700"/>
          </a:xfrm>
          <a:prstGeom prst="rect">
            <a:avLst/>
          </a:prstGeom>
          <a:noFill/>
          <a:ln cap="flat" cmpd="sng" w="76200">
            <a:solidFill>
              <a:srgbClr val="C022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id="305" name="Google Shape;305;p47"/>
          <p:cNvPicPr preferRelativeResize="0"/>
          <p:nvPr/>
        </p:nvPicPr>
        <p:blipFill>
          <a:blip r:embed="rId3">
            <a:alphaModFix/>
          </a:blip>
          <a:stretch>
            <a:fillRect/>
          </a:stretch>
        </p:blipFill>
        <p:spPr>
          <a:xfrm>
            <a:off x="1328425" y="3067575"/>
            <a:ext cx="1698800" cy="2075924"/>
          </a:xfrm>
          <a:prstGeom prst="rect">
            <a:avLst/>
          </a:prstGeom>
          <a:noFill/>
          <a:ln>
            <a:noFill/>
          </a:ln>
        </p:spPr>
      </p:pic>
      <p:pic>
        <p:nvPicPr>
          <p:cNvPr id="306" name="Google Shape;306;p47"/>
          <p:cNvPicPr preferRelativeResize="0"/>
          <p:nvPr/>
        </p:nvPicPr>
        <p:blipFill>
          <a:blip r:embed="rId4">
            <a:alphaModFix/>
          </a:blip>
          <a:stretch>
            <a:fillRect/>
          </a:stretch>
        </p:blipFill>
        <p:spPr>
          <a:xfrm>
            <a:off x="5667575" y="3130962"/>
            <a:ext cx="1716300" cy="2097300"/>
          </a:xfrm>
          <a:prstGeom prst="rect">
            <a:avLst/>
          </a:prstGeom>
          <a:noFill/>
          <a:ln>
            <a:noFill/>
          </a:ln>
        </p:spPr>
      </p:pic>
      <p:sp>
        <p:nvSpPr>
          <p:cNvPr id="307" name="Google Shape;307;p47"/>
          <p:cNvSpPr/>
          <p:nvPr/>
        </p:nvSpPr>
        <p:spPr>
          <a:xfrm>
            <a:off x="1454963" y="3395263"/>
            <a:ext cx="1445700" cy="1568700"/>
          </a:xfrm>
          <a:prstGeom prst="rect">
            <a:avLst/>
          </a:prstGeom>
          <a:noFill/>
          <a:ln cap="flat" cmpd="sng" w="76200">
            <a:solidFill>
              <a:srgbClr val="C022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id="312" name="Google Shape;312;p48"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313" name="Google Shape;313;p48" title="House icon vector clip art | Free SVG"/>
          <p:cNvPicPr preferRelativeResize="0"/>
          <p:nvPr/>
        </p:nvPicPr>
        <p:blipFill rotWithShape="1">
          <a:blip r:embed="rId4">
            <a:alphaModFix/>
          </a:blip>
          <a:srcRect b="6907" l="-8826" r="0" t="0"/>
          <a:stretch/>
        </p:blipFill>
        <p:spPr>
          <a:xfrm>
            <a:off x="4217000" y="857100"/>
            <a:ext cx="2158350" cy="1846200"/>
          </a:xfrm>
          <a:prstGeom prst="rect">
            <a:avLst/>
          </a:prstGeom>
          <a:noFill/>
          <a:ln>
            <a:noFill/>
          </a:ln>
        </p:spPr>
      </p:pic>
      <p:pic>
        <p:nvPicPr>
          <p:cNvPr id="314" name="Google Shape;314;p48" title="House icon vector clip art | Free SVG"/>
          <p:cNvPicPr preferRelativeResize="0"/>
          <p:nvPr/>
        </p:nvPicPr>
        <p:blipFill rotWithShape="1">
          <a:blip r:embed="rId4">
            <a:alphaModFix/>
          </a:blip>
          <a:srcRect b="6907" l="-8826" r="0" t="0"/>
          <a:stretch/>
        </p:blipFill>
        <p:spPr>
          <a:xfrm>
            <a:off x="6302825" y="796250"/>
            <a:ext cx="2158350" cy="1846200"/>
          </a:xfrm>
          <a:prstGeom prst="rect">
            <a:avLst/>
          </a:prstGeom>
          <a:noFill/>
          <a:ln>
            <a:noFill/>
          </a:ln>
        </p:spPr>
      </p:pic>
      <p:sp>
        <p:nvSpPr>
          <p:cNvPr id="315" name="Google Shape;315;p48"/>
          <p:cNvSpPr/>
          <p:nvPr/>
        </p:nvSpPr>
        <p:spPr>
          <a:xfrm>
            <a:off x="2292650" y="2506400"/>
            <a:ext cx="1337400" cy="8898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6" name="Google Shape;316;p48"/>
          <p:cNvSpPr/>
          <p:nvPr/>
        </p:nvSpPr>
        <p:spPr>
          <a:xfrm flipH="1">
            <a:off x="922575" y="2506413"/>
            <a:ext cx="1337400" cy="8898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17" name="Google Shape;317;p48"/>
          <p:cNvPicPr preferRelativeResize="0"/>
          <p:nvPr/>
        </p:nvPicPr>
        <p:blipFill>
          <a:blip r:embed="rId5">
            <a:alphaModFix/>
          </a:blip>
          <a:stretch>
            <a:fillRect/>
          </a:stretch>
        </p:blipFill>
        <p:spPr>
          <a:xfrm>
            <a:off x="3300250" y="3020950"/>
            <a:ext cx="1698800" cy="2075924"/>
          </a:xfrm>
          <a:prstGeom prst="rect">
            <a:avLst/>
          </a:prstGeom>
          <a:noFill/>
          <a:ln>
            <a:noFill/>
          </a:ln>
        </p:spPr>
      </p:pic>
      <p:pic>
        <p:nvPicPr>
          <p:cNvPr id="318" name="Google Shape;318;p48"/>
          <p:cNvPicPr preferRelativeResize="0"/>
          <p:nvPr/>
        </p:nvPicPr>
        <p:blipFill>
          <a:blip r:embed="rId6">
            <a:alphaModFix/>
          </a:blip>
          <a:stretch>
            <a:fillRect/>
          </a:stretch>
        </p:blipFill>
        <p:spPr>
          <a:xfrm>
            <a:off x="1506249" y="3136775"/>
            <a:ext cx="1610700" cy="1968275"/>
          </a:xfrm>
          <a:prstGeom prst="rect">
            <a:avLst/>
          </a:prstGeom>
          <a:noFill/>
          <a:ln>
            <a:noFill/>
          </a:ln>
        </p:spPr>
      </p:pic>
      <p:pic>
        <p:nvPicPr>
          <p:cNvPr id="319" name="Google Shape;319;p48"/>
          <p:cNvPicPr preferRelativeResize="0"/>
          <p:nvPr/>
        </p:nvPicPr>
        <p:blipFill>
          <a:blip r:embed="rId7">
            <a:alphaModFix/>
          </a:blip>
          <a:stretch>
            <a:fillRect/>
          </a:stretch>
        </p:blipFill>
        <p:spPr>
          <a:xfrm>
            <a:off x="2626413" y="2600925"/>
            <a:ext cx="669874" cy="700775"/>
          </a:xfrm>
          <a:prstGeom prst="rect">
            <a:avLst/>
          </a:prstGeom>
          <a:noFill/>
          <a:ln>
            <a:noFill/>
          </a:ln>
        </p:spPr>
      </p:pic>
      <p:pic>
        <p:nvPicPr>
          <p:cNvPr descr="Public Domain Clip Art Image | Lop eared rabbit | ID ..." id="320" name="Google Shape;320;p48"/>
          <p:cNvPicPr preferRelativeResize="0"/>
          <p:nvPr/>
        </p:nvPicPr>
        <p:blipFill rotWithShape="1">
          <a:blip r:embed="rId8">
            <a:alphaModFix/>
          </a:blip>
          <a:srcRect b="0" l="0" r="-16523" t="-12448"/>
          <a:stretch/>
        </p:blipFill>
        <p:spPr>
          <a:xfrm>
            <a:off x="1259875" y="2484075"/>
            <a:ext cx="662799" cy="9121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18"/>
                                        </p:tgtEl>
                                        <p:attrNameLst>
                                          <p:attrName>style.visibility</p:attrName>
                                        </p:attrNameLst>
                                      </p:cBhvr>
                                      <p:to>
                                        <p:strVal val="visible"/>
                                      </p:to>
                                    </p:set>
                                    <p:anim calcmode="lin" valueType="num">
                                      <p:cBhvr additive="base">
                                        <p:cTn dur="1000"/>
                                        <p:tgtEl>
                                          <p:spTgt spid="31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17"/>
                                        </p:tgtEl>
                                        <p:attrNameLst>
                                          <p:attrName>style.visibility</p:attrName>
                                        </p:attrNameLst>
                                      </p:cBhvr>
                                      <p:to>
                                        <p:strVal val="visible"/>
                                      </p:to>
                                    </p:set>
                                    <p:anim calcmode="lin" valueType="num">
                                      <p:cBhvr additive="base">
                                        <p:cTn dur="1000"/>
                                        <p:tgtEl>
                                          <p:spTgt spid="31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pic>
        <p:nvPicPr>
          <p:cNvPr id="325" name="Google Shape;325;p49"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326" name="Google Shape;326;p49" title="House icon vector clip art | Free SVG"/>
          <p:cNvPicPr preferRelativeResize="0"/>
          <p:nvPr/>
        </p:nvPicPr>
        <p:blipFill rotWithShape="1">
          <a:blip r:embed="rId4">
            <a:alphaModFix/>
          </a:blip>
          <a:srcRect b="6907" l="-8826" r="0" t="0"/>
          <a:stretch/>
        </p:blipFill>
        <p:spPr>
          <a:xfrm>
            <a:off x="4217000" y="857100"/>
            <a:ext cx="2158350" cy="1846200"/>
          </a:xfrm>
          <a:prstGeom prst="rect">
            <a:avLst/>
          </a:prstGeom>
          <a:noFill/>
          <a:ln>
            <a:noFill/>
          </a:ln>
        </p:spPr>
      </p:pic>
      <p:pic>
        <p:nvPicPr>
          <p:cNvPr id="327" name="Google Shape;327;p49" title="House icon vector clip art | Free SVG"/>
          <p:cNvPicPr preferRelativeResize="0"/>
          <p:nvPr/>
        </p:nvPicPr>
        <p:blipFill rotWithShape="1">
          <a:blip r:embed="rId4">
            <a:alphaModFix/>
          </a:blip>
          <a:srcRect b="6907" l="-8826" r="0" t="0"/>
          <a:stretch/>
        </p:blipFill>
        <p:spPr>
          <a:xfrm>
            <a:off x="6302825" y="796250"/>
            <a:ext cx="2158350" cy="1846200"/>
          </a:xfrm>
          <a:prstGeom prst="rect">
            <a:avLst/>
          </a:prstGeom>
          <a:noFill/>
          <a:ln>
            <a:noFill/>
          </a:ln>
        </p:spPr>
      </p:pic>
      <p:sp>
        <p:nvSpPr>
          <p:cNvPr id="328" name="Google Shape;328;p49"/>
          <p:cNvSpPr/>
          <p:nvPr/>
        </p:nvSpPr>
        <p:spPr>
          <a:xfrm>
            <a:off x="2292650" y="2506400"/>
            <a:ext cx="1337400" cy="8898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9" name="Google Shape;329;p49"/>
          <p:cNvSpPr/>
          <p:nvPr/>
        </p:nvSpPr>
        <p:spPr>
          <a:xfrm flipH="1">
            <a:off x="922575" y="2506413"/>
            <a:ext cx="1337400" cy="8898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30" name="Google Shape;330;p49"/>
          <p:cNvPicPr preferRelativeResize="0"/>
          <p:nvPr/>
        </p:nvPicPr>
        <p:blipFill>
          <a:blip r:embed="rId5">
            <a:alphaModFix/>
          </a:blip>
          <a:stretch>
            <a:fillRect/>
          </a:stretch>
        </p:blipFill>
        <p:spPr>
          <a:xfrm>
            <a:off x="3406375" y="3084875"/>
            <a:ext cx="1716300" cy="2097300"/>
          </a:xfrm>
          <a:prstGeom prst="rect">
            <a:avLst/>
          </a:prstGeom>
          <a:noFill/>
          <a:ln>
            <a:noFill/>
          </a:ln>
        </p:spPr>
      </p:pic>
      <p:pic>
        <p:nvPicPr>
          <p:cNvPr id="331" name="Google Shape;331;p49"/>
          <p:cNvPicPr preferRelativeResize="0"/>
          <p:nvPr/>
        </p:nvPicPr>
        <p:blipFill>
          <a:blip r:embed="rId6">
            <a:alphaModFix/>
          </a:blip>
          <a:stretch>
            <a:fillRect/>
          </a:stretch>
        </p:blipFill>
        <p:spPr>
          <a:xfrm>
            <a:off x="1506249" y="3136775"/>
            <a:ext cx="1610700" cy="1968275"/>
          </a:xfrm>
          <a:prstGeom prst="rect">
            <a:avLst/>
          </a:prstGeom>
          <a:noFill/>
          <a:ln>
            <a:noFill/>
          </a:ln>
        </p:spPr>
      </p:pic>
      <p:pic>
        <p:nvPicPr>
          <p:cNvPr id="332" name="Google Shape;332;p49"/>
          <p:cNvPicPr preferRelativeResize="0"/>
          <p:nvPr/>
        </p:nvPicPr>
        <p:blipFill>
          <a:blip r:embed="rId7">
            <a:alphaModFix/>
          </a:blip>
          <a:stretch>
            <a:fillRect/>
          </a:stretch>
        </p:blipFill>
        <p:spPr>
          <a:xfrm>
            <a:off x="2626413" y="2600925"/>
            <a:ext cx="669874" cy="700775"/>
          </a:xfrm>
          <a:prstGeom prst="rect">
            <a:avLst/>
          </a:prstGeom>
          <a:noFill/>
          <a:ln>
            <a:noFill/>
          </a:ln>
        </p:spPr>
      </p:pic>
      <p:pic>
        <p:nvPicPr>
          <p:cNvPr descr="Public Domain Clip Art Image | Lop eared rabbit | ID ..." id="333" name="Google Shape;333;p49"/>
          <p:cNvPicPr preferRelativeResize="0"/>
          <p:nvPr/>
        </p:nvPicPr>
        <p:blipFill rotWithShape="1">
          <a:blip r:embed="rId8">
            <a:alphaModFix/>
          </a:blip>
          <a:srcRect b="0" l="0" r="-16523" t="-12448"/>
          <a:stretch/>
        </p:blipFill>
        <p:spPr>
          <a:xfrm>
            <a:off x="1259875" y="2484075"/>
            <a:ext cx="662799" cy="9121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30"/>
                                        </p:tgtEl>
                                        <p:attrNameLst>
                                          <p:attrName>style.visibility</p:attrName>
                                        </p:attrNameLst>
                                      </p:cBhvr>
                                      <p:to>
                                        <p:strVal val="visible"/>
                                      </p:to>
                                    </p:set>
                                    <p:anim calcmode="lin" valueType="num">
                                      <p:cBhvr additive="base">
                                        <p:cTn dur="1000"/>
                                        <p:tgtEl>
                                          <p:spTgt spid="3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descr="A cartoon of a white and purple animal&#10;&#10;Description automatically generated" id="338" name="Google Shape;338;p50"/>
          <p:cNvPicPr preferRelativeResize="0"/>
          <p:nvPr/>
        </p:nvPicPr>
        <p:blipFill rotWithShape="1">
          <a:blip r:embed="rId3">
            <a:alphaModFix/>
          </a:blip>
          <a:srcRect b="0" l="0" r="0" t="0"/>
          <a:stretch/>
        </p:blipFill>
        <p:spPr>
          <a:xfrm>
            <a:off x="7144925" y="2788363"/>
            <a:ext cx="1573925" cy="1922285"/>
          </a:xfrm>
          <a:prstGeom prst="rect">
            <a:avLst/>
          </a:prstGeom>
          <a:noFill/>
          <a:ln>
            <a:noFill/>
          </a:ln>
        </p:spPr>
      </p:pic>
      <p:pic>
        <p:nvPicPr>
          <p:cNvPr id="339" name="Google Shape;339;p50" title="images.jpg"/>
          <p:cNvPicPr preferRelativeResize="0"/>
          <p:nvPr/>
        </p:nvPicPr>
        <p:blipFill>
          <a:blip r:embed="rId4">
            <a:alphaModFix/>
          </a:blip>
          <a:stretch>
            <a:fillRect/>
          </a:stretch>
        </p:blipFill>
        <p:spPr>
          <a:xfrm>
            <a:off x="2764750" y="2194550"/>
            <a:ext cx="4339350" cy="1546475"/>
          </a:xfrm>
          <a:prstGeom prst="rect">
            <a:avLst/>
          </a:prstGeom>
          <a:noFill/>
          <a:ln>
            <a:noFill/>
          </a:ln>
        </p:spPr>
      </p:pic>
      <p:pic>
        <p:nvPicPr>
          <p:cNvPr id="340" name="Google Shape;340;p50" title="download-2.jpg"/>
          <p:cNvPicPr preferRelativeResize="0"/>
          <p:nvPr/>
        </p:nvPicPr>
        <p:blipFill>
          <a:blip r:embed="rId5">
            <a:alphaModFix/>
          </a:blip>
          <a:stretch>
            <a:fillRect/>
          </a:stretch>
        </p:blipFill>
        <p:spPr>
          <a:xfrm>
            <a:off x="2114749" y="3307850"/>
            <a:ext cx="1371950" cy="1371950"/>
          </a:xfrm>
          <a:prstGeom prst="rect">
            <a:avLst/>
          </a:prstGeom>
          <a:noFill/>
          <a:ln>
            <a:noFill/>
          </a:ln>
        </p:spPr>
      </p:pic>
      <p:pic>
        <p:nvPicPr>
          <p:cNvPr id="341" name="Google Shape;341;p50" title="images-3.jpg"/>
          <p:cNvPicPr preferRelativeResize="0"/>
          <p:nvPr/>
        </p:nvPicPr>
        <p:blipFill rotWithShape="1">
          <a:blip r:embed="rId6">
            <a:alphaModFix/>
          </a:blip>
          <a:srcRect b="6060" l="1650" r="-1650" t="-6060"/>
          <a:stretch/>
        </p:blipFill>
        <p:spPr>
          <a:xfrm>
            <a:off x="5432900" y="3802750"/>
            <a:ext cx="1671200" cy="1198225"/>
          </a:xfrm>
          <a:prstGeom prst="rect">
            <a:avLst/>
          </a:prstGeom>
          <a:noFill/>
          <a:ln>
            <a:noFill/>
          </a:ln>
        </p:spPr>
      </p:pic>
      <p:pic>
        <p:nvPicPr>
          <p:cNvPr id="342" name="Google Shape;342;p50" title="download-3.jpg"/>
          <p:cNvPicPr preferRelativeResize="0"/>
          <p:nvPr/>
        </p:nvPicPr>
        <p:blipFill>
          <a:blip r:embed="rId7">
            <a:alphaModFix/>
          </a:blip>
          <a:stretch>
            <a:fillRect/>
          </a:stretch>
        </p:blipFill>
        <p:spPr>
          <a:xfrm>
            <a:off x="78800" y="34275"/>
            <a:ext cx="2035948" cy="2100450"/>
          </a:xfrm>
          <a:prstGeom prst="rect">
            <a:avLst/>
          </a:prstGeom>
          <a:noFill/>
          <a:ln>
            <a:noFill/>
          </a:ln>
        </p:spPr>
      </p:pic>
      <p:pic>
        <p:nvPicPr>
          <p:cNvPr descr="Small Trees | Free SVG" id="343" name="Google Shape;343;p50"/>
          <p:cNvPicPr preferRelativeResize="0"/>
          <p:nvPr/>
        </p:nvPicPr>
        <p:blipFill>
          <a:blip r:embed="rId8">
            <a:alphaModFix/>
          </a:blip>
          <a:stretch>
            <a:fillRect/>
          </a:stretch>
        </p:blipFill>
        <p:spPr>
          <a:xfrm>
            <a:off x="6633625" y="289750"/>
            <a:ext cx="2044399" cy="2044400"/>
          </a:xfrm>
          <a:prstGeom prst="rect">
            <a:avLst/>
          </a:prstGeom>
          <a:noFill/>
          <a:ln>
            <a:noFill/>
          </a:ln>
        </p:spPr>
      </p:pic>
      <p:sp>
        <p:nvSpPr>
          <p:cNvPr id="344" name="Google Shape;344;p50"/>
          <p:cNvSpPr/>
          <p:nvPr/>
        </p:nvSpPr>
        <p:spPr>
          <a:xfrm>
            <a:off x="1386525" y="2126850"/>
            <a:ext cx="1337400" cy="8898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 name="Google Shape;345;p50"/>
          <p:cNvSpPr/>
          <p:nvPr/>
        </p:nvSpPr>
        <p:spPr>
          <a:xfrm flipH="1">
            <a:off x="8300" y="2126850"/>
            <a:ext cx="1337400" cy="8898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6" name="Google Shape;346;p50"/>
          <p:cNvPicPr preferRelativeResize="0"/>
          <p:nvPr/>
        </p:nvPicPr>
        <p:blipFill>
          <a:blip r:embed="rId9">
            <a:alphaModFix/>
          </a:blip>
          <a:stretch>
            <a:fillRect/>
          </a:stretch>
        </p:blipFill>
        <p:spPr>
          <a:xfrm>
            <a:off x="697974" y="2788375"/>
            <a:ext cx="1610700" cy="1968275"/>
          </a:xfrm>
          <a:prstGeom prst="rect">
            <a:avLst/>
          </a:prstGeom>
          <a:noFill/>
          <a:ln>
            <a:noFill/>
          </a:ln>
        </p:spPr>
      </p:pic>
      <p:pic>
        <p:nvPicPr>
          <p:cNvPr id="347" name="Google Shape;347;p50"/>
          <p:cNvPicPr preferRelativeResize="0"/>
          <p:nvPr/>
        </p:nvPicPr>
        <p:blipFill>
          <a:blip r:embed="rId10">
            <a:alphaModFix/>
          </a:blip>
          <a:stretch>
            <a:fillRect/>
          </a:stretch>
        </p:blipFill>
        <p:spPr>
          <a:xfrm>
            <a:off x="1720288" y="2221375"/>
            <a:ext cx="669874" cy="700775"/>
          </a:xfrm>
          <a:prstGeom prst="rect">
            <a:avLst/>
          </a:prstGeom>
          <a:noFill/>
          <a:ln>
            <a:noFill/>
          </a:ln>
        </p:spPr>
      </p:pic>
      <p:pic>
        <p:nvPicPr>
          <p:cNvPr descr="Public Domain Clip Art Image | Lop eared rabbit | ID ..." id="348" name="Google Shape;348;p50"/>
          <p:cNvPicPr preferRelativeResize="0"/>
          <p:nvPr/>
        </p:nvPicPr>
        <p:blipFill rotWithShape="1">
          <a:blip r:embed="rId11">
            <a:alphaModFix/>
          </a:blip>
          <a:srcRect b="0" l="0" r="-16523" t="-12448"/>
          <a:stretch/>
        </p:blipFill>
        <p:spPr>
          <a:xfrm>
            <a:off x="345600" y="2104525"/>
            <a:ext cx="662799" cy="9121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6"/>
                                        </p:tgtEl>
                                        <p:attrNameLst>
                                          <p:attrName>style.visibility</p:attrName>
                                        </p:attrNameLst>
                                      </p:cBhvr>
                                      <p:to>
                                        <p:strVal val="visible"/>
                                      </p:to>
                                    </p:set>
                                    <p:anim calcmode="lin" valueType="num">
                                      <p:cBhvr additive="base">
                                        <p:cTn dur="1000"/>
                                        <p:tgtEl>
                                          <p:spTgt spid="34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38"/>
                                        </p:tgtEl>
                                        <p:attrNameLst>
                                          <p:attrName>style.visibility</p:attrName>
                                        </p:attrNameLst>
                                      </p:cBhvr>
                                      <p:to>
                                        <p:strVal val="visible"/>
                                      </p:to>
                                    </p:set>
                                    <p:anim calcmode="lin" valueType="num">
                                      <p:cBhvr additive="base">
                                        <p:cTn dur="1500"/>
                                        <p:tgtEl>
                                          <p:spTgt spid="33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1"/>
          <p:cNvSpPr/>
          <p:nvPr/>
        </p:nvSpPr>
        <p:spPr>
          <a:xfrm flipH="1">
            <a:off x="3727950" y="1978725"/>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4" name="Google Shape;354;p51"/>
          <p:cNvSpPr/>
          <p:nvPr/>
        </p:nvSpPr>
        <p:spPr>
          <a:xfrm>
            <a:off x="5111950" y="1958475"/>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Small Trees | Free SVG" id="355" name="Google Shape;355;p51"/>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descr="Small Trees | Free SVG" id="356" name="Google Shape;356;p51"/>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descr="Hybrid laptop computer | Public domain vectors" id="357" name="Google Shape;357;p51"/>
          <p:cNvPicPr preferRelativeResize="0"/>
          <p:nvPr/>
        </p:nvPicPr>
        <p:blipFill rotWithShape="1">
          <a:blip r:embed="rId4">
            <a:alphaModFix/>
          </a:blip>
          <a:srcRect b="14807" l="0" r="0" t="0"/>
          <a:stretch/>
        </p:blipFill>
        <p:spPr>
          <a:xfrm>
            <a:off x="5350725" y="2024163"/>
            <a:ext cx="847275" cy="721820"/>
          </a:xfrm>
          <a:prstGeom prst="rect">
            <a:avLst/>
          </a:prstGeom>
          <a:noFill/>
          <a:ln>
            <a:noFill/>
          </a:ln>
        </p:spPr>
      </p:pic>
      <p:pic>
        <p:nvPicPr>
          <p:cNvPr id="358" name="Google Shape;358;p51"/>
          <p:cNvPicPr preferRelativeResize="0"/>
          <p:nvPr/>
        </p:nvPicPr>
        <p:blipFill>
          <a:blip r:embed="rId5">
            <a:alphaModFix/>
          </a:blip>
          <a:stretch>
            <a:fillRect/>
          </a:stretch>
        </p:blipFill>
        <p:spPr>
          <a:xfrm>
            <a:off x="1718349" y="2847875"/>
            <a:ext cx="1610700" cy="1968275"/>
          </a:xfrm>
          <a:prstGeom prst="rect">
            <a:avLst/>
          </a:prstGeom>
          <a:noFill/>
          <a:ln>
            <a:noFill/>
          </a:ln>
        </p:spPr>
      </p:pic>
      <p:pic>
        <p:nvPicPr>
          <p:cNvPr id="359" name="Google Shape;359;p51"/>
          <p:cNvPicPr preferRelativeResize="0"/>
          <p:nvPr/>
        </p:nvPicPr>
        <p:blipFill>
          <a:blip r:embed="rId5">
            <a:alphaModFix/>
          </a:blip>
          <a:stretch>
            <a:fillRect/>
          </a:stretch>
        </p:blipFill>
        <p:spPr>
          <a:xfrm>
            <a:off x="3989375" y="2301500"/>
            <a:ext cx="2135625" cy="2609725"/>
          </a:xfrm>
          <a:prstGeom prst="rect">
            <a:avLst/>
          </a:prstGeom>
          <a:noFill/>
          <a:ln>
            <a:noFill/>
          </a:ln>
        </p:spPr>
      </p:pic>
      <p:pic>
        <p:nvPicPr>
          <p:cNvPr id="360" name="Google Shape;360;p51"/>
          <p:cNvPicPr preferRelativeResize="0"/>
          <p:nvPr/>
        </p:nvPicPr>
        <p:blipFill>
          <a:blip r:embed="rId6">
            <a:alphaModFix/>
          </a:blip>
          <a:stretch>
            <a:fillRect/>
          </a:stretch>
        </p:blipFill>
        <p:spPr>
          <a:xfrm>
            <a:off x="4045663" y="2034688"/>
            <a:ext cx="669874" cy="700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8"/>
                                        </p:tgtEl>
                                        <p:attrNameLst>
                                          <p:attrName>style.visibility</p:attrName>
                                        </p:attrNameLst>
                                      </p:cBhvr>
                                      <p:to>
                                        <p:strVal val="visible"/>
                                      </p:to>
                                    </p:set>
                                    <p:anim calcmode="lin" valueType="num">
                                      <p:cBhvr additive="base">
                                        <p:cTn dur="1000"/>
                                        <p:tgtEl>
                                          <p:spTgt spid="35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9"/>
                                        </p:tgtEl>
                                        <p:attrNameLst>
                                          <p:attrName>style.visibility</p:attrName>
                                        </p:attrNameLst>
                                      </p:cBhvr>
                                      <p:to>
                                        <p:strVal val="visible"/>
                                      </p:to>
                                    </p:set>
                                    <p:anim calcmode="lin" valueType="num">
                                      <p:cBhvr additive="base">
                                        <p:cTn dur="1000"/>
                                        <p:tgtEl>
                                          <p:spTgt spid="35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2"/>
          <p:cNvSpPr/>
          <p:nvPr/>
        </p:nvSpPr>
        <p:spPr>
          <a:xfrm flipH="1">
            <a:off x="3727950" y="1978725"/>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52"/>
          <p:cNvSpPr/>
          <p:nvPr/>
        </p:nvSpPr>
        <p:spPr>
          <a:xfrm>
            <a:off x="5111950" y="1958475"/>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Small Trees | Free SVG" id="367" name="Google Shape;367;p52"/>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descr="Small Trees | Free SVG" id="368" name="Google Shape;368;p52"/>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descr="Hybrid laptop computer | Public domain vectors" id="369" name="Google Shape;369;p52"/>
          <p:cNvPicPr preferRelativeResize="0"/>
          <p:nvPr/>
        </p:nvPicPr>
        <p:blipFill rotWithShape="1">
          <a:blip r:embed="rId4">
            <a:alphaModFix/>
          </a:blip>
          <a:srcRect b="14807" l="0" r="0" t="0"/>
          <a:stretch/>
        </p:blipFill>
        <p:spPr>
          <a:xfrm>
            <a:off x="5309913" y="2024163"/>
            <a:ext cx="847275" cy="721820"/>
          </a:xfrm>
          <a:prstGeom prst="rect">
            <a:avLst/>
          </a:prstGeom>
          <a:noFill/>
          <a:ln>
            <a:noFill/>
          </a:ln>
        </p:spPr>
      </p:pic>
      <p:pic>
        <p:nvPicPr>
          <p:cNvPr id="370" name="Google Shape;370;p52"/>
          <p:cNvPicPr preferRelativeResize="0"/>
          <p:nvPr/>
        </p:nvPicPr>
        <p:blipFill>
          <a:blip r:embed="rId5">
            <a:alphaModFix/>
          </a:blip>
          <a:stretch>
            <a:fillRect/>
          </a:stretch>
        </p:blipFill>
        <p:spPr>
          <a:xfrm>
            <a:off x="1707124" y="2909700"/>
            <a:ext cx="1610700" cy="1968275"/>
          </a:xfrm>
          <a:prstGeom prst="rect">
            <a:avLst/>
          </a:prstGeom>
          <a:noFill/>
          <a:ln>
            <a:noFill/>
          </a:ln>
        </p:spPr>
      </p:pic>
      <p:pic>
        <p:nvPicPr>
          <p:cNvPr descr="A cartoon of a white and purple animal&#10;&#10;Description automatically generated" id="371" name="Google Shape;371;p52"/>
          <p:cNvPicPr preferRelativeResize="0"/>
          <p:nvPr/>
        </p:nvPicPr>
        <p:blipFill rotWithShape="1">
          <a:blip r:embed="rId6">
            <a:alphaModFix/>
          </a:blip>
          <a:srcRect b="2250" l="0" r="0" t="-2250"/>
          <a:stretch/>
        </p:blipFill>
        <p:spPr>
          <a:xfrm>
            <a:off x="3944525" y="2211500"/>
            <a:ext cx="2182375" cy="2665399"/>
          </a:xfrm>
          <a:prstGeom prst="rect">
            <a:avLst/>
          </a:prstGeom>
          <a:noFill/>
          <a:ln>
            <a:noFill/>
          </a:ln>
        </p:spPr>
      </p:pic>
      <p:pic>
        <p:nvPicPr>
          <p:cNvPr id="372" name="Google Shape;372;p52"/>
          <p:cNvPicPr preferRelativeResize="0"/>
          <p:nvPr/>
        </p:nvPicPr>
        <p:blipFill>
          <a:blip r:embed="rId7">
            <a:alphaModFix/>
          </a:blip>
          <a:stretch>
            <a:fillRect/>
          </a:stretch>
        </p:blipFill>
        <p:spPr>
          <a:xfrm>
            <a:off x="4003525" y="2024175"/>
            <a:ext cx="754150" cy="721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71"/>
                                        </p:tgtEl>
                                        <p:attrNameLst>
                                          <p:attrName>style.visibility</p:attrName>
                                        </p:attrNameLst>
                                      </p:cBhvr>
                                      <p:to>
                                        <p:strVal val="visible"/>
                                      </p:to>
                                    </p:set>
                                    <p:anim calcmode="lin" valueType="num">
                                      <p:cBhvr additive="base">
                                        <p:cTn dur="1000"/>
                                        <p:tgtEl>
                                          <p:spTgt spid="37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6" name="Shape 376"/>
        <p:cNvGrpSpPr/>
        <p:nvPr/>
      </p:nvGrpSpPr>
      <p:grpSpPr>
        <a:xfrm>
          <a:off x="0" y="0"/>
          <a:ext cx="0" cy="0"/>
          <a:chOff x="0" y="0"/>
          <a:chExt cx="0" cy="0"/>
        </a:xfrm>
      </p:grpSpPr>
      <p:sp>
        <p:nvSpPr>
          <p:cNvPr id="377" name="Google Shape;377;p53"/>
          <p:cNvSpPr/>
          <p:nvPr/>
        </p:nvSpPr>
        <p:spPr>
          <a:xfrm>
            <a:off x="1143" y="0"/>
            <a:ext cx="9141900" cy="51435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 blue sky with clouds and text&#10;&#10;Description automatically generated" id="378" name="Google Shape;378;p53"/>
          <p:cNvPicPr preferRelativeResize="0"/>
          <p:nvPr/>
        </p:nvPicPr>
        <p:blipFill rotWithShape="1">
          <a:blip r:embed="rId3">
            <a:alphaModFix/>
          </a:blip>
          <a:srcRect b="20" l="0" r="0" t="0"/>
          <a:stretch/>
        </p:blipFill>
        <p:spPr>
          <a:xfrm>
            <a:off x="15" y="962"/>
            <a:ext cx="9143987" cy="514253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84" name="Google Shape;384;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85" name="Google Shape;385;p5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91" name="Google Shape;391;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92" name="Google Shape;392;p55"/>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