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Helvetica Neue"/>
      <p:regular r:id="rId47"/>
      <p:bold r:id="rId48"/>
      <p:italic r:id="rId49"/>
      <p:boldItalic r:id="rId50"/>
    </p:embeddedFont>
    <p:embeddedFont>
      <p:font typeface="Helvetica Neue Light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HelveticaNeue-bold.fntdata"/><Relationship Id="rId47" Type="http://schemas.openxmlformats.org/officeDocument/2006/relationships/font" Target="fonts/HelveticaNeue-regular.fntdata"/><Relationship Id="rId49" Type="http://schemas.openxmlformats.org/officeDocument/2006/relationships/font" Target="fonts/HelveticaNeu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HelveticaNeueLight-regular.fntdata"/><Relationship Id="rId50" Type="http://schemas.openxmlformats.org/officeDocument/2006/relationships/font" Target="fonts/HelveticaNeue-boldItalic.fntdata"/><Relationship Id="rId53" Type="http://schemas.openxmlformats.org/officeDocument/2006/relationships/font" Target="fonts/HelveticaNeueLight-italic.fntdata"/><Relationship Id="rId52" Type="http://schemas.openxmlformats.org/officeDocument/2006/relationships/font" Target="fonts/HelveticaNeueLigh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HelveticaNeueLigh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fd96758c8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fd96758c8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fd96758c84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fd96758c8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d96758c84_0_1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g2fd96758c84_0_1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fd96758c8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fd96758c8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Percy! I am going to tell you a story about him!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f725bdd42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f725bdd42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f19643013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f19643013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school today, Percy learned that foxes move without making any sound.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f725bdd42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f725bdd42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Percy also got a bad grade on his test. </a:t>
            </a:r>
            <a:r>
              <a:rPr b="1" lang="en"/>
              <a:t>[click]</a:t>
            </a:r>
            <a:r>
              <a:rPr lang="en"/>
              <a:t> This made him sad </a:t>
            </a:r>
            <a:r>
              <a:rPr b="1" lang="en"/>
              <a:t>[click]</a:t>
            </a:r>
            <a:endParaRPr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fcfa7e5489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fcfa7e5489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While waiting to get on the bus after school, Percy saw a classmate named Avery. Percy and Avery know each other but they don’t play together. Avery said “Hi Percy! How was school today?”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Percy told Avery about how he learned foxes move without making sounds. </a:t>
            </a:r>
            <a:r>
              <a:rPr b="1" lang="en" sz="1200">
                <a:solidFill>
                  <a:schemeClr val="dk1"/>
                </a:solidFill>
              </a:rPr>
              <a:t>[click 2x]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fcfa7e54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fcfa7e54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Percy did not tell Avery about the bad grade on his test. </a:t>
            </a:r>
            <a:r>
              <a:rPr b="1" lang="en" sz="1200">
                <a:solidFill>
                  <a:schemeClr val="dk1"/>
                </a:solidFill>
              </a:rPr>
              <a:t>[click 3x]</a:t>
            </a:r>
            <a:endParaRPr b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cfa7e5489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fcfa7e5489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While waiting to get on the bus after school, Percy saw a classmate named Avery. Percy and Avery know each other but they don’t play together. Avery said “Hi Percy! How was school today?”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Percy told Avery about the bad grade on his test. </a:t>
            </a:r>
            <a:r>
              <a:rPr b="1" lang="en" sz="1200">
                <a:solidFill>
                  <a:schemeClr val="dk1"/>
                </a:solidFill>
              </a:rPr>
              <a:t>[click 2x]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cfa7e5489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fcfa7e5489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Percy did not tell Avery about how he learned that foxes move without sounds. </a:t>
            </a:r>
            <a:r>
              <a:rPr b="1" lang="en" sz="1200">
                <a:solidFill>
                  <a:schemeClr val="dk1"/>
                </a:solidFill>
              </a:rPr>
              <a:t>[click 3x]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d96758c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fd96758c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How good or bad was it that Percy did tell about the foxes? Why?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How good or bad was it that Percy did not tell about the bad grade? Why?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d96758c8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fd96758c8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How do you think Percy feels after not telling Avery about his bad grade? </a:t>
            </a:r>
            <a:endParaRPr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d96758c8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fd96758c8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Later, Avery found out that Percy didn’t tell him about his bad grade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 sz="1200"/>
              <a:t>ow do you think Avery feels after Percy not telling about his bad grade? Why?</a:t>
            </a:r>
            <a:endParaRPr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f725bdd42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f725bdd42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On the way home, Percy saw his best friend Orin! Orin said “Hey Percy! How was school today?”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Percy told</a:t>
            </a:r>
            <a:r>
              <a:rPr lang="en" sz="1200"/>
              <a:t> Orin about the bad grade on his test. </a:t>
            </a:r>
            <a:r>
              <a:rPr b="1" lang="en" sz="1200"/>
              <a:t>[click 2x]</a:t>
            </a:r>
            <a:endParaRPr b="1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f19643013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f19643013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Percy did not tell Orin about how he learned that foxes move without sounds. </a:t>
            </a:r>
            <a:r>
              <a:rPr b="1" lang="en" sz="1200">
                <a:solidFill>
                  <a:schemeClr val="dk1"/>
                </a:solidFill>
              </a:rPr>
              <a:t>[click 3x]</a:t>
            </a:r>
            <a:endParaRPr b="1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f725bdd42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f725bdd42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On the way home, Percy saw his best friend Orin! Orin said “Hey Percy! How was school today?”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Percy told Orin about how he learned that foxes move without sounds. </a:t>
            </a:r>
            <a:r>
              <a:rPr b="1" lang="en" sz="1200">
                <a:solidFill>
                  <a:schemeClr val="dk1"/>
                </a:solidFill>
              </a:rPr>
              <a:t>[click 2x]</a:t>
            </a:r>
            <a:endParaRPr b="1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f725bdd42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f725bdd42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Percy did not tell Orin about the bad grade on his test. </a:t>
            </a:r>
            <a:r>
              <a:rPr b="1" lang="en" sz="1200">
                <a:solidFill>
                  <a:schemeClr val="dk1"/>
                </a:solidFill>
              </a:rPr>
              <a:t>[click 3x]</a:t>
            </a:r>
            <a:endParaRPr b="1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f19643013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f19643013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How good or bad was it that Percy did tell Orin about the foxes? Why?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How good or bad was it that Percy did not tell Orin about the bad grade? Why?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f75dba506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f75dba506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How do you think Percy feels after not telling Orin about his bad grade? </a:t>
            </a:r>
            <a:endParaRPr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75dba506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f75dba506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Later, Orin found out that Percy didn’t tell him about his bad grade.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How do you think Orin feels about Percy not telling him about his bad grade? Why?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f725bdd42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f725bdd42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f725bdd42f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f725bdd42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Percy learned in school that foxes move without making any sound.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f58182ca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f58182ca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Percy also </a:t>
            </a:r>
            <a:r>
              <a:rPr lang="en"/>
              <a:t>received</a:t>
            </a:r>
            <a:r>
              <a:rPr lang="en"/>
              <a:t> a gold star in school today for participation!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f725bdd42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f725bdd42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 the way home from school, Percy saw his best friend Orin! Orin said “Hey Percy! How was school today?” Percy told Orin the fact that he learned about foxes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f725bdd42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f725bdd42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</a:t>
            </a:r>
            <a:r>
              <a:rPr lang="en"/>
              <a:t>Percy didn’t tell Orin that he earned a gold star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f725bdd42f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f725bdd42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Percy didn’t tell Orin the fact he learned about foxes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f725bdd42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f725bdd42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</a:t>
            </a:r>
            <a:r>
              <a:rPr lang="en"/>
              <a:t>Percy did tell Orin about </a:t>
            </a:r>
            <a:r>
              <a:rPr lang="en"/>
              <a:t>the</a:t>
            </a:r>
            <a:r>
              <a:rPr lang="en"/>
              <a:t> gold star that he </a:t>
            </a:r>
            <a:r>
              <a:rPr lang="en"/>
              <a:t>received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09ccc1854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09ccc1854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Later that day, Percy went to the playground and met a boy named Kendall who he didn’t know before.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Kendall said, “Nice to meet you Percy! How was school today?”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Percy told Kendall about how he learned foxes move without sounds. </a:t>
            </a:r>
            <a:r>
              <a:rPr b="1" lang="en" sz="1200">
                <a:solidFill>
                  <a:schemeClr val="dk1"/>
                </a:solidFill>
              </a:rPr>
              <a:t>[click 2x]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f725bdd42f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f725bdd42f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Percy did not tell Kendall about the bad grade on his test. </a:t>
            </a:r>
            <a:r>
              <a:rPr b="1" lang="en" sz="1200">
                <a:solidFill>
                  <a:schemeClr val="dk1"/>
                </a:solidFill>
              </a:rPr>
              <a:t>[click 3x]</a:t>
            </a:r>
            <a:endParaRPr b="1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f725bdd42f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f725bdd42f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Later that day, Percy went to the playground and met a boy named Kendall who he didn’t know before.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Kendall said, “Nice to meet you Percy! How was school today?”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Percy told Kendall about the bad grade on his test. </a:t>
            </a:r>
            <a:r>
              <a:rPr b="1" lang="en" sz="1200">
                <a:solidFill>
                  <a:schemeClr val="dk1"/>
                </a:solidFill>
              </a:rPr>
              <a:t>[click 2x]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f725bdd42f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f725bdd42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Percy did not tell Kendall about how he learned foxes move without sounds. </a:t>
            </a:r>
            <a:r>
              <a:rPr b="1" lang="en" sz="1200">
                <a:solidFill>
                  <a:schemeClr val="dk1"/>
                </a:solidFill>
              </a:rPr>
              <a:t>[click 3x]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fd96758c8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2fd96758c8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How good or bad was it that Percy did not tell Kendall about his bad grade? Why?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How good or bad was it that Percy did tell Kendall about the foxes? Why?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fd96758c8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fd96758c8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How do you think Percy feels after not telling Kendall about his bad grade? </a:t>
            </a:r>
            <a:endParaRPr sz="12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fd96758c8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fd96758c8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Later, Kendall found out that Percy didn’t tell him about the bad grade.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How do you think Kendall feels about Percy not telling him about his bad grade? Why?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fd96758c84_0_3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2fd96758c84_0_3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fd96758c84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2fd96758c84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fd96758c84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2fd96758c84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f493a677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f493a677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f19643013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2f19643013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4482789" y="4902398"/>
            <a:ext cx="1749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800" lIns="26800" spcFirstLastPara="1" rIns="26800" wrap="square" tIns="26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5.jpg"/><Relationship Id="rId7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5.jpg"/><Relationship Id="rId6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29.png"/><Relationship Id="rId6" Type="http://schemas.openxmlformats.org/officeDocument/2006/relationships/image" Target="../media/image13.png"/><Relationship Id="rId7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29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29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29.png"/><Relationship Id="rId6" Type="http://schemas.openxmlformats.org/officeDocument/2006/relationships/image" Target="../media/image13.png"/><Relationship Id="rId7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1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3574709" y="1282069"/>
            <a:ext cx="19947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800" lIns="26800" spcFirstLastPara="1" rIns="26800" wrap="square" tIns="2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Verbal Consent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1657349" y="1782953"/>
            <a:ext cx="5829300" cy="15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800" lIns="26800" spcFirstLastPara="1" rIns="26800" wrap="square" tIns="2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b="0" i="0" lang="en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"I have read and understand the consent document. I am this child's parent or legal guardian and we both agree to participate in this study." 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89" name="Google Shape;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of a white and purple animal&#10;&#10;Description automatically generated" id="90" name="Google Shape;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6875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888250" y="1999525"/>
            <a:ext cx="33675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Negative Condition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cartoon of a white and purple animal&#10;&#10;Description automatically generated" id="101" name="Google Shape;1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1" title="Cute fox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2250" y="1597637"/>
            <a:ext cx="948775" cy="94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1" title="School desk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 title="Royalty-Free photo: Rectangular green board on brown background ..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109" name="Google Shape;1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2" title="School desk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2" title="Bad Grade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902269">
            <a:off x="4118571" y="3197757"/>
            <a:ext cx="906861" cy="906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2" title="Royalty-Free photo: Rectangular green board on brown background ..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 with solid fill" id="113" name="Google Shape;11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0" y="3021388"/>
            <a:ext cx="292050" cy="29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118" name="Google Shape;1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891" y="2968298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119" name="Google Shape;1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1400" y="3011100"/>
            <a:ext cx="1367325" cy="16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 title="School bus with stop sign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6925" y="233300"/>
            <a:ext cx="5377200" cy="53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3" title="School Building | Free SV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0525" y="-380375"/>
            <a:ext cx="3455800" cy="34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3"/>
          <p:cNvSpPr/>
          <p:nvPr/>
        </p:nvSpPr>
        <p:spPr>
          <a:xfrm>
            <a:off x="1497950" y="2703300"/>
            <a:ext cx="1133100" cy="7044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3" title="Cute fox | Free SV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44038" y="2532412"/>
            <a:ext cx="948776" cy="94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3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8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128" name="Google Shape;1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891" y="2968298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129" name="Google Shape;1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1400" y="3011100"/>
            <a:ext cx="1367325" cy="16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 title="School bus with stop sign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6925" y="233300"/>
            <a:ext cx="5377200" cy="53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 title="School Building | Free SV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0525" y="-380375"/>
            <a:ext cx="3455800" cy="34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4"/>
          <p:cNvSpPr/>
          <p:nvPr/>
        </p:nvSpPr>
        <p:spPr>
          <a:xfrm>
            <a:off x="1497950" y="2703300"/>
            <a:ext cx="1133100" cy="7044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 title="Bad Grade | Free SV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133353">
            <a:off x="1698919" y="2654817"/>
            <a:ext cx="801612" cy="80156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/>
          <p:nvPr/>
        </p:nvSpPr>
        <p:spPr>
          <a:xfrm>
            <a:off x="1816213" y="2839200"/>
            <a:ext cx="567000" cy="568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139" name="Google Shape;1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891" y="2968298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140" name="Google Shape;14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1400" y="3011100"/>
            <a:ext cx="1367325" cy="16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 title="School bus with stop sign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6925" y="233300"/>
            <a:ext cx="5377200" cy="53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5" title="School Building | Free SV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0525" y="-380375"/>
            <a:ext cx="3455800" cy="34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/>
          <p:nvPr/>
        </p:nvSpPr>
        <p:spPr>
          <a:xfrm>
            <a:off x="1497950" y="2703300"/>
            <a:ext cx="1133100" cy="7044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5" title="Bad Grade | Free SV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133353">
            <a:off x="1698919" y="2654817"/>
            <a:ext cx="801612" cy="801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7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8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149" name="Google Shape;1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891" y="2968298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150" name="Google Shape;1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1400" y="3011100"/>
            <a:ext cx="1367325" cy="16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6" title="School bus with stop sign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6925" y="233300"/>
            <a:ext cx="5377200" cy="53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6" title="School Building | Free SV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0525" y="-380375"/>
            <a:ext cx="3455800" cy="34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/>
          <p:nvPr/>
        </p:nvSpPr>
        <p:spPr>
          <a:xfrm>
            <a:off x="1497950" y="2703300"/>
            <a:ext cx="1133100" cy="7044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6" title="Cute fox | Free SV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44038" y="2532412"/>
            <a:ext cx="948776" cy="94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/>
          <p:nvPr/>
        </p:nvSpPr>
        <p:spPr>
          <a:xfrm>
            <a:off x="1780988" y="2771250"/>
            <a:ext cx="567000" cy="568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160" name="Google Shape;16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2841" y="897498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7"/>
          <p:cNvPicPr preferRelativeResize="0"/>
          <p:nvPr/>
        </p:nvPicPr>
        <p:blipFill rotWithShape="1">
          <a:blip r:embed="rId4">
            <a:alphaModFix/>
          </a:blip>
          <a:srcRect b="40266" l="0" r="78224" t="27960"/>
          <a:stretch/>
        </p:blipFill>
        <p:spPr>
          <a:xfrm>
            <a:off x="1057200" y="2783300"/>
            <a:ext cx="1437400" cy="117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 rotWithShape="1">
          <a:blip r:embed="rId4">
            <a:alphaModFix/>
          </a:blip>
          <a:srcRect b="40266" l="0" r="78224" t="27960"/>
          <a:stretch/>
        </p:blipFill>
        <p:spPr>
          <a:xfrm>
            <a:off x="2725350" y="2930825"/>
            <a:ext cx="995600" cy="81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 rotWithShape="1">
          <a:blip r:embed="rId4">
            <a:alphaModFix/>
          </a:blip>
          <a:srcRect b="40266" l="0" r="78224" t="27960"/>
          <a:stretch/>
        </p:blipFill>
        <p:spPr>
          <a:xfrm rot="10800000">
            <a:off x="4884402" y="2930837"/>
            <a:ext cx="966748" cy="7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/>
          <p:cNvPicPr preferRelativeResize="0"/>
          <p:nvPr/>
        </p:nvPicPr>
        <p:blipFill rotWithShape="1">
          <a:blip r:embed="rId4">
            <a:alphaModFix/>
          </a:blip>
          <a:srcRect b="40266" l="0" r="78224" t="27960"/>
          <a:stretch/>
        </p:blipFill>
        <p:spPr>
          <a:xfrm rot="10800000">
            <a:off x="6107275" y="2737775"/>
            <a:ext cx="1437400" cy="11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7"/>
          <p:cNvSpPr txBox="1"/>
          <p:nvPr/>
        </p:nvSpPr>
        <p:spPr>
          <a:xfrm>
            <a:off x="1243100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Bad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2914875" y="4025350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4969900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Good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6230775" y="4092250"/>
            <a:ext cx="131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Good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173" name="Google Shape;17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3291" y="3167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8"/>
          <p:cNvSpPr txBox="1"/>
          <p:nvPr/>
        </p:nvSpPr>
        <p:spPr>
          <a:xfrm>
            <a:off x="1243100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Sad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3244625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5095975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Happy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6730650" y="4092250"/>
            <a:ext cx="164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Happy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1055187" y="247157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8"/>
          <p:cNvSpPr/>
          <p:nvPr/>
        </p:nvSpPr>
        <p:spPr>
          <a:xfrm>
            <a:off x="1370769" y="2880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8"/>
          <p:cNvSpPr/>
          <p:nvPr/>
        </p:nvSpPr>
        <p:spPr>
          <a:xfrm>
            <a:off x="1983569" y="2880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/>
          <p:nvPr/>
        </p:nvSpPr>
        <p:spPr>
          <a:xfrm rot="215065">
            <a:off x="1271867" y="3278026"/>
            <a:ext cx="1060475" cy="530247"/>
          </a:xfrm>
          <a:prstGeom prst="arc">
            <a:avLst>
              <a:gd fmla="val 10740686" name="adj1"/>
              <a:gd fmla="val 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8"/>
          <p:cNvSpPr/>
          <p:nvPr/>
        </p:nvSpPr>
        <p:spPr>
          <a:xfrm>
            <a:off x="2822875" y="251912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8"/>
          <p:cNvSpPr/>
          <p:nvPr/>
        </p:nvSpPr>
        <p:spPr>
          <a:xfrm>
            <a:off x="4792112" y="2571750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8"/>
          <p:cNvSpPr/>
          <p:nvPr/>
        </p:nvSpPr>
        <p:spPr>
          <a:xfrm>
            <a:off x="6668112" y="261282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8"/>
          <p:cNvSpPr/>
          <p:nvPr/>
        </p:nvSpPr>
        <p:spPr>
          <a:xfrm>
            <a:off x="3114894" y="295366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8"/>
          <p:cNvSpPr/>
          <p:nvPr/>
        </p:nvSpPr>
        <p:spPr>
          <a:xfrm>
            <a:off x="3743894" y="296121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8"/>
          <p:cNvSpPr/>
          <p:nvPr/>
        </p:nvSpPr>
        <p:spPr>
          <a:xfrm>
            <a:off x="5095969" y="295366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8"/>
          <p:cNvSpPr/>
          <p:nvPr/>
        </p:nvSpPr>
        <p:spPr>
          <a:xfrm>
            <a:off x="5761419" y="296121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8"/>
          <p:cNvSpPr/>
          <p:nvPr/>
        </p:nvSpPr>
        <p:spPr>
          <a:xfrm>
            <a:off x="6966194" y="3022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8"/>
          <p:cNvSpPr/>
          <p:nvPr/>
        </p:nvSpPr>
        <p:spPr>
          <a:xfrm>
            <a:off x="7598744" y="3022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8"/>
          <p:cNvSpPr/>
          <p:nvPr/>
        </p:nvSpPr>
        <p:spPr>
          <a:xfrm rot="214098">
            <a:off x="3122816" y="3365202"/>
            <a:ext cx="800151" cy="277446"/>
          </a:xfrm>
          <a:prstGeom prst="arc">
            <a:avLst>
              <a:gd fmla="val 11276973" name="adj1"/>
              <a:gd fmla="val 21217959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8"/>
          <p:cNvSpPr/>
          <p:nvPr/>
        </p:nvSpPr>
        <p:spPr>
          <a:xfrm rot="10798711">
            <a:off x="5205817" y="3307032"/>
            <a:ext cx="800100" cy="277500"/>
          </a:xfrm>
          <a:prstGeom prst="arc">
            <a:avLst>
              <a:gd fmla="val 11276973" name="adj1"/>
              <a:gd fmla="val 21217959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/>
          <p:nvPr/>
        </p:nvSpPr>
        <p:spPr>
          <a:xfrm rot="-10678421">
            <a:off x="6948816" y="3180703"/>
            <a:ext cx="1060563" cy="530137"/>
          </a:xfrm>
          <a:prstGeom prst="arc">
            <a:avLst>
              <a:gd fmla="val 10740686" name="adj1"/>
              <a:gd fmla="val 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/>
        </p:nvSpPr>
        <p:spPr>
          <a:xfrm>
            <a:off x="1243100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Sad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3244625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00" name="Google Shape;200;p29"/>
          <p:cNvSpPr txBox="1"/>
          <p:nvPr/>
        </p:nvSpPr>
        <p:spPr>
          <a:xfrm>
            <a:off x="5095975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Happy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6730650" y="4092250"/>
            <a:ext cx="164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Happy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02" name="Google Shape;202;p29"/>
          <p:cNvSpPr/>
          <p:nvPr/>
        </p:nvSpPr>
        <p:spPr>
          <a:xfrm>
            <a:off x="1055187" y="247157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9"/>
          <p:cNvSpPr/>
          <p:nvPr/>
        </p:nvSpPr>
        <p:spPr>
          <a:xfrm>
            <a:off x="1370769" y="2880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9"/>
          <p:cNvSpPr/>
          <p:nvPr/>
        </p:nvSpPr>
        <p:spPr>
          <a:xfrm>
            <a:off x="1983569" y="2880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9"/>
          <p:cNvSpPr/>
          <p:nvPr/>
        </p:nvSpPr>
        <p:spPr>
          <a:xfrm rot="215065">
            <a:off x="1271867" y="3278026"/>
            <a:ext cx="1060475" cy="530247"/>
          </a:xfrm>
          <a:prstGeom prst="arc">
            <a:avLst>
              <a:gd fmla="val 10740686" name="adj1"/>
              <a:gd fmla="val 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9"/>
          <p:cNvSpPr/>
          <p:nvPr/>
        </p:nvSpPr>
        <p:spPr>
          <a:xfrm>
            <a:off x="2822875" y="251912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9"/>
          <p:cNvSpPr/>
          <p:nvPr/>
        </p:nvSpPr>
        <p:spPr>
          <a:xfrm>
            <a:off x="4792112" y="2571750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9"/>
          <p:cNvSpPr/>
          <p:nvPr/>
        </p:nvSpPr>
        <p:spPr>
          <a:xfrm>
            <a:off x="6668112" y="261282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9"/>
          <p:cNvSpPr/>
          <p:nvPr/>
        </p:nvSpPr>
        <p:spPr>
          <a:xfrm>
            <a:off x="3114894" y="295366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9"/>
          <p:cNvSpPr/>
          <p:nvPr/>
        </p:nvSpPr>
        <p:spPr>
          <a:xfrm>
            <a:off x="3743894" y="296121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9"/>
          <p:cNvSpPr/>
          <p:nvPr/>
        </p:nvSpPr>
        <p:spPr>
          <a:xfrm>
            <a:off x="5095969" y="295366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9"/>
          <p:cNvSpPr/>
          <p:nvPr/>
        </p:nvSpPr>
        <p:spPr>
          <a:xfrm>
            <a:off x="5761419" y="296121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9"/>
          <p:cNvSpPr/>
          <p:nvPr/>
        </p:nvSpPr>
        <p:spPr>
          <a:xfrm>
            <a:off x="6966194" y="3022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9"/>
          <p:cNvSpPr/>
          <p:nvPr/>
        </p:nvSpPr>
        <p:spPr>
          <a:xfrm>
            <a:off x="7598744" y="3022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9"/>
          <p:cNvSpPr/>
          <p:nvPr/>
        </p:nvSpPr>
        <p:spPr>
          <a:xfrm rot="214098">
            <a:off x="3122816" y="3365202"/>
            <a:ext cx="800151" cy="277446"/>
          </a:xfrm>
          <a:prstGeom prst="arc">
            <a:avLst>
              <a:gd fmla="val 11276973" name="adj1"/>
              <a:gd fmla="val 21217959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9"/>
          <p:cNvSpPr/>
          <p:nvPr/>
        </p:nvSpPr>
        <p:spPr>
          <a:xfrm rot="10798711">
            <a:off x="5205817" y="3307032"/>
            <a:ext cx="800100" cy="277500"/>
          </a:xfrm>
          <a:prstGeom prst="arc">
            <a:avLst>
              <a:gd fmla="val 11276973" name="adj1"/>
              <a:gd fmla="val 21217959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9"/>
          <p:cNvSpPr/>
          <p:nvPr/>
        </p:nvSpPr>
        <p:spPr>
          <a:xfrm rot="-10678421">
            <a:off x="6948816" y="3180703"/>
            <a:ext cx="1060563" cy="530137"/>
          </a:xfrm>
          <a:prstGeom prst="arc">
            <a:avLst>
              <a:gd fmla="val 10740686" name="adj1"/>
              <a:gd fmla="val 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cartoon character with orange and white face&#10;&#10;Description automatically generated" id="218" name="Google Shape;2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8337" y="402375"/>
            <a:ext cx="1367325" cy="166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223" name="Google Shape;22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224" name="Google Shape;22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7650" y="2389475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30" title="House icon vector clip art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0" title="House icon vector clip art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0" title="Bad Grade | Free SV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33364">
            <a:off x="3723921" y="1795120"/>
            <a:ext cx="906861" cy="906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6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9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233" name="Google Shape;2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234" name="Google Shape;23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7650" y="2389475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1" title="Cute fox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3225" y="1818237"/>
            <a:ext cx="948775" cy="94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1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31" title="House icon vector clip art | Free SV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1" title="House icon vector clip art | Free SV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244" name="Google Shape;24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245" name="Google Shape;24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7650" y="2389475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2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32" title="Cute fox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3225" y="1818237"/>
            <a:ext cx="948775" cy="94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2" title="House icon vector clip art | Free SV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2" title="House icon vector clip art | Free SV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8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8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254" name="Google Shape;25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255" name="Google Shape;25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7650" y="2389475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3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33" title="House icon vector clip art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title="House icon vector clip art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3" title="Bad Grade | Free SV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33364">
            <a:off x="3723921" y="1795120"/>
            <a:ext cx="906861" cy="90686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3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265" name="Google Shape;26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2491" y="897498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4"/>
          <p:cNvPicPr preferRelativeResize="0"/>
          <p:nvPr/>
        </p:nvPicPr>
        <p:blipFill rotWithShape="1">
          <a:blip r:embed="rId4">
            <a:alphaModFix/>
          </a:blip>
          <a:srcRect b="40266" l="0" r="78224" t="27960"/>
          <a:stretch/>
        </p:blipFill>
        <p:spPr>
          <a:xfrm>
            <a:off x="1057200" y="2783300"/>
            <a:ext cx="1437400" cy="117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4"/>
          <p:cNvPicPr preferRelativeResize="0"/>
          <p:nvPr/>
        </p:nvPicPr>
        <p:blipFill rotWithShape="1">
          <a:blip r:embed="rId4">
            <a:alphaModFix/>
          </a:blip>
          <a:srcRect b="40266" l="0" r="78224" t="27960"/>
          <a:stretch/>
        </p:blipFill>
        <p:spPr>
          <a:xfrm>
            <a:off x="2725350" y="2930825"/>
            <a:ext cx="995600" cy="81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4"/>
          <p:cNvPicPr preferRelativeResize="0"/>
          <p:nvPr/>
        </p:nvPicPr>
        <p:blipFill rotWithShape="1">
          <a:blip r:embed="rId4">
            <a:alphaModFix/>
          </a:blip>
          <a:srcRect b="40266" l="0" r="78224" t="27960"/>
          <a:stretch/>
        </p:blipFill>
        <p:spPr>
          <a:xfrm rot="10800000">
            <a:off x="4884402" y="2930837"/>
            <a:ext cx="966748" cy="7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4"/>
          <p:cNvPicPr preferRelativeResize="0"/>
          <p:nvPr/>
        </p:nvPicPr>
        <p:blipFill rotWithShape="1">
          <a:blip r:embed="rId4">
            <a:alphaModFix/>
          </a:blip>
          <a:srcRect b="40266" l="0" r="78224" t="27960"/>
          <a:stretch/>
        </p:blipFill>
        <p:spPr>
          <a:xfrm rot="10800000">
            <a:off x="6107275" y="2737775"/>
            <a:ext cx="1437400" cy="11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4"/>
          <p:cNvSpPr txBox="1"/>
          <p:nvPr/>
        </p:nvSpPr>
        <p:spPr>
          <a:xfrm>
            <a:off x="1243100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Bad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1" name="Google Shape;271;p34"/>
          <p:cNvSpPr txBox="1"/>
          <p:nvPr/>
        </p:nvSpPr>
        <p:spPr>
          <a:xfrm>
            <a:off x="2914875" y="4025350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r>
              <a:rPr lang="en" sz="1800">
                <a:solidFill>
                  <a:schemeClr val="dk1"/>
                </a:solidFill>
              </a:rPr>
              <a:t>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2" name="Google Shape;272;p34"/>
          <p:cNvSpPr txBox="1"/>
          <p:nvPr/>
        </p:nvSpPr>
        <p:spPr>
          <a:xfrm>
            <a:off x="4969900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Good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3" name="Google Shape;273;p34"/>
          <p:cNvSpPr txBox="1"/>
          <p:nvPr/>
        </p:nvSpPr>
        <p:spPr>
          <a:xfrm>
            <a:off x="6230775" y="4092250"/>
            <a:ext cx="131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</a:t>
            </a:r>
            <a:r>
              <a:rPr lang="en" sz="1800">
                <a:solidFill>
                  <a:schemeClr val="dk1"/>
                </a:solidFill>
              </a:rPr>
              <a:t>Good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278" name="Google Shape;27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1666" y="331848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5"/>
          <p:cNvSpPr txBox="1"/>
          <p:nvPr/>
        </p:nvSpPr>
        <p:spPr>
          <a:xfrm>
            <a:off x="1243100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Sad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0" name="Google Shape;280;p35"/>
          <p:cNvSpPr txBox="1"/>
          <p:nvPr/>
        </p:nvSpPr>
        <p:spPr>
          <a:xfrm>
            <a:off x="3244625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</a:t>
            </a:r>
            <a:r>
              <a:rPr lang="en" sz="1800">
                <a:solidFill>
                  <a:schemeClr val="dk1"/>
                </a:solidFill>
              </a:rPr>
              <a:t>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1" name="Google Shape;281;p35"/>
          <p:cNvSpPr txBox="1"/>
          <p:nvPr/>
        </p:nvSpPr>
        <p:spPr>
          <a:xfrm>
            <a:off x="5095975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Happy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2" name="Google Shape;282;p35"/>
          <p:cNvSpPr txBox="1"/>
          <p:nvPr/>
        </p:nvSpPr>
        <p:spPr>
          <a:xfrm>
            <a:off x="6730650" y="4092250"/>
            <a:ext cx="164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Happy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3" name="Google Shape;283;p35"/>
          <p:cNvSpPr/>
          <p:nvPr/>
        </p:nvSpPr>
        <p:spPr>
          <a:xfrm>
            <a:off x="1055187" y="247157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5"/>
          <p:cNvSpPr/>
          <p:nvPr/>
        </p:nvSpPr>
        <p:spPr>
          <a:xfrm>
            <a:off x="1370769" y="2880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5"/>
          <p:cNvSpPr/>
          <p:nvPr/>
        </p:nvSpPr>
        <p:spPr>
          <a:xfrm>
            <a:off x="1983569" y="2880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5"/>
          <p:cNvSpPr/>
          <p:nvPr/>
        </p:nvSpPr>
        <p:spPr>
          <a:xfrm rot="215065">
            <a:off x="1271867" y="3278026"/>
            <a:ext cx="1060475" cy="530247"/>
          </a:xfrm>
          <a:prstGeom prst="arc">
            <a:avLst>
              <a:gd fmla="val 10740686" name="adj1"/>
              <a:gd fmla="val 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5"/>
          <p:cNvSpPr/>
          <p:nvPr/>
        </p:nvSpPr>
        <p:spPr>
          <a:xfrm>
            <a:off x="2822875" y="251912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5"/>
          <p:cNvSpPr/>
          <p:nvPr/>
        </p:nvSpPr>
        <p:spPr>
          <a:xfrm>
            <a:off x="4792112" y="2571750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5"/>
          <p:cNvSpPr/>
          <p:nvPr/>
        </p:nvSpPr>
        <p:spPr>
          <a:xfrm>
            <a:off x="6668112" y="261282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5"/>
          <p:cNvSpPr/>
          <p:nvPr/>
        </p:nvSpPr>
        <p:spPr>
          <a:xfrm>
            <a:off x="3114894" y="295366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5"/>
          <p:cNvSpPr/>
          <p:nvPr/>
        </p:nvSpPr>
        <p:spPr>
          <a:xfrm>
            <a:off x="3743894" y="296121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5"/>
          <p:cNvSpPr/>
          <p:nvPr/>
        </p:nvSpPr>
        <p:spPr>
          <a:xfrm>
            <a:off x="5095969" y="295366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5"/>
          <p:cNvSpPr/>
          <p:nvPr/>
        </p:nvSpPr>
        <p:spPr>
          <a:xfrm>
            <a:off x="5761419" y="296121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5"/>
          <p:cNvSpPr/>
          <p:nvPr/>
        </p:nvSpPr>
        <p:spPr>
          <a:xfrm>
            <a:off x="6966194" y="3022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5"/>
          <p:cNvSpPr/>
          <p:nvPr/>
        </p:nvSpPr>
        <p:spPr>
          <a:xfrm>
            <a:off x="7598744" y="3022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5"/>
          <p:cNvSpPr/>
          <p:nvPr/>
        </p:nvSpPr>
        <p:spPr>
          <a:xfrm rot="214098">
            <a:off x="3122816" y="3365202"/>
            <a:ext cx="800151" cy="277446"/>
          </a:xfrm>
          <a:prstGeom prst="arc">
            <a:avLst>
              <a:gd fmla="val 11276973" name="adj1"/>
              <a:gd fmla="val 21217959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5"/>
          <p:cNvSpPr/>
          <p:nvPr/>
        </p:nvSpPr>
        <p:spPr>
          <a:xfrm rot="10798711">
            <a:off x="5205817" y="3307032"/>
            <a:ext cx="800100" cy="277500"/>
          </a:xfrm>
          <a:prstGeom prst="arc">
            <a:avLst>
              <a:gd fmla="val 11276973" name="adj1"/>
              <a:gd fmla="val 21217959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5"/>
          <p:cNvSpPr/>
          <p:nvPr/>
        </p:nvSpPr>
        <p:spPr>
          <a:xfrm rot="-10678421">
            <a:off x="6948816" y="3180703"/>
            <a:ext cx="1060563" cy="530137"/>
          </a:xfrm>
          <a:prstGeom prst="arc">
            <a:avLst>
              <a:gd fmla="val 10740686" name="adj1"/>
              <a:gd fmla="val 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 txBox="1"/>
          <p:nvPr/>
        </p:nvSpPr>
        <p:spPr>
          <a:xfrm>
            <a:off x="1243100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Sad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4" name="Google Shape;304;p36"/>
          <p:cNvSpPr txBox="1"/>
          <p:nvPr/>
        </p:nvSpPr>
        <p:spPr>
          <a:xfrm>
            <a:off x="3244625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5" name="Google Shape;305;p36"/>
          <p:cNvSpPr txBox="1"/>
          <p:nvPr/>
        </p:nvSpPr>
        <p:spPr>
          <a:xfrm>
            <a:off x="5095975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Happy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6730650" y="4092250"/>
            <a:ext cx="164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Happy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7" name="Google Shape;307;p36"/>
          <p:cNvSpPr/>
          <p:nvPr/>
        </p:nvSpPr>
        <p:spPr>
          <a:xfrm>
            <a:off x="1055187" y="247157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6"/>
          <p:cNvSpPr/>
          <p:nvPr/>
        </p:nvSpPr>
        <p:spPr>
          <a:xfrm>
            <a:off x="1370769" y="2880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6"/>
          <p:cNvSpPr/>
          <p:nvPr/>
        </p:nvSpPr>
        <p:spPr>
          <a:xfrm>
            <a:off x="1983569" y="2880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6"/>
          <p:cNvSpPr/>
          <p:nvPr/>
        </p:nvSpPr>
        <p:spPr>
          <a:xfrm rot="215065">
            <a:off x="1271867" y="3278026"/>
            <a:ext cx="1060475" cy="530247"/>
          </a:xfrm>
          <a:prstGeom prst="arc">
            <a:avLst>
              <a:gd fmla="val 10740686" name="adj1"/>
              <a:gd fmla="val 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6"/>
          <p:cNvSpPr/>
          <p:nvPr/>
        </p:nvSpPr>
        <p:spPr>
          <a:xfrm>
            <a:off x="2822875" y="251912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6"/>
          <p:cNvSpPr/>
          <p:nvPr/>
        </p:nvSpPr>
        <p:spPr>
          <a:xfrm>
            <a:off x="4792112" y="2571750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6"/>
          <p:cNvSpPr/>
          <p:nvPr/>
        </p:nvSpPr>
        <p:spPr>
          <a:xfrm>
            <a:off x="6668112" y="261282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6"/>
          <p:cNvSpPr/>
          <p:nvPr/>
        </p:nvSpPr>
        <p:spPr>
          <a:xfrm>
            <a:off x="3114894" y="295366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6"/>
          <p:cNvSpPr/>
          <p:nvPr/>
        </p:nvSpPr>
        <p:spPr>
          <a:xfrm>
            <a:off x="3743894" y="296121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6"/>
          <p:cNvSpPr/>
          <p:nvPr/>
        </p:nvSpPr>
        <p:spPr>
          <a:xfrm>
            <a:off x="5095969" y="295366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6"/>
          <p:cNvSpPr/>
          <p:nvPr/>
        </p:nvSpPr>
        <p:spPr>
          <a:xfrm>
            <a:off x="5761419" y="296121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6"/>
          <p:cNvSpPr/>
          <p:nvPr/>
        </p:nvSpPr>
        <p:spPr>
          <a:xfrm>
            <a:off x="6966194" y="3022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6"/>
          <p:cNvSpPr/>
          <p:nvPr/>
        </p:nvSpPr>
        <p:spPr>
          <a:xfrm>
            <a:off x="7598744" y="3022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6"/>
          <p:cNvSpPr/>
          <p:nvPr/>
        </p:nvSpPr>
        <p:spPr>
          <a:xfrm rot="214098">
            <a:off x="3122816" y="3365202"/>
            <a:ext cx="800151" cy="277446"/>
          </a:xfrm>
          <a:prstGeom prst="arc">
            <a:avLst>
              <a:gd fmla="val 11276973" name="adj1"/>
              <a:gd fmla="val 21217959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6"/>
          <p:cNvSpPr/>
          <p:nvPr/>
        </p:nvSpPr>
        <p:spPr>
          <a:xfrm rot="10798711">
            <a:off x="5205817" y="3307032"/>
            <a:ext cx="800100" cy="277500"/>
          </a:xfrm>
          <a:prstGeom prst="arc">
            <a:avLst>
              <a:gd fmla="val 11276973" name="adj1"/>
              <a:gd fmla="val 21217959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6"/>
          <p:cNvSpPr/>
          <p:nvPr/>
        </p:nvSpPr>
        <p:spPr>
          <a:xfrm rot="-10678421">
            <a:off x="6948816" y="3180703"/>
            <a:ext cx="1060563" cy="530137"/>
          </a:xfrm>
          <a:prstGeom prst="arc">
            <a:avLst>
              <a:gd fmla="val 10740686" name="adj1"/>
              <a:gd fmla="val 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cartoon character with orange and white face&#10;&#10;Description automatically generated" id="323" name="Google Shape;32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3250" y="330750"/>
            <a:ext cx="1367325" cy="166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7"/>
          <p:cNvSpPr txBox="1"/>
          <p:nvPr>
            <p:ph type="title"/>
          </p:nvPr>
        </p:nvSpPr>
        <p:spPr>
          <a:xfrm>
            <a:off x="2888250" y="1999525"/>
            <a:ext cx="33675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Positive</a:t>
            </a:r>
            <a:r>
              <a:rPr lang="en"/>
              <a:t> Condition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8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cartoon of a white and purple animal&#10;&#10;Description automatically generated" id="334" name="Google Shape;33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8" title="Cute fox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2250" y="1597637"/>
            <a:ext cx="948775" cy="94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8" title="School desk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8" title="Royalty-Free photo: Rectangular green board on brown background ..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342" name="Google Shape;34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9" title="School desk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9" title="Royalty-Free photo: Rectangular green board on brown background ..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9" title="Cartoon gold star | Public domain vector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86875" y="3196563"/>
            <a:ext cx="829950" cy="79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350" name="Google Shape;35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351" name="Google Shape;35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7650" y="2389475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0"/>
          <p:cNvSpPr txBox="1"/>
          <p:nvPr/>
        </p:nvSpPr>
        <p:spPr>
          <a:xfrm>
            <a:off x="3813700" y="532700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Best Friends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3" name="Google Shape;353;p4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4" name="Google Shape;354;p40" title="Cute fox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3225" y="1818237"/>
            <a:ext cx="948775" cy="94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0" title="House icon vector clip art | Free SV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0" title="House icon vector clip art | Free SV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361" name="Google Shape;36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362" name="Google Shape;36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7650" y="2389475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1"/>
          <p:cNvSpPr txBox="1"/>
          <p:nvPr/>
        </p:nvSpPr>
        <p:spPr>
          <a:xfrm>
            <a:off x="3813700" y="532700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Best Friends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4" name="Google Shape;364;p4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5" name="Google Shape;365;p41" title="House icon vector clip art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1" title="House icon vector clip art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1" title="Cartoon gold star | Public domain vector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29888" y="1894250"/>
            <a:ext cx="829950" cy="79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1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373" name="Google Shape;37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374" name="Google Shape;37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7650" y="2389475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2"/>
          <p:cNvSpPr txBox="1"/>
          <p:nvPr/>
        </p:nvSpPr>
        <p:spPr>
          <a:xfrm>
            <a:off x="3813700" y="532700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Best Friends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6" name="Google Shape;376;p42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77;p42" title="Cute fox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3225" y="1818237"/>
            <a:ext cx="948775" cy="94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2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p42" title="House icon vector clip art | Free SV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2" title="House icon vector clip art | Free SV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385" name="Google Shape;38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386" name="Google Shape;38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7650" y="2389475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3"/>
          <p:cNvSpPr txBox="1"/>
          <p:nvPr/>
        </p:nvSpPr>
        <p:spPr>
          <a:xfrm>
            <a:off x="3813700" y="532700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Best Friends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8" name="Google Shape;388;p43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9" name="Google Shape;389;p43" title="House icon vector clip art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3" title="House icon vector clip art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3" title="Cartoon gold star | Public domain vector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29888" y="1894250"/>
            <a:ext cx="829950" cy="79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44" title="Playground Slide2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38100" y="379150"/>
            <a:ext cx="2597700" cy="259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of a white and purple animal&#10;&#10;Description automatically generated" id="397" name="Google Shape;39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9191" y="2159260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398" name="Google Shape;398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6875" y="2297375"/>
            <a:ext cx="1367325" cy="16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4" title="Public Domain Clip Art Image | Sandbox | ID: 13932766213513 ..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447145">
            <a:off x="3666550" y="2817775"/>
            <a:ext cx="3875828" cy="12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4"/>
          <p:cNvSpPr/>
          <p:nvPr/>
        </p:nvSpPr>
        <p:spPr>
          <a:xfrm>
            <a:off x="3122575" y="1718550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1" name="Google Shape;401;p44" title="Cute fox | Free SV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8875" y="1670762"/>
            <a:ext cx="948776" cy="94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700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100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45" title="Playground Slide2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38100" y="379150"/>
            <a:ext cx="2597700" cy="259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of a white and purple animal&#10;&#10;Description automatically generated" id="407" name="Google Shape;40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9191" y="2159260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08" name="Google Shape;408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6875" y="2297375"/>
            <a:ext cx="1367325" cy="16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5" title="Public Domain Clip Art Image | Sandbox | ID: 13932766213513 ..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447145">
            <a:off x="3666550" y="2817775"/>
            <a:ext cx="3875828" cy="12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5"/>
          <p:cNvSpPr/>
          <p:nvPr/>
        </p:nvSpPr>
        <p:spPr>
          <a:xfrm>
            <a:off x="3122575" y="1718550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1" name="Google Shape;411;p45" title="Bad Grade | Free SV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133360">
            <a:off x="3219677" y="1644201"/>
            <a:ext cx="1001920" cy="100189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5"/>
          <p:cNvSpPr/>
          <p:nvPr/>
        </p:nvSpPr>
        <p:spPr>
          <a:xfrm>
            <a:off x="3437138" y="1913525"/>
            <a:ext cx="567000" cy="568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46" title="Playground Slide2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38100" y="379150"/>
            <a:ext cx="2597700" cy="259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of a white and purple animal&#10;&#10;Description automatically generated" id="418" name="Google Shape;41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9191" y="2159260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19" name="Google Shape;419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6875" y="2297375"/>
            <a:ext cx="1367325" cy="16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6" title="Public Domain Clip Art Image | Sandbox | ID: 13932766213513 ..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447145">
            <a:off x="3666550" y="2817775"/>
            <a:ext cx="3875828" cy="12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6"/>
          <p:cNvSpPr/>
          <p:nvPr/>
        </p:nvSpPr>
        <p:spPr>
          <a:xfrm>
            <a:off x="3122575" y="1718550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2" name="Google Shape;422;p46" title="Bad Grade | Free SV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133360">
            <a:off x="3219677" y="1644201"/>
            <a:ext cx="1001920" cy="1001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800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700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47" title="Playground Slide2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38100" y="379150"/>
            <a:ext cx="2597700" cy="259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of a white and purple animal&#10;&#10;Description automatically generated" id="428" name="Google Shape;428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9191" y="2159260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29" name="Google Shape;429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6875" y="2297375"/>
            <a:ext cx="1367325" cy="16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7" title="Public Domain Clip Art Image | Sandbox | ID: 13932766213513 ..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447145">
            <a:off x="3666550" y="2817775"/>
            <a:ext cx="3875828" cy="12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7"/>
          <p:cNvSpPr/>
          <p:nvPr/>
        </p:nvSpPr>
        <p:spPr>
          <a:xfrm>
            <a:off x="3122575" y="1718550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2" name="Google Shape;432;p47" title="Cute fox | Free SV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8875" y="1670762"/>
            <a:ext cx="948776" cy="94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7"/>
          <p:cNvSpPr/>
          <p:nvPr/>
        </p:nvSpPr>
        <p:spPr>
          <a:xfrm>
            <a:off x="3437138" y="1913525"/>
            <a:ext cx="567000" cy="568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38" name="Google Shape;43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2841" y="897498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48"/>
          <p:cNvPicPr preferRelativeResize="0"/>
          <p:nvPr/>
        </p:nvPicPr>
        <p:blipFill rotWithShape="1">
          <a:blip r:embed="rId4">
            <a:alphaModFix/>
          </a:blip>
          <a:srcRect b="40266" l="0" r="78224" t="27960"/>
          <a:stretch/>
        </p:blipFill>
        <p:spPr>
          <a:xfrm>
            <a:off x="1057200" y="2783300"/>
            <a:ext cx="1437400" cy="117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8"/>
          <p:cNvPicPr preferRelativeResize="0"/>
          <p:nvPr/>
        </p:nvPicPr>
        <p:blipFill rotWithShape="1">
          <a:blip r:embed="rId4">
            <a:alphaModFix/>
          </a:blip>
          <a:srcRect b="40266" l="0" r="78224" t="27960"/>
          <a:stretch/>
        </p:blipFill>
        <p:spPr>
          <a:xfrm>
            <a:off x="2725350" y="2930825"/>
            <a:ext cx="995600" cy="81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8"/>
          <p:cNvPicPr preferRelativeResize="0"/>
          <p:nvPr/>
        </p:nvPicPr>
        <p:blipFill rotWithShape="1">
          <a:blip r:embed="rId4">
            <a:alphaModFix/>
          </a:blip>
          <a:srcRect b="40266" l="0" r="78224" t="27960"/>
          <a:stretch/>
        </p:blipFill>
        <p:spPr>
          <a:xfrm rot="10800000">
            <a:off x="4884402" y="2930837"/>
            <a:ext cx="966748" cy="7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8"/>
          <p:cNvPicPr preferRelativeResize="0"/>
          <p:nvPr/>
        </p:nvPicPr>
        <p:blipFill rotWithShape="1">
          <a:blip r:embed="rId4">
            <a:alphaModFix/>
          </a:blip>
          <a:srcRect b="40266" l="0" r="78224" t="27960"/>
          <a:stretch/>
        </p:blipFill>
        <p:spPr>
          <a:xfrm rot="10800000">
            <a:off x="6107275" y="2737775"/>
            <a:ext cx="1437400" cy="11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8"/>
          <p:cNvSpPr txBox="1"/>
          <p:nvPr/>
        </p:nvSpPr>
        <p:spPr>
          <a:xfrm>
            <a:off x="1243100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Bad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44" name="Google Shape;444;p48"/>
          <p:cNvSpPr txBox="1"/>
          <p:nvPr/>
        </p:nvSpPr>
        <p:spPr>
          <a:xfrm>
            <a:off x="2914875" y="4025350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45" name="Google Shape;445;p48"/>
          <p:cNvSpPr txBox="1"/>
          <p:nvPr/>
        </p:nvSpPr>
        <p:spPr>
          <a:xfrm>
            <a:off x="4969900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Good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46" name="Google Shape;446;p48"/>
          <p:cNvSpPr txBox="1"/>
          <p:nvPr/>
        </p:nvSpPr>
        <p:spPr>
          <a:xfrm>
            <a:off x="6230775" y="4092250"/>
            <a:ext cx="131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Good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51" name="Google Shape;45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3291" y="3167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9"/>
          <p:cNvSpPr txBox="1"/>
          <p:nvPr/>
        </p:nvSpPr>
        <p:spPr>
          <a:xfrm>
            <a:off x="1243100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Sad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53" name="Google Shape;453;p49"/>
          <p:cNvSpPr txBox="1"/>
          <p:nvPr/>
        </p:nvSpPr>
        <p:spPr>
          <a:xfrm>
            <a:off x="3244625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54" name="Google Shape;454;p49"/>
          <p:cNvSpPr txBox="1"/>
          <p:nvPr/>
        </p:nvSpPr>
        <p:spPr>
          <a:xfrm>
            <a:off x="5095975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Happy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55" name="Google Shape;455;p49"/>
          <p:cNvSpPr txBox="1"/>
          <p:nvPr/>
        </p:nvSpPr>
        <p:spPr>
          <a:xfrm>
            <a:off x="6730650" y="4092250"/>
            <a:ext cx="164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Happy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56" name="Google Shape;456;p49"/>
          <p:cNvSpPr/>
          <p:nvPr/>
        </p:nvSpPr>
        <p:spPr>
          <a:xfrm>
            <a:off x="1055187" y="247157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49"/>
          <p:cNvSpPr/>
          <p:nvPr/>
        </p:nvSpPr>
        <p:spPr>
          <a:xfrm>
            <a:off x="1370769" y="2880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9"/>
          <p:cNvSpPr/>
          <p:nvPr/>
        </p:nvSpPr>
        <p:spPr>
          <a:xfrm>
            <a:off x="1983569" y="2880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9"/>
          <p:cNvSpPr/>
          <p:nvPr/>
        </p:nvSpPr>
        <p:spPr>
          <a:xfrm rot="215065">
            <a:off x="1271867" y="3278026"/>
            <a:ext cx="1060475" cy="530247"/>
          </a:xfrm>
          <a:prstGeom prst="arc">
            <a:avLst>
              <a:gd fmla="val 10740686" name="adj1"/>
              <a:gd fmla="val 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9"/>
          <p:cNvSpPr/>
          <p:nvPr/>
        </p:nvSpPr>
        <p:spPr>
          <a:xfrm>
            <a:off x="2822875" y="251912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9"/>
          <p:cNvSpPr/>
          <p:nvPr/>
        </p:nvSpPr>
        <p:spPr>
          <a:xfrm>
            <a:off x="4792112" y="2571750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9"/>
          <p:cNvSpPr/>
          <p:nvPr/>
        </p:nvSpPr>
        <p:spPr>
          <a:xfrm>
            <a:off x="6668112" y="261282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9"/>
          <p:cNvSpPr/>
          <p:nvPr/>
        </p:nvSpPr>
        <p:spPr>
          <a:xfrm>
            <a:off x="3114894" y="295366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9"/>
          <p:cNvSpPr/>
          <p:nvPr/>
        </p:nvSpPr>
        <p:spPr>
          <a:xfrm>
            <a:off x="3743894" y="296121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9"/>
          <p:cNvSpPr/>
          <p:nvPr/>
        </p:nvSpPr>
        <p:spPr>
          <a:xfrm>
            <a:off x="5095969" y="295366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9"/>
          <p:cNvSpPr/>
          <p:nvPr/>
        </p:nvSpPr>
        <p:spPr>
          <a:xfrm>
            <a:off x="5761419" y="296121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9"/>
          <p:cNvSpPr/>
          <p:nvPr/>
        </p:nvSpPr>
        <p:spPr>
          <a:xfrm>
            <a:off x="6966194" y="3022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9"/>
          <p:cNvSpPr/>
          <p:nvPr/>
        </p:nvSpPr>
        <p:spPr>
          <a:xfrm>
            <a:off x="7598744" y="3022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9"/>
          <p:cNvSpPr/>
          <p:nvPr/>
        </p:nvSpPr>
        <p:spPr>
          <a:xfrm rot="214098">
            <a:off x="3122816" y="3365202"/>
            <a:ext cx="800151" cy="277446"/>
          </a:xfrm>
          <a:prstGeom prst="arc">
            <a:avLst>
              <a:gd fmla="val 11276973" name="adj1"/>
              <a:gd fmla="val 21217959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9"/>
          <p:cNvSpPr/>
          <p:nvPr/>
        </p:nvSpPr>
        <p:spPr>
          <a:xfrm rot="10798711">
            <a:off x="5205817" y="3307032"/>
            <a:ext cx="800100" cy="277500"/>
          </a:xfrm>
          <a:prstGeom prst="arc">
            <a:avLst>
              <a:gd fmla="val 11276973" name="adj1"/>
              <a:gd fmla="val 21217959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9"/>
          <p:cNvSpPr/>
          <p:nvPr/>
        </p:nvSpPr>
        <p:spPr>
          <a:xfrm rot="-10678421">
            <a:off x="6948816" y="3180703"/>
            <a:ext cx="1060563" cy="530137"/>
          </a:xfrm>
          <a:prstGeom prst="arc">
            <a:avLst>
              <a:gd fmla="val 10740686" name="adj1"/>
              <a:gd fmla="val 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0"/>
          <p:cNvSpPr txBox="1"/>
          <p:nvPr/>
        </p:nvSpPr>
        <p:spPr>
          <a:xfrm>
            <a:off x="1243100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Sad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77" name="Google Shape;477;p50"/>
          <p:cNvSpPr txBox="1"/>
          <p:nvPr/>
        </p:nvSpPr>
        <p:spPr>
          <a:xfrm>
            <a:off x="3244625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78" name="Google Shape;478;p50"/>
          <p:cNvSpPr txBox="1"/>
          <p:nvPr/>
        </p:nvSpPr>
        <p:spPr>
          <a:xfrm>
            <a:off x="5095975" y="4058225"/>
            <a:ext cx="1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Happy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79" name="Google Shape;479;p50"/>
          <p:cNvSpPr txBox="1"/>
          <p:nvPr/>
        </p:nvSpPr>
        <p:spPr>
          <a:xfrm>
            <a:off x="6730650" y="4092250"/>
            <a:ext cx="164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Very Happy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80" name="Google Shape;480;p50"/>
          <p:cNvSpPr/>
          <p:nvPr/>
        </p:nvSpPr>
        <p:spPr>
          <a:xfrm>
            <a:off x="1055187" y="247157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0"/>
          <p:cNvSpPr/>
          <p:nvPr/>
        </p:nvSpPr>
        <p:spPr>
          <a:xfrm>
            <a:off x="1370769" y="2880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0"/>
          <p:cNvSpPr/>
          <p:nvPr/>
        </p:nvSpPr>
        <p:spPr>
          <a:xfrm>
            <a:off x="1983569" y="2880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50"/>
          <p:cNvSpPr/>
          <p:nvPr/>
        </p:nvSpPr>
        <p:spPr>
          <a:xfrm rot="215065">
            <a:off x="1271867" y="3278026"/>
            <a:ext cx="1060475" cy="530247"/>
          </a:xfrm>
          <a:prstGeom prst="arc">
            <a:avLst>
              <a:gd fmla="val 10740686" name="adj1"/>
              <a:gd fmla="val 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0"/>
          <p:cNvSpPr/>
          <p:nvPr/>
        </p:nvSpPr>
        <p:spPr>
          <a:xfrm>
            <a:off x="2822875" y="251912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50"/>
          <p:cNvSpPr/>
          <p:nvPr/>
        </p:nvSpPr>
        <p:spPr>
          <a:xfrm>
            <a:off x="4792112" y="2571750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0"/>
          <p:cNvSpPr/>
          <p:nvPr/>
        </p:nvSpPr>
        <p:spPr>
          <a:xfrm>
            <a:off x="6668112" y="2612825"/>
            <a:ext cx="1494300" cy="1445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0"/>
          <p:cNvSpPr/>
          <p:nvPr/>
        </p:nvSpPr>
        <p:spPr>
          <a:xfrm>
            <a:off x="3114894" y="295366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50"/>
          <p:cNvSpPr/>
          <p:nvPr/>
        </p:nvSpPr>
        <p:spPr>
          <a:xfrm>
            <a:off x="3743894" y="296121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50"/>
          <p:cNvSpPr/>
          <p:nvPr/>
        </p:nvSpPr>
        <p:spPr>
          <a:xfrm>
            <a:off x="5095969" y="295366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0"/>
          <p:cNvSpPr/>
          <p:nvPr/>
        </p:nvSpPr>
        <p:spPr>
          <a:xfrm>
            <a:off x="5761419" y="2961214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50"/>
          <p:cNvSpPr/>
          <p:nvPr/>
        </p:nvSpPr>
        <p:spPr>
          <a:xfrm>
            <a:off x="6966194" y="3022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50"/>
          <p:cNvSpPr/>
          <p:nvPr/>
        </p:nvSpPr>
        <p:spPr>
          <a:xfrm>
            <a:off x="7598744" y="3022189"/>
            <a:ext cx="244500" cy="2232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50"/>
          <p:cNvSpPr/>
          <p:nvPr/>
        </p:nvSpPr>
        <p:spPr>
          <a:xfrm rot="214098">
            <a:off x="3122816" y="3365202"/>
            <a:ext cx="800151" cy="277446"/>
          </a:xfrm>
          <a:prstGeom prst="arc">
            <a:avLst>
              <a:gd fmla="val 11276973" name="adj1"/>
              <a:gd fmla="val 21217959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0"/>
          <p:cNvSpPr/>
          <p:nvPr/>
        </p:nvSpPr>
        <p:spPr>
          <a:xfrm rot="10798711">
            <a:off x="5205817" y="3307032"/>
            <a:ext cx="800100" cy="277500"/>
          </a:xfrm>
          <a:prstGeom prst="arc">
            <a:avLst>
              <a:gd fmla="val 11276973" name="adj1"/>
              <a:gd fmla="val 21217959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0"/>
          <p:cNvSpPr/>
          <p:nvPr/>
        </p:nvSpPr>
        <p:spPr>
          <a:xfrm rot="-10678421">
            <a:off x="6948816" y="3180703"/>
            <a:ext cx="1060563" cy="530137"/>
          </a:xfrm>
          <a:prstGeom prst="arc">
            <a:avLst>
              <a:gd fmla="val 10740686" name="adj1"/>
              <a:gd fmla="val 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cartoon character with orange and white face&#10;&#10;Description automatically generated" id="496" name="Google Shape;49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0025" y="288175"/>
            <a:ext cx="1367325" cy="166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1"/>
          <p:cNvSpPr/>
          <p:nvPr/>
        </p:nvSpPr>
        <p:spPr>
          <a:xfrm>
            <a:off x="1143" y="0"/>
            <a:ext cx="91419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sky with clouds and text&#10;&#10;Description automatically generated" id="502" name="Google Shape;502;p51"/>
          <p:cNvPicPr preferRelativeResize="0"/>
          <p:nvPr/>
        </p:nvPicPr>
        <p:blipFill rotWithShape="1">
          <a:blip r:embed="rId3">
            <a:alphaModFix/>
          </a:blip>
          <a:srcRect b="20" l="0" r="0" t="0"/>
          <a:stretch/>
        </p:blipFill>
        <p:spPr>
          <a:xfrm>
            <a:off x="15" y="962"/>
            <a:ext cx="9143987" cy="514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09" name="Google Shape;50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16" name="Google Shape;51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521" name="Google Shape;52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54" title="Colorful toy train vector clip art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4775" y="2746275"/>
            <a:ext cx="1279100" cy="12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527" name="Google Shape;52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528" name="Google Shape;528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7650" y="2389475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5"/>
          <p:cNvSpPr txBox="1"/>
          <p:nvPr/>
        </p:nvSpPr>
        <p:spPr>
          <a:xfrm>
            <a:off x="3813700" y="532700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Best Friends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0" name="Google Shape;530;p55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1" name="Google Shape;531;p55" title="Colorful toy train vector clip art | Free SV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8275" y="1866025"/>
            <a:ext cx="853200" cy="8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55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