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0"/>
  </p:notesMasterIdLst>
  <p:sldIdLst>
    <p:sldId id="256" r:id="rId3"/>
    <p:sldId id="257" r:id="rId4"/>
    <p:sldId id="258" r:id="rId5"/>
    <p:sldId id="259" r:id="rId6"/>
    <p:sldId id="260" r:id="rId7"/>
    <p:sldId id="262" r:id="rId8"/>
    <p:sldId id="263" r:id="rId9"/>
    <p:sldId id="264" r:id="rId10"/>
    <p:sldId id="265" r:id="rId11"/>
    <p:sldId id="267" r:id="rId12"/>
    <p:sldId id="266" r:id="rId13"/>
    <p:sldId id="268" r:id="rId14"/>
    <p:sldId id="270" r:id="rId15"/>
    <p:sldId id="269"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Lst>
  <p:sldSz cx="9144000" cy="5143500" type="screen16x9"/>
  <p:notesSz cx="6858000" cy="9144000"/>
  <p:embeddedFontLst>
    <p:embeddedFont>
      <p:font typeface="Helvetica Neue" panose="02000503000000020004" pitchFamily="2" charset="0"/>
      <p:regular r:id="rId31"/>
      <p:bold r:id="rId32"/>
      <p:italic r:id="rId33"/>
      <p:boldItalic r:id="rId34"/>
    </p:embeddedFont>
    <p:embeddedFont>
      <p:font typeface="Helvetica Neue Light" panose="02000403000000020004"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19"/>
    <p:restoredTop sz="73754"/>
  </p:normalViewPr>
  <p:slideViewPr>
    <p:cSldViewPr snapToGrid="0">
      <p:cViewPr varScale="1">
        <p:scale>
          <a:sx n="114" d="100"/>
          <a:sy n="114" d="100"/>
        </p:scale>
        <p:origin x="192"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Skylar! [click] I am going to tell you a story about him!</a:t>
            </a:r>
            <a:endParaRPr/>
          </a:p>
          <a:p>
            <a:pPr marL="0" lvl="0" indent="0" algn="l" rtl="0">
              <a:spcBef>
                <a:spcPts val="0"/>
              </a:spcBef>
              <a:spcAft>
                <a:spcPts val="0"/>
              </a:spcAft>
              <a:buNone/>
            </a:pPr>
            <a:r>
              <a:rPr lang="en"/>
              <a:t>Skylar feels sad today [click] and doesn’t know why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Skylar learned that owls move by silently flapping their wings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Skylar is still feeling sad, even after he learned an interesting fact about owls.</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bc251ec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bc251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This one is Skylar’s super close best friend,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bd123be2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4bd123be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this one is Skylar’s friend. Skylar is going to run into both of them on the way home.</a:t>
            </a:r>
            <a:endParaRPr dirty="0">
              <a:solidFill>
                <a:schemeClr val="dk1"/>
              </a:solidFill>
            </a:endParaRPr>
          </a:p>
          <a:p>
            <a:pPr marL="0" lvl="0" indent="0" algn="l" rtl="0">
              <a:spcBef>
                <a:spcPts val="0"/>
              </a:spcBef>
              <a:spcAft>
                <a:spcPts val="0"/>
              </a:spcAft>
              <a:buNone/>
            </a:pP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69af4f8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69af4f8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After school Skylar saw his friend named Peyton. Peyton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friend Peyton about the owls or that he’s feeling sad today?.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09758d60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09758d60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200" dirty="0">
                <a:solidFill>
                  <a:schemeClr val="dk1"/>
                </a:solidFill>
              </a:rPr>
              <a:t>T</a:t>
            </a:r>
            <a:r>
              <a:rPr lang="en" sz="1200" dirty="0">
                <a:solidFill>
                  <a:schemeClr val="dk1"/>
                </a:solidFill>
              </a:rPr>
              <a:t>hen Skylar first saw his super close best friend named Finley. Finley said “Hi Skylar!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Skylar will tell his super close best friend Finley about the owls or that he’s feeling sad today?.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dirty="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d30efcf1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Skylar went to the pool and saw a different friend who he wanted to become super close best friends with.</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If Skylar wanted to share something that would make them become super close best friends, Do you think Skylar will tell about the owls or that he is feeling sad today?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69af4f82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69af4f82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t>Then Skylar saw his friend’s mom who ALSO felt sad today and </a:t>
            </a:r>
            <a:r>
              <a:rPr lang="en" dirty="0">
                <a:solidFill>
                  <a:schemeClr val="dk1"/>
                </a:solidFill>
              </a:rPr>
              <a:t>learned a fact about geese</a:t>
            </a:r>
            <a:r>
              <a:rPr lang="en" dirty="0"/>
              <a:t>, Skylar said “Hi! How was your day?”</a:t>
            </a:r>
            <a:endParaRPr dirty="0"/>
          </a:p>
          <a:p>
            <a:pPr marL="0" lvl="0" indent="0" algn="l" rtl="0">
              <a:lnSpc>
                <a:spcPct val="115000"/>
              </a:lnSpc>
              <a:spcBef>
                <a:spcPts val="0"/>
              </a:spcBef>
              <a:spcAft>
                <a:spcPts val="0"/>
              </a:spcAft>
              <a:buClr>
                <a:schemeClr val="dk1"/>
              </a:buClr>
              <a:buSzPts val="1100"/>
              <a:buFont typeface="Arial"/>
              <a:buNone/>
            </a:pPr>
            <a:r>
              <a:rPr lang="en" dirty="0"/>
              <a:t>Do you think Skylar’s friend’s mom will tell Skylar that she’s feeling sad or the fact about geese that she learned at work ? Why?</a:t>
            </a:r>
            <a:endParaRPr dirty="0"/>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69af4f82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69af4f82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t>Then Skylar saw his mom who ALSO felt sad today and </a:t>
            </a:r>
            <a:r>
              <a:rPr lang="en" dirty="0">
                <a:solidFill>
                  <a:schemeClr val="dk1"/>
                </a:solidFill>
              </a:rPr>
              <a:t>and learned a fact about</a:t>
            </a:r>
            <a:r>
              <a:rPr lang="en" dirty="0"/>
              <a:t> foxes work. Skylar said “Hi mom! How was your day?”</a:t>
            </a:r>
            <a:endParaRPr dirty="0"/>
          </a:p>
          <a:p>
            <a:pPr marL="0" lvl="0" indent="0" algn="l" rtl="0">
              <a:lnSpc>
                <a:spcPct val="115000"/>
              </a:lnSpc>
              <a:spcBef>
                <a:spcPts val="0"/>
              </a:spcBef>
              <a:spcAft>
                <a:spcPts val="0"/>
              </a:spcAft>
              <a:buClr>
                <a:schemeClr val="dk1"/>
              </a:buClr>
              <a:buSzPts val="1100"/>
              <a:buFont typeface="Arial"/>
              <a:buNone/>
            </a:pPr>
            <a:r>
              <a:rPr lang="en" dirty="0"/>
              <a:t>Do you think Skylar’s mom will tell Sklyar that she is feeling sad today or the fact about foxes she learned at work ? Why?</a:t>
            </a:r>
            <a:endParaRPr dirty="0"/>
          </a:p>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04c77a680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04c77a680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4c77a680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4c77a680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bbc251ec1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bbc251e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This one is Jamie’s friend</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4bd123be2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4bd123be2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a:solidFill>
                  <a:schemeClr val="dk1"/>
                </a:solidFill>
              </a:rPr>
              <a:t>and this one is Jamie’s super close best friend. Jamie is going to run into both of them on the way home.</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04c77a6804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04c77a680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 after school, Jamie saw her super close best friend named Robin. Robin said “Hi Jamie!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Jamie will tell her super close best friend Robin about the rabbits or that she’s feeling happy today?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04c77a680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04c77a680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Then Jamie saw her friend named Taylor. Taylor said “Hi Jamie! How was school today?”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Do you think Jamie will tell her friend Taylor about the rabbits or that she’s  feeling happy today ? </a:t>
            </a: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04c77a6804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04c77a680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Later that day, Jamie went to the pool and saw a friend who she wanted to become super close best friends with.</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dirty="0">
                <a:solidFill>
                  <a:schemeClr val="dk1"/>
                </a:solidFill>
              </a:rPr>
              <a:t>If Jaime wanted to share something that would make them become super close best friends, Do you think Jaime will tell about the rabbits or about feeling happy today? Why?</a:t>
            </a: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dirty="0">
                <a:solidFill>
                  <a:schemeClr val="dk1"/>
                </a:solidFill>
              </a:rPr>
              <a:t>[click 2x]</a:t>
            </a:r>
            <a:endParaRPr sz="1200" b="1"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4c77a680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4c77a680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t>Then Jamie saw her friend’s mom who ALSO felt happy today and learned a fact about lizards at work, Jamie said “Hi! How was your day?”</a:t>
            </a:r>
            <a:endParaRPr dirty="0"/>
          </a:p>
          <a:p>
            <a:pPr marL="0" lvl="0" indent="0" algn="l" rtl="0">
              <a:lnSpc>
                <a:spcPct val="115000"/>
              </a:lnSpc>
              <a:spcBef>
                <a:spcPts val="0"/>
              </a:spcBef>
              <a:spcAft>
                <a:spcPts val="0"/>
              </a:spcAft>
              <a:buClr>
                <a:schemeClr val="dk1"/>
              </a:buClr>
              <a:buSzPts val="1100"/>
              <a:buFont typeface="Arial"/>
              <a:buNone/>
            </a:pPr>
            <a:r>
              <a:rPr lang="en" dirty="0"/>
              <a:t>Do you think Jamie’s friend’s mom will tell Jamie that she’s feeling happy or the fact about lizards ? Why?</a:t>
            </a:r>
            <a:endParaRPr dirty="0"/>
          </a:p>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4c77a680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4c77a680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dirty="0"/>
              <a:t>Then Jamie saw her mom who ALSO felt happy today and </a:t>
            </a:r>
            <a:r>
              <a:rPr lang="en" dirty="0">
                <a:solidFill>
                  <a:schemeClr val="dk1"/>
                </a:solidFill>
              </a:rPr>
              <a:t>learned a fact about</a:t>
            </a:r>
            <a:r>
              <a:rPr lang="en" dirty="0"/>
              <a:t> racoons at work. Jamie said “Hi mom! How was your day?”</a:t>
            </a:r>
            <a:endParaRPr dirty="0"/>
          </a:p>
          <a:p>
            <a:pPr marL="0" lvl="0" indent="0" algn="l" rtl="0">
              <a:lnSpc>
                <a:spcPct val="115000"/>
              </a:lnSpc>
              <a:spcBef>
                <a:spcPts val="0"/>
              </a:spcBef>
              <a:spcAft>
                <a:spcPts val="0"/>
              </a:spcAft>
              <a:buClr>
                <a:schemeClr val="dk1"/>
              </a:buClr>
              <a:buSzPts val="1100"/>
              <a:buFont typeface="Arial"/>
              <a:buNone/>
            </a:pPr>
            <a:r>
              <a:rPr lang="en" dirty="0"/>
              <a:t>Do you think Jamie’s mom will tell Jamie that she is feeling happy today or the fact about raccoons ? Why?</a:t>
            </a:r>
            <a:endParaRPr dirty="0"/>
          </a:p>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4.png"/><Relationship Id="rId7"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16.jpg"/><Relationship Id="rId11" Type="http://schemas.openxmlformats.org/officeDocument/2006/relationships/image" Target="../media/image8.png"/><Relationship Id="rId5" Type="http://schemas.openxmlformats.org/officeDocument/2006/relationships/image" Target="../media/image4.png"/><Relationship Id="rId10" Type="http://schemas.openxmlformats.org/officeDocument/2006/relationships/image" Target="../media/image13.png"/><Relationship Id="rId4" Type="http://schemas.openxmlformats.org/officeDocument/2006/relationships/image" Target="../media/image15.jp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6.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6.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0.jp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7.jp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7.jp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6.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8.png"/><Relationship Id="rId7"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image" Target="../media/image17.jpg"/><Relationship Id="rId11" Type="http://schemas.openxmlformats.org/officeDocument/2006/relationships/image" Target="../media/image24.png"/><Relationship Id="rId5" Type="http://schemas.openxmlformats.org/officeDocument/2006/relationships/image" Target="../media/image16.jpg"/><Relationship Id="rId10" Type="http://schemas.openxmlformats.org/officeDocument/2006/relationships/image" Target="../media/image27.png"/><Relationship Id="rId4" Type="http://schemas.openxmlformats.org/officeDocument/2006/relationships/image" Target="../media/image15.jpg"/><Relationship Id="rId9"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3.png"/><Relationship Id="rId4" Type="http://schemas.openxmlformats.org/officeDocument/2006/relationships/image" Target="../media/image20.jp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3.png"/><Relationship Id="rId4" Type="http://schemas.openxmlformats.org/officeDocument/2006/relationships/image" Target="../media/image20.jp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id="169" name="Google Shape;169;p32" descr="Water with solid fill"/>
          <p:cNvPicPr preferRelativeResize="0"/>
          <p:nvPr/>
        </p:nvPicPr>
        <p:blipFill rotWithShape="1">
          <a:blip r:embed="rId4">
            <a:alphaModFix/>
          </a:blip>
          <a:srcRect/>
          <a:stretch/>
        </p:blipFill>
        <p:spPr>
          <a:xfrm>
            <a:off x="4539325" y="266693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16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83" name="Google Shape;183;p34" descr="Brown Cartoon Owl Vector Clipart image - Free stock photo - Public ..."/>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91" name="Google Shape;191;p35"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1495737" y="3288696"/>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5743650" y="3265944"/>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8" name="Google Shape;228;p39"/>
          <p:cNvPicPr preferRelativeResize="0"/>
          <p:nvPr/>
        </p:nvPicPr>
        <p:blipFill>
          <a:blip r:embed="rId5">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66288"/>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0" name="Google Shape;230;p39" descr="Brown Cartoon Owl Vector Clipart image - Free stock photo - Public ..."/>
          <p:cNvPicPr preferRelativeResize="0"/>
          <p:nvPr/>
        </p:nvPicPr>
        <p:blipFill>
          <a:blip r:embed="rId6">
            <a:alphaModFix/>
          </a:blip>
          <a:stretch>
            <a:fillRect/>
          </a:stretch>
        </p:blipFill>
        <p:spPr>
          <a:xfrm>
            <a:off x="2565397" y="2596225"/>
            <a:ext cx="594075" cy="829926"/>
          </a:xfrm>
          <a:prstGeom prst="rect">
            <a:avLst/>
          </a:prstGeom>
          <a:noFill/>
          <a:ln>
            <a:noFill/>
          </a:ln>
        </p:spPr>
      </p:pic>
      <p:pic>
        <p:nvPicPr>
          <p:cNvPr id="231" name="Google Shape;231;p39"/>
          <p:cNvPicPr preferRelativeResize="0"/>
          <p:nvPr/>
        </p:nvPicPr>
        <p:blipFill>
          <a:blip r:embed="rId7">
            <a:alphaModFix/>
          </a:blip>
          <a:stretch>
            <a:fillRect/>
          </a:stretch>
        </p:blipFill>
        <p:spPr>
          <a:xfrm>
            <a:off x="3229088" y="2944686"/>
            <a:ext cx="1699450" cy="2077125"/>
          </a:xfrm>
          <a:prstGeom prst="rect">
            <a:avLst/>
          </a:prstGeom>
          <a:noFill/>
          <a:ln>
            <a:noFill/>
          </a:ln>
        </p:spPr>
      </p:pic>
      <p:pic>
        <p:nvPicPr>
          <p:cNvPr id="227" name="Google Shape;227;p39"/>
          <p:cNvPicPr preferRelativeResize="0"/>
          <p:nvPr/>
        </p:nvPicPr>
        <p:blipFill>
          <a:blip r:embed="rId8">
            <a:alphaModFix/>
          </a:blip>
          <a:stretch>
            <a:fillRect/>
          </a:stretch>
        </p:blipFill>
        <p:spPr>
          <a:xfrm>
            <a:off x="1167752" y="2601688"/>
            <a:ext cx="770345" cy="81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500" fill="hold"/>
                                        <p:tgtEl>
                                          <p:spTgt spid="228"/>
                                        </p:tgtEl>
                                        <p:attrNameLst>
                                          <p:attrName>ppt_x</p:attrName>
                                        </p:attrNameLst>
                                      </p:cBhvr>
                                      <p:tavLst>
                                        <p:tav tm="0">
                                          <p:val>
                                            <p:strVal val="0-#ppt_w/2"/>
                                          </p:val>
                                        </p:tav>
                                        <p:tav tm="100000">
                                          <p:val>
                                            <p:strVal val="#ppt_x"/>
                                          </p:val>
                                        </p:tav>
                                      </p:tavLst>
                                    </p:anim>
                                    <p:anim calcmode="lin" valueType="num">
                                      <p:cBhvr additive="base">
                                        <p:cTn id="8" dur="500" fill="hold"/>
                                        <p:tgtEl>
                                          <p:spTgt spid="2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31"/>
                                        </p:tgtEl>
                                        <p:attrNameLst>
                                          <p:attrName>style.visibility</p:attrName>
                                        </p:attrNameLst>
                                      </p:cBhvr>
                                      <p:to>
                                        <p:strVal val="visible"/>
                                      </p:to>
                                    </p:set>
                                    <p:anim calcmode="lin" valueType="num">
                                      <p:cBhvr additive="base">
                                        <p:cTn id="13" dur="1000"/>
                                        <p:tgtEl>
                                          <p:spTgt spid="23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3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29"/>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animBg="1"/>
      <p:bldP spid="22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256800" y="2878323"/>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6" name="Google Shape;216;p38"/>
          <p:cNvPicPr preferRelativeResize="0"/>
          <p:nvPr/>
        </p:nvPicPr>
        <p:blipFill>
          <a:blip r:embed="rId6">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38" descr="Brown Cartoon Owl Vector Clipart image - Free stock photo - Public ..."/>
          <p:cNvPicPr preferRelativeResize="0"/>
          <p:nvPr/>
        </p:nvPicPr>
        <p:blipFill>
          <a:blip r:embed="rId7">
            <a:alphaModFix/>
          </a:blip>
          <a:stretch>
            <a:fillRect/>
          </a:stretch>
        </p:blipFill>
        <p:spPr>
          <a:xfrm>
            <a:off x="2662725" y="2551350"/>
            <a:ext cx="594075" cy="829926"/>
          </a:xfrm>
          <a:prstGeom prst="rect">
            <a:avLst/>
          </a:prstGeom>
          <a:noFill/>
          <a:ln>
            <a:noFill/>
          </a:ln>
        </p:spPr>
      </p:pic>
      <p:pic>
        <p:nvPicPr>
          <p:cNvPr id="215" name="Google Shape;215;p38"/>
          <p:cNvPicPr preferRelativeResize="0"/>
          <p:nvPr/>
        </p:nvPicPr>
        <p:blipFill>
          <a:blip r:embed="rId8">
            <a:alphaModFix/>
          </a:blip>
          <a:stretch>
            <a:fillRect/>
          </a:stretch>
        </p:blipFill>
        <p:spPr>
          <a:xfrm>
            <a:off x="1206102" y="2551350"/>
            <a:ext cx="770345" cy="819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 calcmode="lin" valueType="num">
                                      <p:cBhvr additive="base">
                                        <p:cTn id="7" dur="1000"/>
                                        <p:tgtEl>
                                          <p:spTgt spid="213"/>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1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1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descr="A cartoon of a white and purple animal&#10;&#10;Description automatically generated"/>
          <p:cNvPicPr preferRelativeResize="0"/>
          <p:nvPr/>
        </p:nvPicPr>
        <p:blipFill rotWithShape="1">
          <a:blip r:embed="rId3">
            <a:alphaModFix/>
          </a:blip>
          <a:srcRect/>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l="1650" t="-6060" r="-1649" b="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id="242" name="Google Shape;242;p40" descr="Small Trees | Free SVG"/>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4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40"/>
          <p:cNvPicPr preferRelativeResize="0"/>
          <p:nvPr/>
        </p:nvPicPr>
        <p:blipFill>
          <a:blip r:embed="rId10">
            <a:alphaModFix/>
          </a:blip>
          <a:stretch>
            <a:fillRect/>
          </a:stretch>
        </p:blipFill>
        <p:spPr>
          <a:xfrm>
            <a:off x="242226" y="2162250"/>
            <a:ext cx="770345" cy="819000"/>
          </a:xfrm>
          <a:prstGeom prst="rect">
            <a:avLst/>
          </a:prstGeom>
          <a:noFill/>
          <a:ln>
            <a:noFill/>
          </a:ln>
        </p:spPr>
      </p:pic>
      <p:pic>
        <p:nvPicPr>
          <p:cNvPr id="246" name="Google Shape;246;p40" descr="Brown Cartoon Owl Vector Clipart image - Free stock photo - Public ..."/>
          <p:cNvPicPr preferRelativeResize="0"/>
          <p:nvPr/>
        </p:nvPicPr>
        <p:blipFill>
          <a:blip r:embed="rId11">
            <a:alphaModFix/>
          </a:blip>
          <a:stretch>
            <a:fillRect/>
          </a:stretch>
        </p:blipFill>
        <p:spPr>
          <a:xfrm>
            <a:off x="1758187" y="2137861"/>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1500"/>
                                        <p:tgtEl>
                                          <p:spTgt spid="23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animBg="1"/>
      <p:bldP spid="24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42"/>
          <p:cNvSpPr/>
          <p:nvPr/>
        </p:nvSpPr>
        <p:spPr>
          <a:xfrm>
            <a:off x="5108425" y="197872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5" name="Google Shape;265;p4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66" name="Google Shape;266;p4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67" name="Google Shape;267;p42" descr="Hybrid laptop computer | Public domain vectors"/>
          <p:cNvPicPr preferRelativeResize="0"/>
          <p:nvPr/>
        </p:nvPicPr>
        <p:blipFill rotWithShape="1">
          <a:blip r:embed="rId4">
            <a:alphaModFix/>
          </a:blip>
          <a:srcRect b="14806"/>
          <a:stretch/>
        </p:blipFill>
        <p:spPr>
          <a:xfrm>
            <a:off x="3960850" y="2024165"/>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id="269" name="Google Shape;269;p4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5420162" y="2060969"/>
            <a:ext cx="619725" cy="648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 calcmode="lin" valueType="num">
                                      <p:cBhvr additive="base">
                                        <p:cTn id="7" dur="500" fill="hold"/>
                                        <p:tgtEl>
                                          <p:spTgt spid="268"/>
                                        </p:tgtEl>
                                        <p:attrNameLst>
                                          <p:attrName>ppt_x</p:attrName>
                                        </p:attrNameLst>
                                      </p:cBhvr>
                                      <p:tavLst>
                                        <p:tav tm="0">
                                          <p:val>
                                            <p:strVal val="0-#ppt_w/2"/>
                                          </p:val>
                                        </p:tav>
                                        <p:tav tm="100000">
                                          <p:val>
                                            <p:strVal val="#ppt_x"/>
                                          </p:val>
                                        </p:tav>
                                      </p:tavLst>
                                    </p:anim>
                                    <p:anim calcmode="lin" valueType="num">
                                      <p:cBhvr additive="base">
                                        <p:cTn id="8" dur="500" fill="hold"/>
                                        <p:tgtEl>
                                          <p:spTgt spid="26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69"/>
                                        </p:tgtEl>
                                        <p:attrNameLst>
                                          <p:attrName>style.visibility</p:attrName>
                                        </p:attrNameLst>
                                      </p:cBhvr>
                                      <p:to>
                                        <p:strVal val="visible"/>
                                      </p:to>
                                    </p:set>
                                    <p:anim calcmode="lin" valueType="num">
                                      <p:cBhvr additive="base">
                                        <p:cTn id="13" dur="1000"/>
                                        <p:tgtEl>
                                          <p:spTgt spid="269"/>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6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7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6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 grpId="0" animBg="1"/>
      <p:bldP spid="26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4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4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54" name="Google Shape;254;p4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55" name="Google Shape;255;p41" descr="Hybrid laptop computer | Public domain vectors"/>
          <p:cNvPicPr preferRelativeResize="0"/>
          <p:nvPr/>
        </p:nvPicPr>
        <p:blipFill rotWithShape="1">
          <a:blip r:embed="rId4">
            <a:alphaModFix/>
          </a:blip>
          <a:srcRect b="14806"/>
          <a:stretch/>
        </p:blipFill>
        <p:spPr>
          <a:xfrm>
            <a:off x="3967775" y="1999875"/>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5371231" y="1999875"/>
            <a:ext cx="724638" cy="77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 calcmode="lin" valueType="num">
                                      <p:cBhvr additive="base">
                                        <p:cTn id="7" dur="1000"/>
                                        <p:tgtEl>
                                          <p:spTgt spid="25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5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5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700" fill="hold"/>
                                        <p:tgtEl>
                                          <p:spTgt spid="27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85" name="Google Shape;285;p44" descr="Public Domain Clip Art Image | Lop eared rabbit | ID ..."/>
          <p:cNvPicPr preferRelativeResize="0"/>
          <p:nvPr/>
        </p:nvPicPr>
        <p:blipFill rotWithShape="1">
          <a:blip r:embed="rId6">
            <a:alphaModFix/>
          </a:blip>
          <a:srcRect t="-12447" r="-16522"/>
          <a:stretch/>
        </p:blipFill>
        <p:spPr>
          <a:xfrm>
            <a:off x="5537500" y="1659637"/>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5802863" y="3454800"/>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1454963" y="3395263"/>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8"/>
          <p:cNvPicPr preferRelativeResize="0"/>
          <p:nvPr/>
        </p:nvPicPr>
        <p:blipFill>
          <a:blip r:embed="rId5">
            <a:alphaModFix/>
          </a:blip>
          <a:stretch>
            <a:fillRect/>
          </a:stretch>
        </p:blipFill>
        <p:spPr>
          <a:xfrm>
            <a:off x="3229413" y="3029126"/>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1251683" y="2565712"/>
            <a:ext cx="669874" cy="700775"/>
          </a:xfrm>
          <a:prstGeom prst="rect">
            <a:avLst/>
          </a:prstGeom>
          <a:noFill/>
          <a:ln>
            <a:noFill/>
          </a:ln>
        </p:spPr>
      </p:pic>
      <p:pic>
        <p:nvPicPr>
          <p:cNvPr id="320" name="Google Shape;320;p48" descr="Public Domain Clip Art Image | Lop eared rabbit | ID ..."/>
          <p:cNvPicPr preferRelativeResize="0"/>
          <p:nvPr/>
        </p:nvPicPr>
        <p:blipFill rotWithShape="1">
          <a:blip r:embed="rId8">
            <a:alphaModFix/>
          </a:blip>
          <a:srcRect t="-12447" r="-16522"/>
          <a:stretch/>
        </p:blipFill>
        <p:spPr>
          <a:xfrm>
            <a:off x="2629950" y="2439832"/>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1000"/>
                                        <p:tgtEl>
                                          <p:spTgt spid="31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17"/>
                                        </p:tgtEl>
                                        <p:attrNameLst>
                                          <p:attrName>style.visibility</p:attrName>
                                        </p:attrNameLst>
                                      </p:cBhvr>
                                      <p:to>
                                        <p:strVal val="visible"/>
                                      </p:to>
                                    </p:set>
                                    <p:anim calcmode="lin" valueType="num">
                                      <p:cBhvr additive="base">
                                        <p:cTn id="12" dur="1000"/>
                                        <p:tgtEl>
                                          <p:spTgt spid="317"/>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0" animBg="1"/>
      <p:bldP spid="3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9"/>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0" name="Google Shape;330;p49"/>
          <p:cNvPicPr preferRelativeResize="0"/>
          <p:nvPr/>
        </p:nvPicPr>
        <p:blipFill>
          <a:blip r:embed="rId5">
            <a:alphaModFix/>
          </a:blip>
          <a:stretch>
            <a:fillRect/>
          </a:stretch>
        </p:blipFill>
        <p:spPr>
          <a:xfrm>
            <a:off x="3336623" y="3007750"/>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1252101" y="2574826"/>
            <a:ext cx="669874" cy="700775"/>
          </a:xfrm>
          <a:prstGeom prst="rect">
            <a:avLst/>
          </a:prstGeom>
          <a:noFill/>
          <a:ln>
            <a:noFill/>
          </a:ln>
        </p:spPr>
      </p:pic>
      <p:pic>
        <p:nvPicPr>
          <p:cNvPr id="333" name="Google Shape;333;p49" descr="Public Domain Clip Art Image | Lop eared rabbit | ID ..."/>
          <p:cNvPicPr preferRelativeResize="0"/>
          <p:nvPr/>
        </p:nvPicPr>
        <p:blipFill rotWithShape="1">
          <a:blip r:embed="rId8">
            <a:alphaModFix/>
          </a:blip>
          <a:srcRect t="-12447" r="-16522"/>
          <a:stretch/>
        </p:blipFill>
        <p:spPr>
          <a:xfrm>
            <a:off x="2629950" y="2469153"/>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 calcmode="lin" valueType="num">
                                      <p:cBhvr additive="base">
                                        <p:cTn id="7" dur="1000"/>
                                        <p:tgtEl>
                                          <p:spTgt spid="33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50" descr="A cartoon of a white and purple animal&#10;&#10;Description automatically generated"/>
          <p:cNvPicPr preferRelativeResize="0"/>
          <p:nvPr/>
        </p:nvPicPr>
        <p:blipFill rotWithShape="1">
          <a:blip r:embed="rId3">
            <a:alphaModFix/>
          </a:blip>
          <a:srcRect/>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l="1650" t="-6060" r="-1649" b="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id="343" name="Google Shape;343;p50" descr="Small Trees | Free SVG"/>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5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342063" y="2225300"/>
            <a:ext cx="669874" cy="700775"/>
          </a:xfrm>
          <a:prstGeom prst="rect">
            <a:avLst/>
          </a:prstGeom>
          <a:noFill/>
          <a:ln>
            <a:noFill/>
          </a:ln>
        </p:spPr>
      </p:pic>
      <p:pic>
        <p:nvPicPr>
          <p:cNvPr id="348" name="Google Shape;348;p50" descr="Public Domain Clip Art Image | Lop eared rabbit | ID ..."/>
          <p:cNvPicPr preferRelativeResize="0"/>
          <p:nvPr/>
        </p:nvPicPr>
        <p:blipFill rotWithShape="1">
          <a:blip r:embed="rId11">
            <a:alphaModFix/>
          </a:blip>
          <a:srcRect t="-12447" r="-16522"/>
          <a:stretch/>
        </p:blipFill>
        <p:spPr>
          <a:xfrm>
            <a:off x="1727881" y="2092601"/>
            <a:ext cx="662799" cy="91212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1000"/>
                                        <p:tgtEl>
                                          <p:spTgt spid="34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 calcmode="lin" valueType="num">
                                      <p:cBhvr additive="base">
                                        <p:cTn id="12" dur="1500"/>
                                        <p:tgtEl>
                                          <p:spTgt spid="33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 grpId="0" animBg="1"/>
      <p:bldP spid="34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2"/>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5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68" name="Google Shape;368;p5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69" name="Google Shape;369;p52" descr="Hybrid laptop computer | Public domain vectors"/>
          <p:cNvPicPr preferRelativeResize="0"/>
          <p:nvPr/>
        </p:nvPicPr>
        <p:blipFill rotWithShape="1">
          <a:blip r:embed="rId4">
            <a:alphaModFix/>
          </a:blip>
          <a:srcRect b="14806"/>
          <a:stretch/>
        </p:blipFill>
        <p:spPr>
          <a:xfrm>
            <a:off x="3954088" y="2034300"/>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36099" y="2870425"/>
            <a:ext cx="1610700" cy="1968275"/>
          </a:xfrm>
          <a:prstGeom prst="rect">
            <a:avLst/>
          </a:prstGeom>
          <a:noFill/>
          <a:ln>
            <a:noFill/>
          </a:ln>
        </p:spPr>
      </p:pic>
      <p:pic>
        <p:nvPicPr>
          <p:cNvPr id="371" name="Google Shape;371;p5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5338050" y="2034300"/>
            <a:ext cx="754150" cy="721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70"/>
                                        </p:tgtEl>
                                        <p:attrNameLst>
                                          <p:attrName>style.visibility</p:attrName>
                                        </p:attrNameLst>
                                      </p:cBhvr>
                                      <p:to>
                                        <p:strVal val="visible"/>
                                      </p:to>
                                    </p:set>
                                    <p:anim calcmode="lin" valueType="num">
                                      <p:cBhvr additive="base">
                                        <p:cTn id="7" dur="500" fill="hold"/>
                                        <p:tgtEl>
                                          <p:spTgt spid="370"/>
                                        </p:tgtEl>
                                        <p:attrNameLst>
                                          <p:attrName>ppt_x</p:attrName>
                                        </p:attrNameLst>
                                      </p:cBhvr>
                                      <p:tavLst>
                                        <p:tav tm="0">
                                          <p:val>
                                            <p:strVal val="0-#ppt_w/2"/>
                                          </p:val>
                                        </p:tav>
                                        <p:tav tm="100000">
                                          <p:val>
                                            <p:strVal val="#ppt_x"/>
                                          </p:val>
                                        </p:tav>
                                      </p:tavLst>
                                    </p:anim>
                                    <p:anim calcmode="lin" valueType="num">
                                      <p:cBhvr additive="base">
                                        <p:cTn id="8" dur="500" fill="hold"/>
                                        <p:tgtEl>
                                          <p:spTgt spid="3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71"/>
                                        </p:tgtEl>
                                        <p:attrNameLst>
                                          <p:attrName>style.visibility</p:attrName>
                                        </p:attrNameLst>
                                      </p:cBhvr>
                                      <p:to>
                                        <p:strVal val="visible"/>
                                      </p:to>
                                    </p:set>
                                    <p:anim calcmode="lin" valueType="num">
                                      <p:cBhvr additive="base">
                                        <p:cTn id="13" dur="1000"/>
                                        <p:tgtEl>
                                          <p:spTgt spid="371"/>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6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7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6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5" grpId="0" animBg="1"/>
      <p:bldP spid="36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5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5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56" name="Google Shape;356;p5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57" name="Google Shape;357;p51" descr="Hybrid laptop computer | Public domain vectors"/>
          <p:cNvPicPr preferRelativeResize="0"/>
          <p:nvPr/>
        </p:nvPicPr>
        <p:blipFill rotWithShape="1">
          <a:blip r:embed="rId4">
            <a:alphaModFix/>
          </a:blip>
          <a:srcRect b="14806"/>
          <a:stretch/>
        </p:blipFill>
        <p:spPr>
          <a:xfrm>
            <a:off x="3970125" y="2024164"/>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5403164" y="2034687"/>
            <a:ext cx="669874" cy="7007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anim calcmode="lin" valueType="num">
                                      <p:cBhvr additive="base">
                                        <p:cTn id="7" dur="1000"/>
                                        <p:tgtEl>
                                          <p:spTgt spid="35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5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8" name="Google Shape;378;p53"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4" name="Google Shape;3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745</Words>
  <Application>Microsoft Macintosh PowerPoint</Application>
  <PresentationFormat>On-screen Show (16:9)</PresentationFormat>
  <Paragraphs>41</Paragraphs>
  <Slides>27</Slides>
  <Notes>27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27</vt:i4>
      </vt:variant>
    </vt:vector>
  </HeadingPairs>
  <TitlesOfParts>
    <vt:vector size="33" baseType="lpstr">
      <vt:lpstr>Helvetica Neue</vt:lpstr>
      <vt:lpstr>Arial</vt:lpstr>
      <vt:lpstr>Helvetica Neue Light</vt:lpstr>
      <vt:lpstr>Calibri</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6</cp:revision>
  <dcterms:modified xsi:type="dcterms:W3CDTF">2025-05-12T18:36:44Z</dcterms:modified>
</cp:coreProperties>
</file>