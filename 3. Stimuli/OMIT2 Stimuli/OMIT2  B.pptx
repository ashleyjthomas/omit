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 id="2147483674" r:id="rId2"/>
  </p:sldMasterIdLst>
  <p:notesMasterIdLst>
    <p:notesMasterId r:id="rId31"/>
  </p:notesMasterIdLst>
  <p:sldIdLst>
    <p:sldId id="256" r:id="rId3"/>
    <p:sldId id="257" r:id="rId4"/>
    <p:sldId id="258" r:id="rId5"/>
    <p:sldId id="259" r:id="rId6"/>
    <p:sldId id="271" r:id="rId7"/>
    <p:sldId id="272" r:id="rId8"/>
    <p:sldId id="273" r:id="rId9"/>
    <p:sldId id="274" r:id="rId10"/>
    <p:sldId id="275" r:id="rId11"/>
    <p:sldId id="276" r:id="rId12"/>
    <p:sldId id="277" r:id="rId13"/>
    <p:sldId id="278" r:id="rId14"/>
    <p:sldId id="279" r:id="rId15"/>
    <p:sldId id="280" r:id="rId16"/>
    <p:sldId id="260" r:id="rId17"/>
    <p:sldId id="261" r:id="rId18"/>
    <p:sldId id="262" r:id="rId19"/>
    <p:sldId id="263" r:id="rId20"/>
    <p:sldId id="264" r:id="rId21"/>
    <p:sldId id="265" r:id="rId22"/>
    <p:sldId id="266" r:id="rId23"/>
    <p:sldId id="267" r:id="rId24"/>
    <p:sldId id="268" r:id="rId25"/>
    <p:sldId id="269" r:id="rId26"/>
    <p:sldId id="270" r:id="rId27"/>
    <p:sldId id="281" r:id="rId28"/>
    <p:sldId id="282" r:id="rId29"/>
    <p:sldId id="283" r:id="rId30"/>
  </p:sldIdLst>
  <p:sldSz cx="9144000" cy="5143500" type="screen16x9"/>
  <p:notesSz cx="6858000" cy="9144000"/>
  <p:embeddedFontLst>
    <p:embeddedFont>
      <p:font typeface="Helvetica Neue" panose="02000503000000020004" pitchFamily="2" charset="0"/>
      <p:regular r:id="rId32"/>
      <p:bold r:id="rId33"/>
      <p:italic r:id="rId34"/>
      <p:boldItalic r:id="rId35"/>
    </p:embeddedFont>
    <p:embeddedFont>
      <p:font typeface="Helvetica Neue Light" panose="02000403000000020004"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5"/>
    <p:restoredTop sz="94675"/>
  </p:normalViewPr>
  <p:slideViewPr>
    <p:cSldViewPr snapToGrid="0">
      <p:cViewPr varScale="1">
        <p:scale>
          <a:sx n="118" d="100"/>
          <a:sy n="118" d="100"/>
        </p:scale>
        <p:origin x="208" y="6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8.fntdata"/><Relationship Id="rId21" Type="http://schemas.openxmlformats.org/officeDocument/2006/relationships/slide" Target="slides/slide19.xml"/><Relationship Id="rId34" Type="http://schemas.openxmlformats.org/officeDocument/2006/relationships/font" Target="fonts/font3.fntdata"/><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font" Target="fonts/font5.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font" Target="fonts/font4.fntdata"/><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2.fntdata"/><Relationship Id="rId38"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fd96758c84_0_1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fd96758c84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g2fd96758c84_0_1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 name="Google Shape;146;g2fd96758c84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fd96758c84_0_19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g2fd96758c84_0_1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fd96758c84_0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fd96758c84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09c7089db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309c7089db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This is Jamie! [click] I am going to tell you a story about her! Jamie feels happy today [click] and she doesn’t know why.</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19899655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304c77a6804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304c77a680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In school today, Jamie learned that rabbits move by using their back legs to hop.</a:t>
            </a:r>
            <a:endParaRPr/>
          </a:p>
        </p:txBody>
      </p:sp>
    </p:spTree>
    <p:extLst>
      <p:ext uri="{BB962C8B-B14F-4D97-AF65-F5344CB8AC3E}">
        <p14:creationId xmlns:p14="http://schemas.microsoft.com/office/powerpoint/2010/main" val="29757563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304c77a6804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304c77a6804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And Jaime is still feeling happy, even after learning an interesting fact about rabbits.</a:t>
            </a:r>
            <a:endParaRPr>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a:solidFill>
                <a:schemeClr val="dk1"/>
              </a:solidFill>
            </a:endParaRPr>
          </a:p>
        </p:txBody>
      </p:sp>
    </p:spTree>
    <p:extLst>
      <p:ext uri="{BB962C8B-B14F-4D97-AF65-F5344CB8AC3E}">
        <p14:creationId xmlns:p14="http://schemas.microsoft.com/office/powerpoint/2010/main" val="30775582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4bbc251ec1_0_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34bbc251ec1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This one is Jamie’s super close best friend</a:t>
            </a:r>
            <a:endParaRPr/>
          </a:p>
        </p:txBody>
      </p:sp>
    </p:spTree>
    <p:extLst>
      <p:ext uri="{BB962C8B-B14F-4D97-AF65-F5344CB8AC3E}">
        <p14:creationId xmlns:p14="http://schemas.microsoft.com/office/powerpoint/2010/main" val="4164926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4bd123be23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4bd123be23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and this one is Jamie’s friend. Jamie is going to run into both of them on the way home.</a:t>
            </a:r>
            <a:endParaRPr/>
          </a:p>
        </p:txBody>
      </p:sp>
    </p:spTree>
    <p:extLst>
      <p:ext uri="{BB962C8B-B14F-4D97-AF65-F5344CB8AC3E}">
        <p14:creationId xmlns:p14="http://schemas.microsoft.com/office/powerpoint/2010/main" val="40079667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g304c77a6804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0" name="Google Shape;310;g304c77a6804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 after school, Jamie saw her friend named Robin. Robin said “Hi Jamie! How was school today?”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Do you think Jamie will tell her friend Robin that she is feeling happy today or about the rabbits? </a:t>
            </a:r>
            <a:r>
              <a:rPr lang="en" sz="1200" b="1">
                <a:solidFill>
                  <a:schemeClr val="dk1"/>
                </a:solidFill>
              </a:rPr>
              <a:t>[click 2x]</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p:txBody>
      </p:sp>
    </p:spTree>
    <p:extLst>
      <p:ext uri="{BB962C8B-B14F-4D97-AF65-F5344CB8AC3E}">
        <p14:creationId xmlns:p14="http://schemas.microsoft.com/office/powerpoint/2010/main" val="69370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304c77a6804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304c77a6804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Then Jamie saw her super close best friend named Taylor. Taylor said “Hi Jamie! How was school today?”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Do you think Jamie will tell her super close best friend Taylor about feeling happy today or about the rabbits? </a:t>
            </a:r>
            <a:r>
              <a:rPr lang="en" sz="1200" b="1">
                <a:solidFill>
                  <a:schemeClr val="dk1"/>
                </a:solidFill>
              </a:rPr>
              <a:t>[click 2x]</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p:txBody>
      </p:sp>
    </p:spTree>
    <p:extLst>
      <p:ext uri="{BB962C8B-B14F-4D97-AF65-F5344CB8AC3E}">
        <p14:creationId xmlns:p14="http://schemas.microsoft.com/office/powerpoint/2010/main" val="47689976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304c77a6804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304c77a6804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Later that day, Jamie went to the pool and saw a friend who she wanted to become super close best friends with.</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If Jaime wanted to share something that would make them become super close best friends, Do you think Jaime will tell them about feeling happy today or about the rabbits? 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[click 2x]</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p:txBody>
      </p:sp>
    </p:spTree>
    <p:extLst>
      <p:ext uri="{BB962C8B-B14F-4D97-AF65-F5344CB8AC3E}">
        <p14:creationId xmlns:p14="http://schemas.microsoft.com/office/powerpoint/2010/main" val="37136326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04c77a6804_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304c77a6804_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Then Jamie saw her mom who ALSO felt happy today and </a:t>
            </a:r>
            <a:r>
              <a:rPr lang="en">
                <a:solidFill>
                  <a:schemeClr val="dk1"/>
                </a:solidFill>
              </a:rPr>
              <a:t>learned a fact about</a:t>
            </a:r>
            <a:r>
              <a:rPr lang="en"/>
              <a:t> racoons at work. Jamie said “Hi mom! How was your day?”</a:t>
            </a:r>
            <a:endParaRPr/>
          </a:p>
          <a:p>
            <a:pPr marL="0" lvl="0" indent="0" algn="l" rtl="0">
              <a:lnSpc>
                <a:spcPct val="115000"/>
              </a:lnSpc>
              <a:spcBef>
                <a:spcPts val="0"/>
              </a:spcBef>
              <a:spcAft>
                <a:spcPts val="0"/>
              </a:spcAft>
              <a:buClr>
                <a:schemeClr val="dk1"/>
              </a:buClr>
              <a:buSzPts val="1100"/>
              <a:buFont typeface="Arial"/>
              <a:buNone/>
            </a:pPr>
            <a:r>
              <a:rPr lang="en"/>
              <a:t>Do you think Jamie’s mom will tell Jamie the fact about raccoons or that she is feeling happy today? Why?</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30165174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g304c77a6804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3" name="Google Shape;363;g304c77a6804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Then Jamie saw her friend’s mom who ALSO felt happy today and learned a fact about lizards at work, Jamie said “Hi! How was your day?”</a:t>
            </a:r>
            <a:endParaRPr/>
          </a:p>
          <a:p>
            <a:pPr marL="0" lvl="0" indent="0" algn="l" rtl="0">
              <a:lnSpc>
                <a:spcPct val="115000"/>
              </a:lnSpc>
              <a:spcBef>
                <a:spcPts val="0"/>
              </a:spcBef>
              <a:spcAft>
                <a:spcPts val="0"/>
              </a:spcAft>
              <a:buClr>
                <a:schemeClr val="dk1"/>
              </a:buClr>
              <a:buSzPts val="1100"/>
              <a:buFont typeface="Arial"/>
              <a:buNone/>
            </a:pPr>
            <a:r>
              <a:rPr lang="en"/>
              <a:t>Do you think Jamie’s friend’s mom will tell Jamie the fact about lizards or that she’s feeling happy? Why?</a:t>
            </a:r>
            <a:endParaRPr/>
          </a:p>
          <a:p>
            <a:pPr marL="0" lvl="0" indent="0" algn="l" rtl="0">
              <a:spcBef>
                <a:spcPts val="0"/>
              </a:spcBef>
              <a:spcAft>
                <a:spcPts val="0"/>
              </a:spcAft>
              <a:buNone/>
            </a:pPr>
            <a:endParaRPr/>
          </a:p>
        </p:txBody>
      </p:sp>
    </p:spTree>
    <p:extLst>
      <p:ext uri="{BB962C8B-B14F-4D97-AF65-F5344CB8AC3E}">
        <p14:creationId xmlns:p14="http://schemas.microsoft.com/office/powerpoint/2010/main" val="21025522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6" name="Google Shape;16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Skylar! [click] I am going to tell you a story about him!</a:t>
            </a:r>
            <a:endParaRPr/>
          </a:p>
          <a:p>
            <a:pPr marL="0" lvl="0" indent="0" algn="l" rtl="0">
              <a:spcBef>
                <a:spcPts val="0"/>
              </a:spcBef>
              <a:spcAft>
                <a:spcPts val="0"/>
              </a:spcAft>
              <a:buNone/>
            </a:pPr>
            <a:r>
              <a:rPr lang="en"/>
              <a:t>Skylar feels sad today [click] and doesn’t know why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2f725bdd42f_0_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2f725bdd42f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2f196430133_0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2f196430133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solidFill>
                  <a:schemeClr val="dk1"/>
                </a:solidFill>
              </a:rPr>
              <a:t>In school today, Skylar learned that owls move by silently flapping their wings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2f725bdd42f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2f725bdd42f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But Skylar is still feeling sad, even after he learned an interesting fact about owls.</a:t>
            </a:r>
            <a:endParaRPr b="1"/>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4bbc251ec1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4" name="Google Shape;194;g34bbc251ec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one is Skylar’s super close best friend,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4bd123be23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4bd123be23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and this one is Skylar’s friend. Skylar is going to run into both of them on the way home.</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409758d60c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409758d60c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after school, Skylar first saw his friend named Finley. Finley said “Hi Skylar! How was school today?”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Do you think Skylar will tell his friend Finley that he is feeling sad today or about the owls?. </a:t>
            </a:r>
            <a:r>
              <a:rPr lang="en" sz="1200" b="1">
                <a:solidFill>
                  <a:schemeClr val="dk1"/>
                </a:solidFill>
              </a:rPr>
              <a:t>[click 2x]</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b="1">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469af4f82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3469af4f82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Then Skylar saw his super close best friend named Peyton. Peyton said “Hi Skylar! How was school today?”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Do you think Skylar will tell his best friend Peyton about feeling sad or about the owls?. </a:t>
            </a:r>
            <a:r>
              <a:rPr lang="en" sz="1200" b="1">
                <a:solidFill>
                  <a:schemeClr val="dk1"/>
                </a:solidFill>
              </a:rPr>
              <a:t>[click 2x]</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09d30efcf1_0_2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09d30efcf1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Later that day, Skylar went to the pool and saw a different friend who he wanted to become super close best friends with.</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a:solidFill>
                  <a:schemeClr val="dk1"/>
                </a:solidFill>
              </a:rPr>
              <a:t>If Skylar wanted to share something that would make them become super close best friends, Do you think Skylar will tell them that he is feeling sad today or about the owls? Why?</a:t>
            </a:r>
            <a:endParaRPr sz="1200">
              <a:solidFill>
                <a:schemeClr val="dk1"/>
              </a:solidFill>
            </a:endParaRPr>
          </a:p>
          <a:p>
            <a:pPr marL="0" lvl="0" indent="0" algn="l" rtl="0">
              <a:lnSpc>
                <a:spcPct val="115000"/>
              </a:lnSpc>
              <a:spcBef>
                <a:spcPts val="0"/>
              </a:spcBef>
              <a:spcAft>
                <a:spcPts val="0"/>
              </a:spcAft>
              <a:buClr>
                <a:schemeClr val="dk1"/>
              </a:buClr>
              <a:buSzPts val="1100"/>
              <a:buFont typeface="Arial"/>
              <a:buNone/>
            </a:pPr>
            <a:r>
              <a:rPr lang="en" sz="1200" b="1">
                <a:solidFill>
                  <a:schemeClr val="dk1"/>
                </a:solidFill>
              </a:rPr>
              <a:t>[click 2x]</a:t>
            </a:r>
            <a:endParaRPr sz="1200" b="1">
              <a:solidFill>
                <a:schemeClr val="dk1"/>
              </a:solidFill>
            </a:endParaRPr>
          </a:p>
          <a:p>
            <a:pPr marL="0" lvl="0" indent="0" algn="l" rtl="0">
              <a:lnSpc>
                <a:spcPct val="115000"/>
              </a:lnSpc>
              <a:spcBef>
                <a:spcPts val="0"/>
              </a:spcBef>
              <a:spcAft>
                <a:spcPts val="0"/>
              </a:spcAft>
              <a:buClr>
                <a:schemeClr val="dk1"/>
              </a:buClr>
              <a:buSzPts val="1100"/>
              <a:buFont typeface="Arial"/>
              <a:buNone/>
            </a:pPr>
            <a:endParaRPr sz="1200">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469af4f821_0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9" name="Google Shape;249;g3469af4f821_0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Then Skylar saw his mom who ALSO felt sad today and </a:t>
            </a:r>
            <a:r>
              <a:rPr lang="en">
                <a:solidFill>
                  <a:schemeClr val="dk1"/>
                </a:solidFill>
              </a:rPr>
              <a:t>and learned a fact about</a:t>
            </a:r>
            <a:r>
              <a:rPr lang="en"/>
              <a:t> foxes work. Skylar said “Hi mom! How was your day?”</a:t>
            </a:r>
            <a:endParaRPr/>
          </a:p>
          <a:p>
            <a:pPr marL="0" lvl="0" indent="0" algn="l" rtl="0">
              <a:lnSpc>
                <a:spcPct val="115000"/>
              </a:lnSpc>
              <a:spcBef>
                <a:spcPts val="0"/>
              </a:spcBef>
              <a:spcAft>
                <a:spcPts val="0"/>
              </a:spcAft>
              <a:buClr>
                <a:schemeClr val="dk1"/>
              </a:buClr>
              <a:buSzPts val="1100"/>
              <a:buFont typeface="Arial"/>
              <a:buNone/>
            </a:pPr>
            <a:r>
              <a:rPr lang="en"/>
              <a:t>Do you think Skylar’s mom will tell Sklyar the fact about foxes she learned at work or that she is feeling sad today? Why?</a:t>
            </a:r>
            <a:endParaRPr/>
          </a:p>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3469af4f821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3469af4f821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a:t>Then Skylar saw his friend’s mom who ALSO felt sad today and </a:t>
            </a:r>
            <a:r>
              <a:rPr lang="en">
                <a:solidFill>
                  <a:schemeClr val="dk1"/>
                </a:solidFill>
              </a:rPr>
              <a:t>learned a fact about geese</a:t>
            </a:r>
            <a:r>
              <a:rPr lang="en"/>
              <a:t>, Skylar said “Hi! How was your day?”</a:t>
            </a:r>
            <a:endParaRPr/>
          </a:p>
          <a:p>
            <a:pPr marL="0" lvl="0" indent="0" algn="l" rtl="0">
              <a:lnSpc>
                <a:spcPct val="115000"/>
              </a:lnSpc>
              <a:spcBef>
                <a:spcPts val="0"/>
              </a:spcBef>
              <a:spcAft>
                <a:spcPts val="0"/>
              </a:spcAft>
              <a:buClr>
                <a:schemeClr val="dk1"/>
              </a:buClr>
              <a:buSzPts val="1100"/>
              <a:buFont typeface="Arial"/>
              <a:buNone/>
            </a:pPr>
            <a:r>
              <a:rPr lang="en"/>
              <a:t>Do you think Skylar’s friend’s mom will tell Skylar the fact about geese that she learned at work or that she’s feeling sad? Why?</a:t>
            </a:r>
            <a:endParaRPr/>
          </a:p>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3"/>
        <p:cNvGrpSpPr/>
        <p:nvPr/>
      </p:nvGrpSpPr>
      <p:grpSpPr>
        <a:xfrm>
          <a:off x="0" y="0"/>
          <a:ext cx="0" cy="0"/>
          <a:chOff x="0" y="0"/>
          <a:chExt cx="0" cy="0"/>
        </a:xfrm>
      </p:grpSpPr>
      <p:sp>
        <p:nvSpPr>
          <p:cNvPr id="374" name="Google Shape;374;g2fd96758c84_0_36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5" name="Google Shape;375;g2fd96758c84_0_3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2fd96758c84_0_4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1" name="Google Shape;381;g2fd96758c84_0_4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g2fd96758c84_0_46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8" name="Google Shape;388;g2fd96758c84_0_4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1">
  <p:cSld name="TITLE_AND_BODY_1">
    <p:spTree>
      <p:nvGrpSpPr>
        <p:cNvPr id="1" name="Shape 50"/>
        <p:cNvGrpSpPr/>
        <p:nvPr/>
      </p:nvGrpSpPr>
      <p:grpSpPr>
        <a:xfrm>
          <a:off x="0" y="0"/>
          <a:ext cx="0" cy="0"/>
          <a:chOff x="0" y="0"/>
          <a:chExt cx="0" cy="0"/>
        </a:xfrm>
      </p:grpSpPr>
      <p:sp>
        <p:nvSpPr>
          <p:cNvPr id="51" name="Google Shape;51;p13"/>
          <p:cNvSpPr txBox="1">
            <a:spLocks noGrp="1"/>
          </p:cNvSpPr>
          <p:nvPr>
            <p:ph type="sldNum" idx="12"/>
          </p:nvPr>
        </p:nvSpPr>
        <p:spPr>
          <a:xfrm>
            <a:off x="4482789" y="4902398"/>
            <a:ext cx="174900" cy="177300"/>
          </a:xfrm>
          <a:prstGeom prst="rect">
            <a:avLst/>
          </a:prstGeom>
          <a:noFill/>
          <a:ln>
            <a:noFill/>
          </a:ln>
        </p:spPr>
        <p:txBody>
          <a:bodyPr spcFirstLastPara="1" wrap="square" lIns="26800" tIns="26800" rIns="26800" bIns="26800" anchor="t" anchorCtr="0">
            <a:spAutoFit/>
          </a:bodyPr>
          <a:lstStyle>
            <a:lvl1pPr marL="0" marR="0" lvl="0"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1pPr>
            <a:lvl2pPr marL="0" marR="0" lvl="1"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2pPr>
            <a:lvl3pPr marL="0" marR="0" lvl="2"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3pPr>
            <a:lvl4pPr marL="0" marR="0" lvl="3"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4pPr>
            <a:lvl5pPr marL="0" marR="0" lvl="4"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5pPr>
            <a:lvl6pPr marL="0" marR="0" lvl="5"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6pPr>
            <a:lvl7pPr marL="0" marR="0" lvl="6"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7pPr>
            <a:lvl8pPr marL="0" marR="0" lvl="7"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8pPr>
            <a:lvl9pPr marL="0" marR="0" lvl="8" indent="0" algn="ctr" rtl="0">
              <a:lnSpc>
                <a:spcPct val="100000"/>
              </a:lnSpc>
              <a:spcBef>
                <a:spcPts val="0"/>
              </a:spcBef>
              <a:spcAft>
                <a:spcPts val="0"/>
              </a:spcAft>
              <a:buClr>
                <a:srgbClr val="000000"/>
              </a:buClr>
              <a:buSzPts val="800"/>
              <a:buFont typeface="Helvetica Neue Light"/>
              <a:buNone/>
              <a:defRPr sz="800" b="0" i="0" u="none" strike="noStrike" cap="none">
                <a:solidFill>
                  <a:srgbClr val="757575"/>
                </a:solidFill>
                <a:latin typeface="Helvetica Neue Light"/>
                <a:ea typeface="Helvetica Neue Light"/>
                <a:cs typeface="Helvetica Neue Light"/>
                <a:sym typeface="Helvetica Neue Light"/>
              </a:defRPr>
            </a:lvl9pPr>
          </a:lstStyle>
          <a:p>
            <a:pPr marL="0" lvl="0" indent="0" algn="ctr" rtl="0">
              <a:spcBef>
                <a:spcPts val="0"/>
              </a:spcBef>
              <a:spcAft>
                <a:spcPts val="0"/>
              </a:spcAft>
              <a:buNone/>
            </a:pPr>
            <a:fld id="{00000000-1234-1234-1234-123412341234}" type="slidenum">
              <a:rPr lang="en"/>
              <a:t>‹#›</a:t>
            </a:fld>
            <a:endParaRPr sz="900">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2"/>
        <p:cNvGrpSpPr/>
        <p:nvPr/>
      </p:nvGrpSpPr>
      <p:grpSpPr>
        <a:xfrm>
          <a:off x="0" y="0"/>
          <a:ext cx="0" cy="0"/>
          <a:chOff x="0" y="0"/>
          <a:chExt cx="0" cy="0"/>
        </a:xfrm>
      </p:grpSpPr>
      <p:sp>
        <p:nvSpPr>
          <p:cNvPr id="53" name="Google Shape;53;p14"/>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rtl="0">
              <a:lnSpc>
                <a:spcPct val="90000"/>
              </a:lnSpc>
              <a:spcBef>
                <a:spcPts val="0"/>
              </a:spcBef>
              <a:spcAft>
                <a:spcPts val="0"/>
              </a:spcAft>
              <a:buClr>
                <a:schemeClr val="dk1"/>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4" name="Google Shape;54;p14"/>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rtl="0">
              <a:lnSpc>
                <a:spcPct val="90000"/>
              </a:lnSpc>
              <a:spcBef>
                <a:spcPts val="800"/>
              </a:spcBef>
              <a:spcAft>
                <a:spcPts val="0"/>
              </a:spcAft>
              <a:buClr>
                <a:schemeClr val="dk1"/>
              </a:buClr>
              <a:buSzPts val="1400"/>
              <a:buChar char="●"/>
              <a:defRPr/>
            </a:lvl1pPr>
            <a:lvl2pPr marL="914400" lvl="1" indent="-317500" algn="l" rtl="0">
              <a:lnSpc>
                <a:spcPct val="90000"/>
              </a:lnSpc>
              <a:spcBef>
                <a:spcPts val="1200"/>
              </a:spcBef>
              <a:spcAft>
                <a:spcPts val="0"/>
              </a:spcAft>
              <a:buClr>
                <a:schemeClr val="dk1"/>
              </a:buClr>
              <a:buSzPts val="1400"/>
              <a:buChar char="○"/>
              <a:defRPr/>
            </a:lvl2pPr>
            <a:lvl3pPr marL="1371600" lvl="2" indent="-317500" algn="l" rtl="0">
              <a:lnSpc>
                <a:spcPct val="90000"/>
              </a:lnSpc>
              <a:spcBef>
                <a:spcPts val="1200"/>
              </a:spcBef>
              <a:spcAft>
                <a:spcPts val="0"/>
              </a:spcAft>
              <a:buClr>
                <a:schemeClr val="dk1"/>
              </a:buClr>
              <a:buSzPts val="1400"/>
              <a:buChar char="■"/>
              <a:defRPr/>
            </a:lvl3pPr>
            <a:lvl4pPr marL="1828800" lvl="3" indent="-317500" algn="l" rtl="0">
              <a:lnSpc>
                <a:spcPct val="90000"/>
              </a:lnSpc>
              <a:spcBef>
                <a:spcPts val="1200"/>
              </a:spcBef>
              <a:spcAft>
                <a:spcPts val="0"/>
              </a:spcAft>
              <a:buClr>
                <a:schemeClr val="dk1"/>
              </a:buClr>
              <a:buSzPts val="1400"/>
              <a:buChar char="●"/>
              <a:defRPr/>
            </a:lvl4pPr>
            <a:lvl5pPr marL="2286000" lvl="4" indent="-317500" algn="l" rtl="0">
              <a:lnSpc>
                <a:spcPct val="90000"/>
              </a:lnSpc>
              <a:spcBef>
                <a:spcPts val="1200"/>
              </a:spcBef>
              <a:spcAft>
                <a:spcPts val="0"/>
              </a:spcAft>
              <a:buClr>
                <a:schemeClr val="dk1"/>
              </a:buClr>
              <a:buSzPts val="1400"/>
              <a:buChar char="○"/>
              <a:defRPr/>
            </a:lvl5pPr>
            <a:lvl6pPr marL="2743200" lvl="5" indent="-317500" algn="l" rtl="0">
              <a:lnSpc>
                <a:spcPct val="90000"/>
              </a:lnSpc>
              <a:spcBef>
                <a:spcPts val="1200"/>
              </a:spcBef>
              <a:spcAft>
                <a:spcPts val="0"/>
              </a:spcAft>
              <a:buClr>
                <a:schemeClr val="dk1"/>
              </a:buClr>
              <a:buSzPts val="1400"/>
              <a:buChar char="■"/>
              <a:defRPr/>
            </a:lvl6pPr>
            <a:lvl7pPr marL="3200400" lvl="6" indent="-317500" algn="l" rtl="0">
              <a:lnSpc>
                <a:spcPct val="90000"/>
              </a:lnSpc>
              <a:spcBef>
                <a:spcPts val="1200"/>
              </a:spcBef>
              <a:spcAft>
                <a:spcPts val="0"/>
              </a:spcAft>
              <a:buClr>
                <a:schemeClr val="dk1"/>
              </a:buClr>
              <a:buSzPts val="1400"/>
              <a:buChar char="●"/>
              <a:defRPr/>
            </a:lvl7pPr>
            <a:lvl8pPr marL="3657600" lvl="7" indent="-317500" algn="l" rtl="0">
              <a:lnSpc>
                <a:spcPct val="90000"/>
              </a:lnSpc>
              <a:spcBef>
                <a:spcPts val="1200"/>
              </a:spcBef>
              <a:spcAft>
                <a:spcPts val="0"/>
              </a:spcAft>
              <a:buClr>
                <a:schemeClr val="dk1"/>
              </a:buClr>
              <a:buSzPts val="1400"/>
              <a:buChar char="○"/>
              <a:defRPr/>
            </a:lvl8pPr>
            <a:lvl9pPr marL="4114800" lvl="8" indent="-317500" algn="l" rtl="0">
              <a:lnSpc>
                <a:spcPct val="90000"/>
              </a:lnSpc>
              <a:spcBef>
                <a:spcPts val="1200"/>
              </a:spcBef>
              <a:spcAft>
                <a:spcPts val="1200"/>
              </a:spcAft>
              <a:buClr>
                <a:schemeClr val="dk1"/>
              </a:buClr>
              <a:buSzPts val="1400"/>
              <a:buChar char="■"/>
              <a:defRPr/>
            </a:lvl9pPr>
          </a:lstStyle>
          <a:p>
            <a:endParaRPr/>
          </a:p>
        </p:txBody>
      </p:sp>
      <p:sp>
        <p:nvSpPr>
          <p:cNvPr id="55" name="Google Shape;55;p1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1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7" name="Google Shape;57;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64"/>
        <p:cNvGrpSpPr/>
        <p:nvPr/>
      </p:nvGrpSpPr>
      <p:grpSpPr>
        <a:xfrm>
          <a:off x="0" y="0"/>
          <a:ext cx="0" cy="0"/>
          <a:chOff x="0" y="0"/>
          <a:chExt cx="0" cy="0"/>
        </a:xfrm>
      </p:grpSpPr>
      <p:sp>
        <p:nvSpPr>
          <p:cNvPr id="65" name="Google Shape;65;p1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6" name="Google Shape;66;p16"/>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67" name="Google Shape;67;p1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8" name="Google Shape;68;p1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9" name="Google Shape;69;p1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mp; Subtitle" type="tx">
  <p:cSld name="TITLE_AND_BODY">
    <p:spTree>
      <p:nvGrpSpPr>
        <p:cNvPr id="1" name="Shape 70"/>
        <p:cNvGrpSpPr/>
        <p:nvPr/>
      </p:nvGrpSpPr>
      <p:grpSpPr>
        <a:xfrm>
          <a:off x="0" y="0"/>
          <a:ext cx="0" cy="0"/>
          <a:chOff x="0" y="0"/>
          <a:chExt cx="0" cy="0"/>
        </a:xfrm>
      </p:grpSpPr>
      <p:sp>
        <p:nvSpPr>
          <p:cNvPr id="71" name="Google Shape;71;p17"/>
          <p:cNvSpPr txBox="1">
            <a:spLocks noGrp="1"/>
          </p:cNvSpPr>
          <p:nvPr>
            <p:ph type="title"/>
          </p:nvPr>
        </p:nvSpPr>
        <p:spPr>
          <a:xfrm>
            <a:off x="666750" y="862013"/>
            <a:ext cx="7810500" cy="1743000"/>
          </a:xfrm>
          <a:prstGeom prst="rect">
            <a:avLst/>
          </a:prstGeom>
          <a:noFill/>
          <a:ln>
            <a:noFill/>
          </a:ln>
        </p:spPr>
        <p:txBody>
          <a:bodyPr spcFirstLastPara="1" wrap="square" lIns="68575" tIns="34275" rIns="68575" bIns="34275" anchor="b" anchorCtr="0">
            <a:normAutofit/>
          </a:bodyPr>
          <a:lstStyle>
            <a:lvl1pPr lvl="0" algn="l">
              <a:lnSpc>
                <a:spcPct val="100000"/>
              </a:lnSpc>
              <a:spcBef>
                <a:spcPts val="0"/>
              </a:spcBef>
              <a:spcAft>
                <a:spcPts val="0"/>
              </a:spcAft>
              <a:buClr>
                <a:schemeClr val="dk1"/>
              </a:buClr>
              <a:buSzPts val="4200"/>
              <a:buFont typeface="Helvetica Neue"/>
              <a:buNone/>
              <a:defRPr sz="4200">
                <a:latin typeface="Helvetica Neue"/>
                <a:ea typeface="Helvetica Neue"/>
                <a:cs typeface="Helvetica Neue"/>
                <a:sym typeface="Helvetica Neu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2" name="Google Shape;72;p17"/>
          <p:cNvSpPr txBox="1">
            <a:spLocks noGrp="1"/>
          </p:cNvSpPr>
          <p:nvPr>
            <p:ph type="body" idx="1"/>
          </p:nvPr>
        </p:nvSpPr>
        <p:spPr>
          <a:xfrm>
            <a:off x="666750" y="2652713"/>
            <a:ext cx="7810500" cy="595500"/>
          </a:xfrm>
          <a:prstGeom prst="rect">
            <a:avLst/>
          </a:prstGeom>
          <a:noFill/>
          <a:ln>
            <a:noFill/>
          </a:ln>
        </p:spPr>
        <p:txBody>
          <a:bodyPr spcFirstLastPara="1" wrap="square" lIns="68575" tIns="34275" rIns="68575" bIns="34275" anchor="t" anchorCtr="0">
            <a:normAutofit/>
          </a:bodyPr>
          <a:lstStyle>
            <a:lvl1pPr marL="457200" lvl="0"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1pPr>
            <a:lvl2pPr marL="914400" lvl="1"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2pPr>
            <a:lvl3pPr marL="1371600" lvl="2"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3pPr>
            <a:lvl4pPr marL="1828800" lvl="3"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4pPr>
            <a:lvl5pPr marL="2286000" lvl="4" indent="-228600" algn="ctr">
              <a:lnSpc>
                <a:spcPct val="100000"/>
              </a:lnSpc>
              <a:spcBef>
                <a:spcPts val="0"/>
              </a:spcBef>
              <a:spcAft>
                <a:spcPts val="0"/>
              </a:spcAft>
              <a:buClr>
                <a:schemeClr val="dk1"/>
              </a:buClr>
              <a:buSzPts val="2000"/>
              <a:buNone/>
              <a:defRPr sz="2000">
                <a:latin typeface="Helvetica Neue"/>
                <a:ea typeface="Helvetica Neue"/>
                <a:cs typeface="Helvetica Neue"/>
                <a:sym typeface="Helvetica Neue"/>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3" name="Google Shape;73;p17"/>
          <p:cNvSpPr txBox="1">
            <a:spLocks noGrp="1"/>
          </p:cNvSpPr>
          <p:nvPr>
            <p:ph type="sldNum" idx="12"/>
          </p:nvPr>
        </p:nvSpPr>
        <p:spPr>
          <a:xfrm>
            <a:off x="4484637" y="4905375"/>
            <a:ext cx="169800" cy="172800"/>
          </a:xfrm>
          <a:prstGeom prst="rect">
            <a:avLst/>
          </a:prstGeom>
          <a:noFill/>
          <a:ln>
            <a:noFill/>
          </a:ln>
        </p:spPr>
        <p:txBody>
          <a:bodyPr spcFirstLastPara="1" wrap="square" lIns="68575" tIns="34275" rIns="68575" bIns="34275" anchor="t" anchorCtr="0">
            <a:noAutofit/>
          </a:bodyPr>
          <a:lstStyle>
            <a:lvl1pPr marL="0" lvl="0" indent="0" algn="r">
              <a:spcBef>
                <a:spcPts val="0"/>
              </a:spcBef>
              <a:buNone/>
              <a:defRPr sz="900">
                <a:solidFill>
                  <a:srgbClr val="000000"/>
                </a:solidFill>
                <a:latin typeface="Helvetica Neue Light"/>
                <a:ea typeface="Helvetica Neue Light"/>
                <a:cs typeface="Helvetica Neue Light"/>
                <a:sym typeface="Helvetica Neue Light"/>
              </a:defRPr>
            </a:lvl1pPr>
            <a:lvl2pPr marL="0" lvl="1" indent="0" algn="r">
              <a:spcBef>
                <a:spcPts val="0"/>
              </a:spcBef>
              <a:buNone/>
              <a:defRPr sz="900">
                <a:solidFill>
                  <a:srgbClr val="000000"/>
                </a:solidFill>
                <a:latin typeface="Helvetica Neue Light"/>
                <a:ea typeface="Helvetica Neue Light"/>
                <a:cs typeface="Helvetica Neue Light"/>
                <a:sym typeface="Helvetica Neue Light"/>
              </a:defRPr>
            </a:lvl2pPr>
            <a:lvl3pPr marL="0" lvl="2" indent="0" algn="r">
              <a:spcBef>
                <a:spcPts val="0"/>
              </a:spcBef>
              <a:buNone/>
              <a:defRPr sz="900">
                <a:solidFill>
                  <a:srgbClr val="000000"/>
                </a:solidFill>
                <a:latin typeface="Helvetica Neue Light"/>
                <a:ea typeface="Helvetica Neue Light"/>
                <a:cs typeface="Helvetica Neue Light"/>
                <a:sym typeface="Helvetica Neue Light"/>
              </a:defRPr>
            </a:lvl3pPr>
            <a:lvl4pPr marL="0" lvl="3" indent="0" algn="r">
              <a:spcBef>
                <a:spcPts val="0"/>
              </a:spcBef>
              <a:buNone/>
              <a:defRPr sz="900">
                <a:solidFill>
                  <a:srgbClr val="000000"/>
                </a:solidFill>
                <a:latin typeface="Helvetica Neue Light"/>
                <a:ea typeface="Helvetica Neue Light"/>
                <a:cs typeface="Helvetica Neue Light"/>
                <a:sym typeface="Helvetica Neue Light"/>
              </a:defRPr>
            </a:lvl4pPr>
            <a:lvl5pPr marL="0" lvl="4" indent="0" algn="r">
              <a:spcBef>
                <a:spcPts val="0"/>
              </a:spcBef>
              <a:buNone/>
              <a:defRPr sz="900">
                <a:solidFill>
                  <a:srgbClr val="000000"/>
                </a:solidFill>
                <a:latin typeface="Helvetica Neue Light"/>
                <a:ea typeface="Helvetica Neue Light"/>
                <a:cs typeface="Helvetica Neue Light"/>
                <a:sym typeface="Helvetica Neue Light"/>
              </a:defRPr>
            </a:lvl5pPr>
            <a:lvl6pPr marL="0" lvl="5" indent="0" algn="r">
              <a:spcBef>
                <a:spcPts val="0"/>
              </a:spcBef>
              <a:buNone/>
              <a:defRPr sz="900">
                <a:solidFill>
                  <a:srgbClr val="000000"/>
                </a:solidFill>
                <a:latin typeface="Helvetica Neue Light"/>
                <a:ea typeface="Helvetica Neue Light"/>
                <a:cs typeface="Helvetica Neue Light"/>
                <a:sym typeface="Helvetica Neue Light"/>
              </a:defRPr>
            </a:lvl6pPr>
            <a:lvl7pPr marL="0" lvl="6" indent="0" algn="r">
              <a:spcBef>
                <a:spcPts val="0"/>
              </a:spcBef>
              <a:buNone/>
              <a:defRPr sz="900">
                <a:solidFill>
                  <a:srgbClr val="000000"/>
                </a:solidFill>
                <a:latin typeface="Helvetica Neue Light"/>
                <a:ea typeface="Helvetica Neue Light"/>
                <a:cs typeface="Helvetica Neue Light"/>
                <a:sym typeface="Helvetica Neue Light"/>
              </a:defRPr>
            </a:lvl7pPr>
            <a:lvl8pPr marL="0" lvl="7" indent="0" algn="r">
              <a:spcBef>
                <a:spcPts val="0"/>
              </a:spcBef>
              <a:buNone/>
              <a:defRPr sz="900">
                <a:solidFill>
                  <a:srgbClr val="000000"/>
                </a:solidFill>
                <a:latin typeface="Helvetica Neue Light"/>
                <a:ea typeface="Helvetica Neue Light"/>
                <a:cs typeface="Helvetica Neue Light"/>
                <a:sym typeface="Helvetica Neue Light"/>
              </a:defRPr>
            </a:lvl8pPr>
            <a:lvl9pPr marL="0" lvl="8" indent="0" algn="r">
              <a:spcBef>
                <a:spcPts val="0"/>
              </a:spcBef>
              <a:buNone/>
              <a:defRPr sz="900">
                <a:solidFill>
                  <a:srgbClr val="000000"/>
                </a:solidFill>
                <a:latin typeface="Helvetica Neue Light"/>
                <a:ea typeface="Helvetica Neue Light"/>
                <a:cs typeface="Helvetica Neue Light"/>
                <a:sym typeface="Helvetica Neue Light"/>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4"/>
        <p:cNvGrpSpPr/>
        <p:nvPr/>
      </p:nvGrpSpPr>
      <p:grpSpPr>
        <a:xfrm>
          <a:off x="0" y="0"/>
          <a:ext cx="0" cy="0"/>
          <a:chOff x="0" y="0"/>
          <a:chExt cx="0" cy="0"/>
        </a:xfrm>
      </p:grpSpPr>
      <p:sp>
        <p:nvSpPr>
          <p:cNvPr id="75" name="Google Shape;75;p18"/>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Google Shape;76;p18"/>
          <p:cNvSpPr txBox="1">
            <a:spLocks noGrp="1"/>
          </p:cNvSpPr>
          <p:nvPr>
            <p:ph type="subTitle" idx="1"/>
          </p:nvPr>
        </p:nvSpPr>
        <p:spPr>
          <a:xfrm>
            <a:off x="1143000" y="2701529"/>
            <a:ext cx="6858000" cy="12417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77" name="Google Shape;77;p18"/>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Google Shape;78;p18"/>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Google Shape;79;p18"/>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0"/>
        <p:cNvGrpSpPr/>
        <p:nvPr/>
      </p:nvGrpSpPr>
      <p:grpSpPr>
        <a:xfrm>
          <a:off x="0" y="0"/>
          <a:ext cx="0" cy="0"/>
          <a:chOff x="0" y="0"/>
          <a:chExt cx="0" cy="0"/>
        </a:xfrm>
      </p:grpSpPr>
      <p:sp>
        <p:nvSpPr>
          <p:cNvPr id="81" name="Google Shape;81;p19"/>
          <p:cNvSpPr txBox="1">
            <a:spLocks noGrp="1"/>
          </p:cNvSpPr>
          <p:nvPr>
            <p:ph type="title"/>
          </p:nvPr>
        </p:nvSpPr>
        <p:spPr>
          <a:xfrm>
            <a:off x="623888" y="1282303"/>
            <a:ext cx="7886700" cy="21396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2" name="Google Shape;82;p19"/>
          <p:cNvSpPr txBox="1">
            <a:spLocks noGrp="1"/>
          </p:cNvSpPr>
          <p:nvPr>
            <p:ph type="body" idx="1"/>
          </p:nvPr>
        </p:nvSpPr>
        <p:spPr>
          <a:xfrm>
            <a:off x="623888" y="3442097"/>
            <a:ext cx="7886700" cy="11253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83" name="Google Shape;83;p1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4" name="Google Shape;84;p1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85" name="Google Shape;85;p1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86"/>
        <p:cNvGrpSpPr/>
        <p:nvPr/>
      </p:nvGrpSpPr>
      <p:grpSpPr>
        <a:xfrm>
          <a:off x="0" y="0"/>
          <a:ext cx="0" cy="0"/>
          <a:chOff x="0" y="0"/>
          <a:chExt cx="0" cy="0"/>
        </a:xfrm>
      </p:grpSpPr>
      <p:sp>
        <p:nvSpPr>
          <p:cNvPr id="87" name="Google Shape;87;p20"/>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88" name="Google Shape;88;p20"/>
          <p:cNvSpPr txBox="1">
            <a:spLocks noGrp="1"/>
          </p:cNvSpPr>
          <p:nvPr>
            <p:ph type="body" idx="1"/>
          </p:nvPr>
        </p:nvSpPr>
        <p:spPr>
          <a:xfrm>
            <a:off x="6286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9" name="Google Shape;89;p20"/>
          <p:cNvSpPr txBox="1">
            <a:spLocks noGrp="1"/>
          </p:cNvSpPr>
          <p:nvPr>
            <p:ph type="body" idx="2"/>
          </p:nvPr>
        </p:nvSpPr>
        <p:spPr>
          <a:xfrm>
            <a:off x="4629150" y="1369219"/>
            <a:ext cx="38862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0" name="Google Shape;90;p20"/>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1" name="Google Shape;91;p20"/>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92" name="Google Shape;92;p2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93"/>
        <p:cNvGrpSpPr/>
        <p:nvPr/>
      </p:nvGrpSpPr>
      <p:grpSpPr>
        <a:xfrm>
          <a:off x="0" y="0"/>
          <a:ext cx="0" cy="0"/>
          <a:chOff x="0" y="0"/>
          <a:chExt cx="0" cy="0"/>
        </a:xfrm>
      </p:grpSpPr>
      <p:sp>
        <p:nvSpPr>
          <p:cNvPr id="94" name="Google Shape;94;p21"/>
          <p:cNvSpPr txBox="1">
            <a:spLocks noGrp="1"/>
          </p:cNvSpPr>
          <p:nvPr>
            <p:ph type="title"/>
          </p:nvPr>
        </p:nvSpPr>
        <p:spPr>
          <a:xfrm>
            <a:off x="629841"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95" name="Google Shape;95;p21"/>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6" name="Google Shape;96;p21"/>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7" name="Google Shape;97;p21"/>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98" name="Google Shape;98;p21"/>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99" name="Google Shape;99;p21"/>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0" name="Google Shape;100;p21"/>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1" name="Google Shape;101;p21"/>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02"/>
        <p:cNvGrpSpPr/>
        <p:nvPr/>
      </p:nvGrpSpPr>
      <p:grpSpPr>
        <a:xfrm>
          <a:off x="0" y="0"/>
          <a:ext cx="0" cy="0"/>
          <a:chOff x="0" y="0"/>
          <a:chExt cx="0" cy="0"/>
        </a:xfrm>
      </p:grpSpPr>
      <p:sp>
        <p:nvSpPr>
          <p:cNvPr id="103" name="Google Shape;103;p22"/>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04" name="Google Shape;104;p22"/>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5" name="Google Shape;105;p22"/>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6" name="Google Shape;106;p2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7"/>
        <p:cNvGrpSpPr/>
        <p:nvPr/>
      </p:nvGrpSpPr>
      <p:grpSpPr>
        <a:xfrm>
          <a:off x="0" y="0"/>
          <a:ext cx="0" cy="0"/>
          <a:chOff x="0" y="0"/>
          <a:chExt cx="0" cy="0"/>
        </a:xfrm>
      </p:grpSpPr>
      <p:sp>
        <p:nvSpPr>
          <p:cNvPr id="108" name="Google Shape;108;p2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09" name="Google Shape;109;p2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0" name="Google Shape;110;p2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11"/>
        <p:cNvGrpSpPr/>
        <p:nvPr/>
      </p:nvGrpSpPr>
      <p:grpSpPr>
        <a:xfrm>
          <a:off x="0" y="0"/>
          <a:ext cx="0" cy="0"/>
          <a:chOff x="0" y="0"/>
          <a:chExt cx="0" cy="0"/>
        </a:xfrm>
      </p:grpSpPr>
      <p:sp>
        <p:nvSpPr>
          <p:cNvPr id="112" name="Google Shape;112;p24"/>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13" name="Google Shape;113;p24"/>
          <p:cNvSpPr txBox="1">
            <a:spLocks noGrp="1"/>
          </p:cNvSpPr>
          <p:nvPr>
            <p:ph type="body" idx="1"/>
          </p:nvPr>
        </p:nvSpPr>
        <p:spPr>
          <a:xfrm>
            <a:off x="3887391" y="740569"/>
            <a:ext cx="4629300" cy="3655200"/>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114" name="Google Shape;114;p24"/>
          <p:cNvSpPr txBox="1">
            <a:spLocks noGrp="1"/>
          </p:cNvSpPr>
          <p:nvPr>
            <p:ph type="body" idx="2"/>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15" name="Google Shape;115;p24"/>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6" name="Google Shape;116;p24"/>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17" name="Google Shape;117;p2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18"/>
        <p:cNvGrpSpPr/>
        <p:nvPr/>
      </p:nvGrpSpPr>
      <p:grpSpPr>
        <a:xfrm>
          <a:off x="0" y="0"/>
          <a:ext cx="0" cy="0"/>
          <a:chOff x="0" y="0"/>
          <a:chExt cx="0" cy="0"/>
        </a:xfrm>
      </p:grpSpPr>
      <p:sp>
        <p:nvSpPr>
          <p:cNvPr id="119" name="Google Shape;119;p25"/>
          <p:cNvSpPr txBox="1">
            <a:spLocks noGrp="1"/>
          </p:cNvSpPr>
          <p:nvPr>
            <p:ph type="title"/>
          </p:nvPr>
        </p:nvSpPr>
        <p:spPr>
          <a:xfrm>
            <a:off x="629841" y="342900"/>
            <a:ext cx="2949000" cy="120030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0" name="Google Shape;120;p25"/>
          <p:cNvSpPr>
            <a:spLocks noGrp="1"/>
          </p:cNvSpPr>
          <p:nvPr>
            <p:ph type="pic" idx="2"/>
          </p:nvPr>
        </p:nvSpPr>
        <p:spPr>
          <a:xfrm>
            <a:off x="3887391" y="740569"/>
            <a:ext cx="4629300" cy="3655200"/>
          </a:xfrm>
          <a:prstGeom prst="rect">
            <a:avLst/>
          </a:prstGeom>
          <a:noFill/>
          <a:ln>
            <a:noFill/>
          </a:ln>
        </p:spPr>
      </p:sp>
      <p:sp>
        <p:nvSpPr>
          <p:cNvPr id="121" name="Google Shape;121;p25"/>
          <p:cNvSpPr txBox="1">
            <a:spLocks noGrp="1"/>
          </p:cNvSpPr>
          <p:nvPr>
            <p:ph type="body" idx="1"/>
          </p:nvPr>
        </p:nvSpPr>
        <p:spPr>
          <a:xfrm>
            <a:off x="629841" y="1543050"/>
            <a:ext cx="2949000" cy="285870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122" name="Google Shape;122;p2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3" name="Google Shape;123;p2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4" name="Google Shape;124;p2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5"/>
        <p:cNvGrpSpPr/>
        <p:nvPr/>
      </p:nvGrpSpPr>
      <p:grpSpPr>
        <a:xfrm>
          <a:off x="0" y="0"/>
          <a:ext cx="0" cy="0"/>
          <a:chOff x="0" y="0"/>
          <a:chExt cx="0" cy="0"/>
        </a:xfrm>
      </p:grpSpPr>
      <p:sp>
        <p:nvSpPr>
          <p:cNvPr id="126" name="Google Shape;126;p2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27" name="Google Shape;127;p26"/>
          <p:cNvSpPr txBox="1">
            <a:spLocks noGrp="1"/>
          </p:cNvSpPr>
          <p:nvPr>
            <p:ph type="body" idx="1"/>
          </p:nvPr>
        </p:nvSpPr>
        <p:spPr>
          <a:xfrm rot="5400000">
            <a:off x="2940300" y="-942431"/>
            <a:ext cx="3263400"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28" name="Google Shape;128;p2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29" name="Google Shape;129;p2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0" name="Google Shape;130;p2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1"/>
        <p:cNvGrpSpPr/>
        <p:nvPr/>
      </p:nvGrpSpPr>
      <p:grpSpPr>
        <a:xfrm>
          <a:off x="0" y="0"/>
          <a:ext cx="0" cy="0"/>
          <a:chOff x="0" y="0"/>
          <a:chExt cx="0" cy="0"/>
        </a:xfrm>
      </p:grpSpPr>
      <p:sp>
        <p:nvSpPr>
          <p:cNvPr id="132" name="Google Shape;132;p27"/>
          <p:cNvSpPr txBox="1">
            <a:spLocks noGrp="1"/>
          </p:cNvSpPr>
          <p:nvPr>
            <p:ph type="title"/>
          </p:nvPr>
        </p:nvSpPr>
        <p:spPr>
          <a:xfrm rot="5400000">
            <a:off x="5350050" y="1467544"/>
            <a:ext cx="4359000" cy="19716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3" name="Google Shape;133;p27"/>
          <p:cNvSpPr txBox="1">
            <a:spLocks noGrp="1"/>
          </p:cNvSpPr>
          <p:nvPr>
            <p:ph type="body" idx="1"/>
          </p:nvPr>
        </p:nvSpPr>
        <p:spPr>
          <a:xfrm rot="5400000">
            <a:off x="1349475" y="-447056"/>
            <a:ext cx="4359000" cy="58008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134" name="Google Shape;134;p27"/>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5" name="Google Shape;135;p27"/>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36" name="Google Shape;136;p27"/>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marR="0" lvl="0" algn="l">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60" name="Google Shape;60;p15"/>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marR="0" lvl="0" indent="-361950" algn="l">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4pPr>
            <a:lvl5pPr marL="2286000" marR="0" lvl="4"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5pPr>
            <a:lvl6pPr marL="2743200" marR="0" lvl="5"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6pPr>
            <a:lvl7pPr marL="3200400" marR="0" lvl="6"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7pPr>
            <a:lvl8pPr marL="3657600" marR="0" lvl="7"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8pPr>
            <a:lvl9pPr marL="4114800" marR="0" lvl="8" indent="-317500" algn="l">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9pPr>
          </a:lstStyle>
          <a:p>
            <a:endParaRPr/>
          </a:p>
        </p:txBody>
      </p:sp>
      <p:sp>
        <p:nvSpPr>
          <p:cNvPr id="61" name="Google Shape;61;p15"/>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2" name="Google Shape;62;p15"/>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a:spcBef>
                <a:spcPts val="0"/>
              </a:spcBef>
              <a:spcAft>
                <a:spcPts val="0"/>
              </a:spcAft>
              <a:buSzPts val="1100"/>
              <a:buNone/>
              <a:defRPr sz="900" b="0" i="0" u="none" strike="noStrike" cap="none">
                <a:solidFill>
                  <a:srgbClr val="888888"/>
                </a:solidFill>
                <a:latin typeface="Calibri"/>
                <a:ea typeface="Calibri"/>
                <a:cs typeface="Calibri"/>
                <a:sym typeface="Calibri"/>
              </a:defRPr>
            </a:lvl1pPr>
            <a:lvl2pPr marR="0" lvl="1" algn="l">
              <a:spcBef>
                <a:spcPts val="0"/>
              </a:spcBef>
              <a:spcAft>
                <a:spcPts val="0"/>
              </a:spcAft>
              <a:buSzPts val="1100"/>
              <a:buNone/>
              <a:defRPr sz="1400" b="0" i="0" u="none" strike="noStrike" cap="none">
                <a:solidFill>
                  <a:schemeClr val="dk1"/>
                </a:solidFill>
                <a:latin typeface="Calibri"/>
                <a:ea typeface="Calibri"/>
                <a:cs typeface="Calibri"/>
                <a:sym typeface="Calibri"/>
              </a:defRPr>
            </a:lvl2pPr>
            <a:lvl3pPr marR="0" lvl="2" algn="l">
              <a:spcBef>
                <a:spcPts val="0"/>
              </a:spcBef>
              <a:spcAft>
                <a:spcPts val="0"/>
              </a:spcAft>
              <a:buSzPts val="1100"/>
              <a:buNone/>
              <a:defRPr sz="1400" b="0" i="0" u="none" strike="noStrike" cap="none">
                <a:solidFill>
                  <a:schemeClr val="dk1"/>
                </a:solidFill>
                <a:latin typeface="Calibri"/>
                <a:ea typeface="Calibri"/>
                <a:cs typeface="Calibri"/>
                <a:sym typeface="Calibri"/>
              </a:defRPr>
            </a:lvl3pPr>
            <a:lvl4pPr marR="0" lvl="3" algn="l">
              <a:spcBef>
                <a:spcPts val="0"/>
              </a:spcBef>
              <a:spcAft>
                <a:spcPts val="0"/>
              </a:spcAft>
              <a:buSzPts val="1100"/>
              <a:buNone/>
              <a:defRPr sz="1400" b="0" i="0" u="none" strike="noStrike" cap="none">
                <a:solidFill>
                  <a:schemeClr val="dk1"/>
                </a:solidFill>
                <a:latin typeface="Calibri"/>
                <a:ea typeface="Calibri"/>
                <a:cs typeface="Calibri"/>
                <a:sym typeface="Calibri"/>
              </a:defRPr>
            </a:lvl4pPr>
            <a:lvl5pPr marR="0" lvl="4" algn="l">
              <a:spcBef>
                <a:spcPts val="0"/>
              </a:spcBef>
              <a:spcAft>
                <a:spcPts val="0"/>
              </a:spcAft>
              <a:buSzPts val="1100"/>
              <a:buNone/>
              <a:defRPr sz="1400" b="0" i="0" u="none" strike="noStrike" cap="none">
                <a:solidFill>
                  <a:schemeClr val="dk1"/>
                </a:solidFill>
                <a:latin typeface="Calibri"/>
                <a:ea typeface="Calibri"/>
                <a:cs typeface="Calibri"/>
                <a:sym typeface="Calibri"/>
              </a:defRPr>
            </a:lvl5pPr>
            <a:lvl6pPr marR="0" lvl="5" algn="l">
              <a:spcBef>
                <a:spcPts val="0"/>
              </a:spcBef>
              <a:spcAft>
                <a:spcPts val="0"/>
              </a:spcAft>
              <a:buSzPts val="1100"/>
              <a:buNone/>
              <a:defRPr sz="1400" b="0" i="0" u="none" strike="noStrike" cap="none">
                <a:solidFill>
                  <a:schemeClr val="dk1"/>
                </a:solidFill>
                <a:latin typeface="Calibri"/>
                <a:ea typeface="Calibri"/>
                <a:cs typeface="Calibri"/>
                <a:sym typeface="Calibri"/>
              </a:defRPr>
            </a:lvl6pPr>
            <a:lvl7pPr marR="0" lvl="6" algn="l">
              <a:spcBef>
                <a:spcPts val="0"/>
              </a:spcBef>
              <a:spcAft>
                <a:spcPts val="0"/>
              </a:spcAft>
              <a:buSzPts val="1100"/>
              <a:buNone/>
              <a:defRPr sz="1400" b="0" i="0" u="none" strike="noStrike" cap="none">
                <a:solidFill>
                  <a:schemeClr val="dk1"/>
                </a:solidFill>
                <a:latin typeface="Calibri"/>
                <a:ea typeface="Calibri"/>
                <a:cs typeface="Calibri"/>
                <a:sym typeface="Calibri"/>
              </a:defRPr>
            </a:lvl7pPr>
            <a:lvl8pPr marR="0" lvl="7" algn="l">
              <a:spcBef>
                <a:spcPts val="0"/>
              </a:spcBef>
              <a:spcAft>
                <a:spcPts val="0"/>
              </a:spcAft>
              <a:buSzPts val="1100"/>
              <a:buNone/>
              <a:defRPr sz="1400" b="0" i="0" u="none" strike="noStrike" cap="none">
                <a:solidFill>
                  <a:schemeClr val="dk1"/>
                </a:solidFill>
                <a:latin typeface="Calibri"/>
                <a:ea typeface="Calibri"/>
                <a:cs typeface="Calibri"/>
                <a:sym typeface="Calibri"/>
              </a:defRPr>
            </a:lvl8pPr>
            <a:lvl9pPr marR="0" lvl="8" algn="l">
              <a:spcBef>
                <a:spcPts val="0"/>
              </a:spcBef>
              <a:spcAft>
                <a:spcPts val="0"/>
              </a:spcAft>
              <a:buSzPts val="1100"/>
              <a:buNone/>
              <a:defRPr sz="1400" b="0" i="0" u="none" strike="noStrike" cap="none">
                <a:solidFill>
                  <a:schemeClr val="dk1"/>
                </a:solidFill>
                <a:latin typeface="Calibri"/>
                <a:ea typeface="Calibri"/>
                <a:cs typeface="Calibri"/>
                <a:sym typeface="Calibri"/>
              </a:defRPr>
            </a:lvl9pPr>
          </a:lstStyle>
          <a:p>
            <a:endParaRPr/>
          </a:p>
        </p:txBody>
      </p:sp>
      <p:sp>
        <p:nvSpPr>
          <p:cNvPr id="63" name="Google Shape;63;p15"/>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spcBef>
                <a:spcPts val="0"/>
              </a:spcBef>
              <a:buNone/>
              <a:defRPr sz="900" b="0" i="0" u="none" strike="noStrike" cap="none">
                <a:solidFill>
                  <a:srgbClr val="888888"/>
                </a:solidFill>
                <a:latin typeface="Calibri"/>
                <a:ea typeface="Calibri"/>
                <a:cs typeface="Calibri"/>
                <a:sym typeface="Calibri"/>
              </a:defRPr>
            </a:lvl1pPr>
            <a:lvl2pPr marL="0" marR="0" lvl="1" indent="0" algn="r">
              <a:spcBef>
                <a:spcPts val="0"/>
              </a:spcBef>
              <a:buNone/>
              <a:defRPr sz="900" b="0" i="0" u="none" strike="noStrike" cap="none">
                <a:solidFill>
                  <a:srgbClr val="888888"/>
                </a:solidFill>
                <a:latin typeface="Calibri"/>
                <a:ea typeface="Calibri"/>
                <a:cs typeface="Calibri"/>
                <a:sym typeface="Calibri"/>
              </a:defRPr>
            </a:lvl2pPr>
            <a:lvl3pPr marL="0" marR="0" lvl="2" indent="0" algn="r">
              <a:spcBef>
                <a:spcPts val="0"/>
              </a:spcBef>
              <a:buNone/>
              <a:defRPr sz="900" b="0" i="0" u="none" strike="noStrike" cap="none">
                <a:solidFill>
                  <a:srgbClr val="888888"/>
                </a:solidFill>
                <a:latin typeface="Calibri"/>
                <a:ea typeface="Calibri"/>
                <a:cs typeface="Calibri"/>
                <a:sym typeface="Calibri"/>
              </a:defRPr>
            </a:lvl3pPr>
            <a:lvl4pPr marL="0" marR="0" lvl="3" indent="0" algn="r">
              <a:spcBef>
                <a:spcPts val="0"/>
              </a:spcBef>
              <a:buNone/>
              <a:defRPr sz="900" b="0" i="0" u="none" strike="noStrike" cap="none">
                <a:solidFill>
                  <a:srgbClr val="888888"/>
                </a:solidFill>
                <a:latin typeface="Calibri"/>
                <a:ea typeface="Calibri"/>
                <a:cs typeface="Calibri"/>
                <a:sym typeface="Calibri"/>
              </a:defRPr>
            </a:lvl4pPr>
            <a:lvl5pPr marL="0" marR="0" lvl="4" indent="0" algn="r">
              <a:spcBef>
                <a:spcPts val="0"/>
              </a:spcBef>
              <a:buNone/>
              <a:defRPr sz="900" b="0" i="0" u="none" strike="noStrike" cap="none">
                <a:solidFill>
                  <a:srgbClr val="888888"/>
                </a:solidFill>
                <a:latin typeface="Calibri"/>
                <a:ea typeface="Calibri"/>
                <a:cs typeface="Calibri"/>
                <a:sym typeface="Calibri"/>
              </a:defRPr>
            </a:lvl5pPr>
            <a:lvl6pPr marL="0" marR="0" lvl="5" indent="0" algn="r">
              <a:spcBef>
                <a:spcPts val="0"/>
              </a:spcBef>
              <a:buNone/>
              <a:defRPr sz="900" b="0" i="0" u="none" strike="noStrike" cap="none">
                <a:solidFill>
                  <a:srgbClr val="888888"/>
                </a:solidFill>
                <a:latin typeface="Calibri"/>
                <a:ea typeface="Calibri"/>
                <a:cs typeface="Calibri"/>
                <a:sym typeface="Calibri"/>
              </a:defRPr>
            </a:lvl6pPr>
            <a:lvl7pPr marL="0" marR="0" lvl="6" indent="0" algn="r">
              <a:spcBef>
                <a:spcPts val="0"/>
              </a:spcBef>
              <a:buNone/>
              <a:defRPr sz="900" b="0" i="0" u="none" strike="noStrike" cap="none">
                <a:solidFill>
                  <a:srgbClr val="888888"/>
                </a:solidFill>
                <a:latin typeface="Calibri"/>
                <a:ea typeface="Calibri"/>
                <a:cs typeface="Calibri"/>
                <a:sym typeface="Calibri"/>
              </a:defRPr>
            </a:lvl7pPr>
            <a:lvl8pPr marL="0" marR="0" lvl="7" indent="0" algn="r">
              <a:spcBef>
                <a:spcPts val="0"/>
              </a:spcBef>
              <a:buNone/>
              <a:defRPr sz="900" b="0" i="0" u="none" strike="noStrike" cap="none">
                <a:solidFill>
                  <a:srgbClr val="888888"/>
                </a:solidFill>
                <a:latin typeface="Calibri"/>
                <a:ea typeface="Calibri"/>
                <a:cs typeface="Calibri"/>
                <a:sym typeface="Calibri"/>
              </a:defRPr>
            </a:lvl8pPr>
            <a:lvl9pPr marL="0" marR="0" lvl="8" indent="0" algn="r">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jp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6.jp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8.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0.png"/><Relationship Id="rId7"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9.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jp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6.jpg"/><Relationship Id="rId11" Type="http://schemas.openxmlformats.org/officeDocument/2006/relationships/image" Target="../media/image7.png"/><Relationship Id="rId5" Type="http://schemas.openxmlformats.org/officeDocument/2006/relationships/image" Target="../media/image15.jpg"/><Relationship Id="rId10" Type="http://schemas.openxmlformats.org/officeDocument/2006/relationships/image" Target="../media/image12.png"/><Relationship Id="rId4" Type="http://schemas.openxmlformats.org/officeDocument/2006/relationships/image" Target="../media/image14.jpg"/><Relationship Id="rId9"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19.jp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4.png"/><Relationship Id="rId4" Type="http://schemas.openxmlformats.org/officeDocument/2006/relationships/image" Target="../media/image19.jpg"/></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24.png"/><Relationship Id="rId5" Type="http://schemas.openxmlformats.org/officeDocument/2006/relationships/image" Target="../media/image6.jp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6.jp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0.png"/><Relationship Id="rId7" Type="http://schemas.openxmlformats.org/officeDocument/2006/relationships/image" Target="../media/image2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5.png"/><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10.png"/><Relationship Id="rId7"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7.png"/><Relationship Id="rId4" Type="http://schemas.openxmlformats.org/officeDocument/2006/relationships/image" Target="../media/image11.png"/></Relationships>
</file>

<file path=ppt/slides/_rels/slide23.xml.rels><?xml version="1.0" encoding="UTF-8" standalone="yes"?>
<Relationships xmlns="http://schemas.openxmlformats.org/package/2006/relationships"><Relationship Id="rId8" Type="http://schemas.openxmlformats.org/officeDocument/2006/relationships/image" Target="../media/image17.jpg"/><Relationship Id="rId3" Type="http://schemas.openxmlformats.org/officeDocument/2006/relationships/image" Target="../media/image28.png"/><Relationship Id="rId7" Type="http://schemas.openxmlformats.org/officeDocument/2006/relationships/image" Target="../media/image16.jpg"/><Relationship Id="rId2" Type="http://schemas.openxmlformats.org/officeDocument/2006/relationships/notesSlide" Target="../notesSlides/notesSlide23.xml"/><Relationship Id="rId1" Type="http://schemas.openxmlformats.org/officeDocument/2006/relationships/slideLayout" Target="../slideLayouts/slideLayout16.xml"/><Relationship Id="rId6" Type="http://schemas.openxmlformats.org/officeDocument/2006/relationships/image" Target="../media/image15.jpg"/><Relationship Id="rId11" Type="http://schemas.openxmlformats.org/officeDocument/2006/relationships/image" Target="../media/image24.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14.jpg"/><Relationship Id="rId9"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6.xml"/><Relationship Id="rId6" Type="http://schemas.openxmlformats.org/officeDocument/2006/relationships/image" Target="../media/image27.png"/><Relationship Id="rId5" Type="http://schemas.openxmlformats.org/officeDocument/2006/relationships/image" Target="../media/image22.png"/><Relationship Id="rId4" Type="http://schemas.openxmlformats.org/officeDocument/2006/relationships/image" Target="../media/image19.jp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30.png"/><Relationship Id="rId2" Type="http://schemas.openxmlformats.org/officeDocument/2006/relationships/notesSlide" Target="../notesSlides/notesSlide25.xml"/><Relationship Id="rId1" Type="http://schemas.openxmlformats.org/officeDocument/2006/relationships/slideLayout" Target="../slideLayouts/slideLayout16.xml"/><Relationship Id="rId6" Type="http://schemas.openxmlformats.org/officeDocument/2006/relationships/image" Target="../media/image29.png"/><Relationship Id="rId5" Type="http://schemas.openxmlformats.org/officeDocument/2006/relationships/image" Target="../media/image22.png"/><Relationship Id="rId4" Type="http://schemas.openxmlformats.org/officeDocument/2006/relationships/image" Target="../media/image19.jp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28"/>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42" name="Google Shape;142;p28"/>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43" name="Google Shape;143;p28"/>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49" name="Google Shape;149;p29"/>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50" name="Google Shape;150;p2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30"/>
          <p:cNvSpPr txBox="1"/>
          <p:nvPr/>
        </p:nvSpPr>
        <p:spPr>
          <a:xfrm>
            <a:off x="3574709" y="1282069"/>
            <a:ext cx="1994700" cy="377400"/>
          </a:xfrm>
          <a:prstGeom prst="rect">
            <a:avLst/>
          </a:prstGeom>
          <a:noFill/>
          <a:ln>
            <a:noFill/>
          </a:ln>
        </p:spPr>
        <p:txBody>
          <a:bodyPr spcFirstLastPara="1" wrap="square" lIns="26800" tIns="26800" rIns="26800" bIns="26800" anchor="ctr" anchorCtr="0">
            <a:spAutoFit/>
          </a:bodyPr>
          <a:lstStyle/>
          <a:p>
            <a:pPr marL="0" marR="0" lvl="0" indent="0" algn="ctr" rtl="0">
              <a:lnSpc>
                <a:spcPct val="100000"/>
              </a:lnSpc>
              <a:spcBef>
                <a:spcPts val="0"/>
              </a:spcBef>
              <a:spcAft>
                <a:spcPts val="0"/>
              </a:spcAft>
              <a:buClr>
                <a:srgbClr val="000000"/>
              </a:buClr>
              <a:buSzPts val="2100"/>
              <a:buFont typeface="Helvetica Neue"/>
              <a:buNone/>
            </a:pPr>
            <a:r>
              <a:rPr lang="en" sz="2100" b="1" i="0" u="none" strike="noStrike" cap="none">
                <a:solidFill>
                  <a:srgbClr val="000000"/>
                </a:solidFill>
                <a:latin typeface="Helvetica Neue"/>
                <a:ea typeface="Helvetica Neue"/>
                <a:cs typeface="Helvetica Neue"/>
                <a:sym typeface="Helvetica Neue"/>
              </a:rPr>
              <a:t>Verbal Consent</a:t>
            </a:r>
            <a:endParaRPr sz="500" b="0" i="0" u="none" strike="noStrike" cap="none">
              <a:solidFill>
                <a:srgbClr val="000000"/>
              </a:solidFill>
              <a:latin typeface="Arial"/>
              <a:ea typeface="Arial"/>
              <a:cs typeface="Arial"/>
              <a:sym typeface="Arial"/>
            </a:endParaRPr>
          </a:p>
        </p:txBody>
      </p:sp>
      <p:sp>
        <p:nvSpPr>
          <p:cNvPr id="156" name="Google Shape;156;p30"/>
          <p:cNvSpPr txBox="1"/>
          <p:nvPr/>
        </p:nvSpPr>
        <p:spPr>
          <a:xfrm>
            <a:off x="1657349" y="1782953"/>
            <a:ext cx="5829300" cy="1593300"/>
          </a:xfrm>
          <a:prstGeom prst="rect">
            <a:avLst/>
          </a:prstGeom>
          <a:noFill/>
          <a:ln>
            <a:noFill/>
          </a:ln>
        </p:spPr>
        <p:txBody>
          <a:bodyPr spcFirstLastPara="1" wrap="square" lIns="26800" tIns="26800" rIns="26800" bIns="26800" anchor="ctr" anchorCtr="0">
            <a:spAutoFit/>
          </a:bodyPr>
          <a:lstStyle/>
          <a:p>
            <a:pPr marL="0" marR="0" lvl="0" indent="0" algn="ctr" rtl="0">
              <a:lnSpc>
                <a:spcPct val="100000"/>
              </a:lnSpc>
              <a:spcBef>
                <a:spcPts val="0"/>
              </a:spcBef>
              <a:spcAft>
                <a:spcPts val="0"/>
              </a:spcAft>
              <a:buClr>
                <a:srgbClr val="000000"/>
              </a:buClr>
              <a:buSzPts val="2500"/>
              <a:buFont typeface="Helvetica Neue"/>
              <a:buNone/>
            </a:pPr>
            <a:r>
              <a:rPr lang="en" sz="2500" b="0" i="0" u="none" strike="noStrike" cap="none">
                <a:solidFill>
                  <a:srgbClr val="000000"/>
                </a:solidFill>
                <a:latin typeface="Helvetica Neue"/>
                <a:ea typeface="Helvetica Neue"/>
                <a:cs typeface="Helvetica Neue"/>
                <a:sym typeface="Helvetica Neue"/>
              </a:rPr>
              <a:t>"I have read and understand the consent document. I am this child's parent or legal guardian and we both agree to participate in this study." </a:t>
            </a:r>
            <a:endParaRPr sz="2500" b="0" i="0" u="none" strike="noStrike" cap="none">
              <a:solidFill>
                <a:srgbClr val="000000"/>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31"/>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endParaRPr/>
          </a:p>
        </p:txBody>
      </p:sp>
      <p:sp>
        <p:nvSpPr>
          <p:cNvPr id="162" name="Google Shape;162;p31"/>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endParaRPr/>
          </a:p>
        </p:txBody>
      </p:sp>
      <p:pic>
        <p:nvPicPr>
          <p:cNvPr id="163" name="Google Shape;163;p31"/>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pic>
        <p:nvPicPr>
          <p:cNvPr id="275" name="Google Shape;275;p43"/>
          <p:cNvPicPr preferRelativeResize="0"/>
          <p:nvPr/>
        </p:nvPicPr>
        <p:blipFill>
          <a:blip r:embed="rId3">
            <a:alphaModFix/>
          </a:blip>
          <a:stretch>
            <a:fillRect/>
          </a:stretch>
        </p:blipFill>
        <p:spPr>
          <a:xfrm>
            <a:off x="3562100" y="1564150"/>
            <a:ext cx="1884325" cy="2302651"/>
          </a:xfrm>
          <a:prstGeom prst="rect">
            <a:avLst/>
          </a:prstGeom>
          <a:noFill/>
          <a:ln>
            <a:noFill/>
          </a:ln>
        </p:spPr>
      </p:pic>
      <p:sp>
        <p:nvSpPr>
          <p:cNvPr id="276" name="Google Shape;276;p43"/>
          <p:cNvSpPr/>
          <p:nvPr/>
        </p:nvSpPr>
        <p:spPr>
          <a:xfrm rot="-5400000">
            <a:off x="4400888" y="2412313"/>
            <a:ext cx="206700" cy="606300"/>
          </a:xfrm>
          <a:prstGeom prst="mo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extLst>
      <p:ext uri="{BB962C8B-B14F-4D97-AF65-F5344CB8AC3E}">
        <p14:creationId xmlns:p14="http://schemas.microsoft.com/office/powerpoint/2010/main" val="1160870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700" fill="hold"/>
                                        <p:tgtEl>
                                          <p:spTgt spid="275"/>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pic>
        <p:nvPicPr>
          <p:cNvPr id="281" name="Google Shape;281;p44"/>
          <p:cNvPicPr preferRelativeResize="0"/>
          <p:nvPr/>
        </p:nvPicPr>
        <p:blipFill>
          <a:blip r:embed="rId3">
            <a:alphaModFix/>
          </a:blip>
          <a:stretch>
            <a:fillRect/>
          </a:stretch>
        </p:blipFill>
        <p:spPr>
          <a:xfrm>
            <a:off x="3596775" y="1898850"/>
            <a:ext cx="1884325" cy="2302651"/>
          </a:xfrm>
          <a:prstGeom prst="rect">
            <a:avLst/>
          </a:prstGeom>
          <a:noFill/>
          <a:ln>
            <a:noFill/>
          </a:ln>
        </p:spPr>
      </p:pic>
      <p:sp>
        <p:nvSpPr>
          <p:cNvPr id="282" name="Google Shape;282;p44"/>
          <p:cNvSpPr/>
          <p:nvPr/>
        </p:nvSpPr>
        <p:spPr>
          <a:xfrm>
            <a:off x="4945675" y="1525175"/>
            <a:ext cx="1716600" cy="1276800"/>
          </a:xfrm>
          <a:prstGeom prst="cloudCallout">
            <a:avLst>
              <a:gd name="adj1" fmla="val -32278"/>
              <a:gd name="adj2" fmla="val 61009"/>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83" name="Google Shape;283;p44"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284" name="Google Shape;284;p44"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id="285" name="Google Shape;285;p44" descr="Public Domain Clip Art Image | Lop eared rabbit | ID ..."/>
          <p:cNvPicPr preferRelativeResize="0"/>
          <p:nvPr/>
        </p:nvPicPr>
        <p:blipFill rotWithShape="1">
          <a:blip r:embed="rId6">
            <a:alphaModFix/>
          </a:blip>
          <a:srcRect t="-12447" r="-16522"/>
          <a:stretch/>
        </p:blipFill>
        <p:spPr>
          <a:xfrm>
            <a:off x="5537500" y="1659637"/>
            <a:ext cx="662799" cy="912123"/>
          </a:xfrm>
          <a:prstGeom prst="rect">
            <a:avLst/>
          </a:prstGeom>
          <a:noFill/>
          <a:ln>
            <a:noFill/>
          </a:ln>
        </p:spPr>
      </p:pic>
    </p:spTree>
    <p:extLst>
      <p:ext uri="{BB962C8B-B14F-4D97-AF65-F5344CB8AC3E}">
        <p14:creationId xmlns:p14="http://schemas.microsoft.com/office/powerpoint/2010/main" val="252754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pic>
        <p:nvPicPr>
          <p:cNvPr id="290" name="Google Shape;290;p45"/>
          <p:cNvPicPr preferRelativeResize="0"/>
          <p:nvPr/>
        </p:nvPicPr>
        <p:blipFill>
          <a:blip r:embed="rId3">
            <a:alphaModFix/>
          </a:blip>
          <a:stretch>
            <a:fillRect/>
          </a:stretch>
        </p:blipFill>
        <p:spPr>
          <a:xfrm>
            <a:off x="3596775" y="1898850"/>
            <a:ext cx="1884325" cy="2302651"/>
          </a:xfrm>
          <a:prstGeom prst="rect">
            <a:avLst/>
          </a:prstGeom>
          <a:noFill/>
          <a:ln>
            <a:noFill/>
          </a:ln>
        </p:spPr>
      </p:pic>
      <p:pic>
        <p:nvPicPr>
          <p:cNvPr id="291" name="Google Shape;291;p45"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292" name="Google Shape;292;p45"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sp>
        <p:nvSpPr>
          <p:cNvPr id="293" name="Google Shape;293;p45"/>
          <p:cNvSpPr/>
          <p:nvPr/>
        </p:nvSpPr>
        <p:spPr>
          <a:xfrm rot="-5400000">
            <a:off x="4435575" y="2747025"/>
            <a:ext cx="206700" cy="606300"/>
          </a:xfrm>
          <a:prstGeom prst="moon">
            <a:avLst>
              <a:gd name="adj"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extLst>
      <p:ext uri="{BB962C8B-B14F-4D97-AF65-F5344CB8AC3E}">
        <p14:creationId xmlns:p14="http://schemas.microsoft.com/office/powerpoint/2010/main" val="924723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pic>
        <p:nvPicPr>
          <p:cNvPr id="298" name="Google Shape;298;p46"/>
          <p:cNvPicPr preferRelativeResize="0"/>
          <p:nvPr/>
        </p:nvPicPr>
        <p:blipFill>
          <a:blip r:embed="rId3">
            <a:alphaModFix/>
          </a:blip>
          <a:stretch>
            <a:fillRect/>
          </a:stretch>
        </p:blipFill>
        <p:spPr>
          <a:xfrm>
            <a:off x="1328425" y="3067575"/>
            <a:ext cx="1698800" cy="2075924"/>
          </a:xfrm>
          <a:prstGeom prst="rect">
            <a:avLst/>
          </a:prstGeom>
          <a:noFill/>
          <a:ln>
            <a:noFill/>
          </a:ln>
        </p:spPr>
      </p:pic>
      <p:pic>
        <p:nvPicPr>
          <p:cNvPr id="299" name="Google Shape;299;p46"/>
          <p:cNvPicPr preferRelativeResize="0"/>
          <p:nvPr/>
        </p:nvPicPr>
        <p:blipFill>
          <a:blip r:embed="rId4">
            <a:alphaModFix/>
          </a:blip>
          <a:stretch>
            <a:fillRect/>
          </a:stretch>
        </p:blipFill>
        <p:spPr>
          <a:xfrm>
            <a:off x="5667575" y="3130962"/>
            <a:ext cx="1716300" cy="2097300"/>
          </a:xfrm>
          <a:prstGeom prst="rect">
            <a:avLst/>
          </a:prstGeom>
          <a:noFill/>
          <a:ln>
            <a:noFill/>
          </a:ln>
        </p:spPr>
      </p:pic>
      <p:sp>
        <p:nvSpPr>
          <p:cNvPr id="300" name="Google Shape;300;p46"/>
          <p:cNvSpPr/>
          <p:nvPr/>
        </p:nvSpPr>
        <p:spPr>
          <a:xfrm>
            <a:off x="5802863" y="3454800"/>
            <a:ext cx="1445700" cy="1568700"/>
          </a:xfrm>
          <a:prstGeom prst="rect">
            <a:avLst/>
          </a:prstGeom>
          <a:noFill/>
          <a:ln w="76200" cap="flat" cmpd="sng">
            <a:solidFill>
              <a:srgbClr val="C022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extLst>
      <p:ext uri="{BB962C8B-B14F-4D97-AF65-F5344CB8AC3E}">
        <p14:creationId xmlns:p14="http://schemas.microsoft.com/office/powerpoint/2010/main" val="36318524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pic>
        <p:nvPicPr>
          <p:cNvPr id="305" name="Google Shape;305;p47"/>
          <p:cNvPicPr preferRelativeResize="0"/>
          <p:nvPr/>
        </p:nvPicPr>
        <p:blipFill>
          <a:blip r:embed="rId3">
            <a:alphaModFix/>
          </a:blip>
          <a:stretch>
            <a:fillRect/>
          </a:stretch>
        </p:blipFill>
        <p:spPr>
          <a:xfrm>
            <a:off x="1328425" y="3067575"/>
            <a:ext cx="1698800" cy="2075924"/>
          </a:xfrm>
          <a:prstGeom prst="rect">
            <a:avLst/>
          </a:prstGeom>
          <a:noFill/>
          <a:ln>
            <a:noFill/>
          </a:ln>
        </p:spPr>
      </p:pic>
      <p:pic>
        <p:nvPicPr>
          <p:cNvPr id="306" name="Google Shape;306;p47"/>
          <p:cNvPicPr preferRelativeResize="0"/>
          <p:nvPr/>
        </p:nvPicPr>
        <p:blipFill>
          <a:blip r:embed="rId4">
            <a:alphaModFix/>
          </a:blip>
          <a:stretch>
            <a:fillRect/>
          </a:stretch>
        </p:blipFill>
        <p:spPr>
          <a:xfrm>
            <a:off x="5667575" y="3130962"/>
            <a:ext cx="1716300" cy="2097300"/>
          </a:xfrm>
          <a:prstGeom prst="rect">
            <a:avLst/>
          </a:prstGeom>
          <a:noFill/>
          <a:ln>
            <a:noFill/>
          </a:ln>
        </p:spPr>
      </p:pic>
      <p:sp>
        <p:nvSpPr>
          <p:cNvPr id="307" name="Google Shape;307;p47"/>
          <p:cNvSpPr/>
          <p:nvPr/>
        </p:nvSpPr>
        <p:spPr>
          <a:xfrm>
            <a:off x="1454963" y="3395263"/>
            <a:ext cx="1445700" cy="1568700"/>
          </a:xfrm>
          <a:prstGeom prst="rect">
            <a:avLst/>
          </a:prstGeom>
          <a:noFill/>
          <a:ln w="76200" cap="flat" cmpd="sng">
            <a:solidFill>
              <a:srgbClr val="C02266"/>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extLst>
      <p:ext uri="{BB962C8B-B14F-4D97-AF65-F5344CB8AC3E}">
        <p14:creationId xmlns:p14="http://schemas.microsoft.com/office/powerpoint/2010/main" val="41185691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pic>
        <p:nvPicPr>
          <p:cNvPr id="312" name="Google Shape;312;p48"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313" name="Google Shape;313;p48" title="House icon vector clip art | Free SVG"/>
          <p:cNvPicPr preferRelativeResize="0"/>
          <p:nvPr/>
        </p:nvPicPr>
        <p:blipFill rotWithShape="1">
          <a:blip r:embed="rId4">
            <a:alphaModFix/>
          </a:blip>
          <a:srcRect l="-8825" b="6907"/>
          <a:stretch/>
        </p:blipFill>
        <p:spPr>
          <a:xfrm>
            <a:off x="4217000" y="857100"/>
            <a:ext cx="2158350" cy="1846200"/>
          </a:xfrm>
          <a:prstGeom prst="rect">
            <a:avLst/>
          </a:prstGeom>
          <a:noFill/>
          <a:ln>
            <a:noFill/>
          </a:ln>
        </p:spPr>
      </p:pic>
      <p:pic>
        <p:nvPicPr>
          <p:cNvPr id="314" name="Google Shape;314;p48" title="House icon vector clip art | Free SVG"/>
          <p:cNvPicPr preferRelativeResize="0"/>
          <p:nvPr/>
        </p:nvPicPr>
        <p:blipFill rotWithShape="1">
          <a:blip r:embed="rId4">
            <a:alphaModFix/>
          </a:blip>
          <a:srcRect l="-8825" b="6907"/>
          <a:stretch/>
        </p:blipFill>
        <p:spPr>
          <a:xfrm>
            <a:off x="6302825" y="796250"/>
            <a:ext cx="2158350" cy="1846200"/>
          </a:xfrm>
          <a:prstGeom prst="rect">
            <a:avLst/>
          </a:prstGeom>
          <a:noFill/>
          <a:ln>
            <a:noFill/>
          </a:ln>
        </p:spPr>
      </p:pic>
      <p:sp>
        <p:nvSpPr>
          <p:cNvPr id="315" name="Google Shape;315;p48"/>
          <p:cNvSpPr/>
          <p:nvPr/>
        </p:nvSpPr>
        <p:spPr>
          <a:xfrm>
            <a:off x="2292650" y="250640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16" name="Google Shape;316;p48"/>
          <p:cNvSpPr/>
          <p:nvPr/>
        </p:nvSpPr>
        <p:spPr>
          <a:xfrm flipH="1">
            <a:off x="922575" y="2506413"/>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17" name="Google Shape;317;p48"/>
          <p:cNvPicPr preferRelativeResize="0"/>
          <p:nvPr/>
        </p:nvPicPr>
        <p:blipFill>
          <a:blip r:embed="rId5">
            <a:alphaModFix/>
          </a:blip>
          <a:stretch>
            <a:fillRect/>
          </a:stretch>
        </p:blipFill>
        <p:spPr>
          <a:xfrm>
            <a:off x="3300250" y="3020950"/>
            <a:ext cx="1698800" cy="2075924"/>
          </a:xfrm>
          <a:prstGeom prst="rect">
            <a:avLst/>
          </a:prstGeom>
          <a:noFill/>
          <a:ln>
            <a:noFill/>
          </a:ln>
        </p:spPr>
      </p:pic>
      <p:pic>
        <p:nvPicPr>
          <p:cNvPr id="318" name="Google Shape;318;p48"/>
          <p:cNvPicPr preferRelativeResize="0"/>
          <p:nvPr/>
        </p:nvPicPr>
        <p:blipFill>
          <a:blip r:embed="rId6">
            <a:alphaModFix/>
          </a:blip>
          <a:stretch>
            <a:fillRect/>
          </a:stretch>
        </p:blipFill>
        <p:spPr>
          <a:xfrm>
            <a:off x="1506249" y="3136775"/>
            <a:ext cx="1610700" cy="1968275"/>
          </a:xfrm>
          <a:prstGeom prst="rect">
            <a:avLst/>
          </a:prstGeom>
          <a:noFill/>
          <a:ln>
            <a:noFill/>
          </a:ln>
        </p:spPr>
      </p:pic>
      <p:pic>
        <p:nvPicPr>
          <p:cNvPr id="319" name="Google Shape;319;p48"/>
          <p:cNvPicPr preferRelativeResize="0"/>
          <p:nvPr/>
        </p:nvPicPr>
        <p:blipFill>
          <a:blip r:embed="rId7">
            <a:alphaModFix/>
          </a:blip>
          <a:stretch>
            <a:fillRect/>
          </a:stretch>
        </p:blipFill>
        <p:spPr>
          <a:xfrm>
            <a:off x="2626413" y="2600925"/>
            <a:ext cx="669874" cy="700775"/>
          </a:xfrm>
          <a:prstGeom prst="rect">
            <a:avLst/>
          </a:prstGeom>
          <a:noFill/>
          <a:ln>
            <a:noFill/>
          </a:ln>
        </p:spPr>
      </p:pic>
      <p:pic>
        <p:nvPicPr>
          <p:cNvPr id="320" name="Google Shape;320;p48" descr="Public Domain Clip Art Image | Lop eared rabbit | ID ..."/>
          <p:cNvPicPr preferRelativeResize="0"/>
          <p:nvPr/>
        </p:nvPicPr>
        <p:blipFill rotWithShape="1">
          <a:blip r:embed="rId8">
            <a:alphaModFix/>
          </a:blip>
          <a:srcRect t="-12447" r="-16522"/>
          <a:stretch/>
        </p:blipFill>
        <p:spPr>
          <a:xfrm>
            <a:off x="1259875" y="2484075"/>
            <a:ext cx="662799" cy="912123"/>
          </a:xfrm>
          <a:prstGeom prst="rect">
            <a:avLst/>
          </a:prstGeom>
          <a:noFill/>
          <a:ln>
            <a:noFill/>
          </a:ln>
        </p:spPr>
      </p:pic>
    </p:spTree>
    <p:extLst>
      <p:ext uri="{BB962C8B-B14F-4D97-AF65-F5344CB8AC3E}">
        <p14:creationId xmlns:p14="http://schemas.microsoft.com/office/powerpoint/2010/main" val="21615615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18"/>
                                        </p:tgtEl>
                                        <p:attrNameLst>
                                          <p:attrName>style.visibility</p:attrName>
                                        </p:attrNameLst>
                                      </p:cBhvr>
                                      <p:to>
                                        <p:strVal val="visible"/>
                                      </p:to>
                                    </p:set>
                                    <p:anim calcmode="lin" valueType="num">
                                      <p:cBhvr additive="base">
                                        <p:cTn id="7" dur="1000"/>
                                        <p:tgtEl>
                                          <p:spTgt spid="31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317"/>
                                        </p:tgtEl>
                                        <p:attrNameLst>
                                          <p:attrName>style.visibility</p:attrName>
                                        </p:attrNameLst>
                                      </p:cBhvr>
                                      <p:to>
                                        <p:strVal val="visible"/>
                                      </p:to>
                                    </p:set>
                                    <p:anim calcmode="lin" valueType="num">
                                      <p:cBhvr additive="base">
                                        <p:cTn id="12" dur="1000"/>
                                        <p:tgtEl>
                                          <p:spTgt spid="317"/>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1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1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pic>
        <p:nvPicPr>
          <p:cNvPr id="325" name="Google Shape;325;p49"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326" name="Google Shape;326;p49" title="House icon vector clip art | Free SVG"/>
          <p:cNvPicPr preferRelativeResize="0"/>
          <p:nvPr/>
        </p:nvPicPr>
        <p:blipFill rotWithShape="1">
          <a:blip r:embed="rId4">
            <a:alphaModFix/>
          </a:blip>
          <a:srcRect l="-8825" b="6907"/>
          <a:stretch/>
        </p:blipFill>
        <p:spPr>
          <a:xfrm>
            <a:off x="4217000" y="857100"/>
            <a:ext cx="2158350" cy="1846200"/>
          </a:xfrm>
          <a:prstGeom prst="rect">
            <a:avLst/>
          </a:prstGeom>
          <a:noFill/>
          <a:ln>
            <a:noFill/>
          </a:ln>
        </p:spPr>
      </p:pic>
      <p:pic>
        <p:nvPicPr>
          <p:cNvPr id="327" name="Google Shape;327;p49" title="House icon vector clip art | Free SVG"/>
          <p:cNvPicPr preferRelativeResize="0"/>
          <p:nvPr/>
        </p:nvPicPr>
        <p:blipFill rotWithShape="1">
          <a:blip r:embed="rId4">
            <a:alphaModFix/>
          </a:blip>
          <a:srcRect l="-8825" b="6907"/>
          <a:stretch/>
        </p:blipFill>
        <p:spPr>
          <a:xfrm>
            <a:off x="6302825" y="796250"/>
            <a:ext cx="2158350" cy="1846200"/>
          </a:xfrm>
          <a:prstGeom prst="rect">
            <a:avLst/>
          </a:prstGeom>
          <a:noFill/>
          <a:ln>
            <a:noFill/>
          </a:ln>
        </p:spPr>
      </p:pic>
      <p:sp>
        <p:nvSpPr>
          <p:cNvPr id="328" name="Google Shape;328;p49"/>
          <p:cNvSpPr/>
          <p:nvPr/>
        </p:nvSpPr>
        <p:spPr>
          <a:xfrm>
            <a:off x="2292650" y="250640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29" name="Google Shape;329;p49"/>
          <p:cNvSpPr/>
          <p:nvPr/>
        </p:nvSpPr>
        <p:spPr>
          <a:xfrm flipH="1">
            <a:off x="922575" y="2506413"/>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30" name="Google Shape;330;p49"/>
          <p:cNvPicPr preferRelativeResize="0"/>
          <p:nvPr/>
        </p:nvPicPr>
        <p:blipFill>
          <a:blip r:embed="rId5">
            <a:alphaModFix/>
          </a:blip>
          <a:stretch>
            <a:fillRect/>
          </a:stretch>
        </p:blipFill>
        <p:spPr>
          <a:xfrm>
            <a:off x="3406375" y="3084875"/>
            <a:ext cx="1716300" cy="2097300"/>
          </a:xfrm>
          <a:prstGeom prst="rect">
            <a:avLst/>
          </a:prstGeom>
          <a:noFill/>
          <a:ln>
            <a:noFill/>
          </a:ln>
        </p:spPr>
      </p:pic>
      <p:pic>
        <p:nvPicPr>
          <p:cNvPr id="331" name="Google Shape;331;p49"/>
          <p:cNvPicPr preferRelativeResize="0"/>
          <p:nvPr/>
        </p:nvPicPr>
        <p:blipFill>
          <a:blip r:embed="rId6">
            <a:alphaModFix/>
          </a:blip>
          <a:stretch>
            <a:fillRect/>
          </a:stretch>
        </p:blipFill>
        <p:spPr>
          <a:xfrm>
            <a:off x="1506249" y="3136775"/>
            <a:ext cx="1610700" cy="1968275"/>
          </a:xfrm>
          <a:prstGeom prst="rect">
            <a:avLst/>
          </a:prstGeom>
          <a:noFill/>
          <a:ln>
            <a:noFill/>
          </a:ln>
        </p:spPr>
      </p:pic>
      <p:pic>
        <p:nvPicPr>
          <p:cNvPr id="332" name="Google Shape;332;p49"/>
          <p:cNvPicPr preferRelativeResize="0"/>
          <p:nvPr/>
        </p:nvPicPr>
        <p:blipFill>
          <a:blip r:embed="rId7">
            <a:alphaModFix/>
          </a:blip>
          <a:stretch>
            <a:fillRect/>
          </a:stretch>
        </p:blipFill>
        <p:spPr>
          <a:xfrm>
            <a:off x="2626413" y="2600925"/>
            <a:ext cx="669874" cy="700775"/>
          </a:xfrm>
          <a:prstGeom prst="rect">
            <a:avLst/>
          </a:prstGeom>
          <a:noFill/>
          <a:ln>
            <a:noFill/>
          </a:ln>
        </p:spPr>
      </p:pic>
      <p:pic>
        <p:nvPicPr>
          <p:cNvPr id="333" name="Google Shape;333;p49" descr="Public Domain Clip Art Image | Lop eared rabbit | ID ..."/>
          <p:cNvPicPr preferRelativeResize="0"/>
          <p:nvPr/>
        </p:nvPicPr>
        <p:blipFill rotWithShape="1">
          <a:blip r:embed="rId8">
            <a:alphaModFix/>
          </a:blip>
          <a:srcRect t="-12447" r="-16522"/>
          <a:stretch/>
        </p:blipFill>
        <p:spPr>
          <a:xfrm>
            <a:off x="1259875" y="2484075"/>
            <a:ext cx="662799" cy="912123"/>
          </a:xfrm>
          <a:prstGeom prst="rect">
            <a:avLst/>
          </a:prstGeom>
          <a:noFill/>
          <a:ln>
            <a:noFill/>
          </a:ln>
        </p:spPr>
      </p:pic>
    </p:spTree>
    <p:extLst>
      <p:ext uri="{BB962C8B-B14F-4D97-AF65-F5344CB8AC3E}">
        <p14:creationId xmlns:p14="http://schemas.microsoft.com/office/powerpoint/2010/main" val="3602724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30"/>
                                        </p:tgtEl>
                                        <p:attrNameLst>
                                          <p:attrName>style.visibility</p:attrName>
                                        </p:attrNameLst>
                                      </p:cBhvr>
                                      <p:to>
                                        <p:strVal val="visible"/>
                                      </p:to>
                                    </p:set>
                                    <p:anim calcmode="lin" valueType="num">
                                      <p:cBhvr additive="base">
                                        <p:cTn id="7" dur="1000"/>
                                        <p:tgtEl>
                                          <p:spTgt spid="330"/>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2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3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2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pic>
        <p:nvPicPr>
          <p:cNvPr id="338" name="Google Shape;338;p50" descr="A cartoon of a white and purple animal&#10;&#10;Description automatically generated"/>
          <p:cNvPicPr preferRelativeResize="0"/>
          <p:nvPr/>
        </p:nvPicPr>
        <p:blipFill rotWithShape="1">
          <a:blip r:embed="rId3">
            <a:alphaModFix/>
          </a:blip>
          <a:srcRect/>
          <a:stretch/>
        </p:blipFill>
        <p:spPr>
          <a:xfrm>
            <a:off x="7144925" y="2788363"/>
            <a:ext cx="1573925" cy="1922285"/>
          </a:xfrm>
          <a:prstGeom prst="rect">
            <a:avLst/>
          </a:prstGeom>
          <a:noFill/>
          <a:ln>
            <a:noFill/>
          </a:ln>
        </p:spPr>
      </p:pic>
      <p:pic>
        <p:nvPicPr>
          <p:cNvPr id="339" name="Google Shape;339;p50" title="images.jpg"/>
          <p:cNvPicPr preferRelativeResize="0"/>
          <p:nvPr/>
        </p:nvPicPr>
        <p:blipFill>
          <a:blip r:embed="rId4">
            <a:alphaModFix/>
          </a:blip>
          <a:stretch>
            <a:fillRect/>
          </a:stretch>
        </p:blipFill>
        <p:spPr>
          <a:xfrm>
            <a:off x="2764750" y="2194550"/>
            <a:ext cx="4339350" cy="1546475"/>
          </a:xfrm>
          <a:prstGeom prst="rect">
            <a:avLst/>
          </a:prstGeom>
          <a:noFill/>
          <a:ln>
            <a:noFill/>
          </a:ln>
        </p:spPr>
      </p:pic>
      <p:pic>
        <p:nvPicPr>
          <p:cNvPr id="340" name="Google Shape;340;p50" title="download-2.jpg"/>
          <p:cNvPicPr preferRelativeResize="0"/>
          <p:nvPr/>
        </p:nvPicPr>
        <p:blipFill>
          <a:blip r:embed="rId5">
            <a:alphaModFix/>
          </a:blip>
          <a:stretch>
            <a:fillRect/>
          </a:stretch>
        </p:blipFill>
        <p:spPr>
          <a:xfrm>
            <a:off x="2114749" y="3307850"/>
            <a:ext cx="1371950" cy="1371950"/>
          </a:xfrm>
          <a:prstGeom prst="rect">
            <a:avLst/>
          </a:prstGeom>
          <a:noFill/>
          <a:ln>
            <a:noFill/>
          </a:ln>
        </p:spPr>
      </p:pic>
      <p:pic>
        <p:nvPicPr>
          <p:cNvPr id="341" name="Google Shape;341;p50" title="images-3.jpg"/>
          <p:cNvPicPr preferRelativeResize="0"/>
          <p:nvPr/>
        </p:nvPicPr>
        <p:blipFill rotWithShape="1">
          <a:blip r:embed="rId6">
            <a:alphaModFix/>
          </a:blip>
          <a:srcRect l="1650" t="-6060" r="-1649" b="6060"/>
          <a:stretch/>
        </p:blipFill>
        <p:spPr>
          <a:xfrm>
            <a:off x="5432900" y="3802750"/>
            <a:ext cx="1671200" cy="1198225"/>
          </a:xfrm>
          <a:prstGeom prst="rect">
            <a:avLst/>
          </a:prstGeom>
          <a:noFill/>
          <a:ln>
            <a:noFill/>
          </a:ln>
        </p:spPr>
      </p:pic>
      <p:pic>
        <p:nvPicPr>
          <p:cNvPr id="342" name="Google Shape;342;p50" title="download-3.jpg"/>
          <p:cNvPicPr preferRelativeResize="0"/>
          <p:nvPr/>
        </p:nvPicPr>
        <p:blipFill>
          <a:blip r:embed="rId7">
            <a:alphaModFix/>
          </a:blip>
          <a:stretch>
            <a:fillRect/>
          </a:stretch>
        </p:blipFill>
        <p:spPr>
          <a:xfrm>
            <a:off x="78800" y="34275"/>
            <a:ext cx="2035948" cy="2100450"/>
          </a:xfrm>
          <a:prstGeom prst="rect">
            <a:avLst/>
          </a:prstGeom>
          <a:noFill/>
          <a:ln>
            <a:noFill/>
          </a:ln>
        </p:spPr>
      </p:pic>
      <p:pic>
        <p:nvPicPr>
          <p:cNvPr id="343" name="Google Shape;343;p50" descr="Small Trees | Free SVG"/>
          <p:cNvPicPr preferRelativeResize="0"/>
          <p:nvPr/>
        </p:nvPicPr>
        <p:blipFill>
          <a:blip r:embed="rId8">
            <a:alphaModFix/>
          </a:blip>
          <a:stretch>
            <a:fillRect/>
          </a:stretch>
        </p:blipFill>
        <p:spPr>
          <a:xfrm>
            <a:off x="6633625" y="289750"/>
            <a:ext cx="2044399" cy="2044400"/>
          </a:xfrm>
          <a:prstGeom prst="rect">
            <a:avLst/>
          </a:prstGeom>
          <a:noFill/>
          <a:ln>
            <a:noFill/>
          </a:ln>
        </p:spPr>
      </p:pic>
      <p:sp>
        <p:nvSpPr>
          <p:cNvPr id="344" name="Google Shape;344;p50"/>
          <p:cNvSpPr/>
          <p:nvPr/>
        </p:nvSpPr>
        <p:spPr>
          <a:xfrm>
            <a:off x="1386525" y="21268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45" name="Google Shape;345;p50"/>
          <p:cNvSpPr/>
          <p:nvPr/>
        </p:nvSpPr>
        <p:spPr>
          <a:xfrm flipH="1">
            <a:off x="8300" y="21268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46" name="Google Shape;346;p50"/>
          <p:cNvPicPr preferRelativeResize="0"/>
          <p:nvPr/>
        </p:nvPicPr>
        <p:blipFill>
          <a:blip r:embed="rId9">
            <a:alphaModFix/>
          </a:blip>
          <a:stretch>
            <a:fillRect/>
          </a:stretch>
        </p:blipFill>
        <p:spPr>
          <a:xfrm>
            <a:off x="697974" y="2788375"/>
            <a:ext cx="1610700" cy="1968275"/>
          </a:xfrm>
          <a:prstGeom prst="rect">
            <a:avLst/>
          </a:prstGeom>
          <a:noFill/>
          <a:ln>
            <a:noFill/>
          </a:ln>
        </p:spPr>
      </p:pic>
      <p:pic>
        <p:nvPicPr>
          <p:cNvPr id="347" name="Google Shape;347;p50"/>
          <p:cNvPicPr preferRelativeResize="0"/>
          <p:nvPr/>
        </p:nvPicPr>
        <p:blipFill>
          <a:blip r:embed="rId10">
            <a:alphaModFix/>
          </a:blip>
          <a:stretch>
            <a:fillRect/>
          </a:stretch>
        </p:blipFill>
        <p:spPr>
          <a:xfrm>
            <a:off x="1720288" y="2221375"/>
            <a:ext cx="669874" cy="700775"/>
          </a:xfrm>
          <a:prstGeom prst="rect">
            <a:avLst/>
          </a:prstGeom>
          <a:noFill/>
          <a:ln>
            <a:noFill/>
          </a:ln>
        </p:spPr>
      </p:pic>
      <p:pic>
        <p:nvPicPr>
          <p:cNvPr id="348" name="Google Shape;348;p50" descr="Public Domain Clip Art Image | Lop eared rabbit | ID ..."/>
          <p:cNvPicPr preferRelativeResize="0"/>
          <p:nvPr/>
        </p:nvPicPr>
        <p:blipFill rotWithShape="1">
          <a:blip r:embed="rId11">
            <a:alphaModFix/>
          </a:blip>
          <a:srcRect t="-12447" r="-16522"/>
          <a:stretch/>
        </p:blipFill>
        <p:spPr>
          <a:xfrm>
            <a:off x="345600" y="2104525"/>
            <a:ext cx="662799" cy="912123"/>
          </a:xfrm>
          <a:prstGeom prst="rect">
            <a:avLst/>
          </a:prstGeom>
          <a:noFill/>
          <a:ln>
            <a:noFill/>
          </a:ln>
        </p:spPr>
      </p:pic>
    </p:spTree>
    <p:extLst>
      <p:ext uri="{BB962C8B-B14F-4D97-AF65-F5344CB8AC3E}">
        <p14:creationId xmlns:p14="http://schemas.microsoft.com/office/powerpoint/2010/main" val="3450336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46"/>
                                        </p:tgtEl>
                                        <p:attrNameLst>
                                          <p:attrName>style.visibility</p:attrName>
                                        </p:attrNameLst>
                                      </p:cBhvr>
                                      <p:to>
                                        <p:strVal val="visible"/>
                                      </p:to>
                                    </p:set>
                                    <p:anim calcmode="lin" valueType="num">
                                      <p:cBhvr additive="base">
                                        <p:cTn id="7" dur="1000"/>
                                        <p:tgtEl>
                                          <p:spTgt spid="346"/>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338"/>
                                        </p:tgtEl>
                                        <p:attrNameLst>
                                          <p:attrName>style.visibility</p:attrName>
                                        </p:attrNameLst>
                                      </p:cBhvr>
                                      <p:to>
                                        <p:strVal val="visible"/>
                                      </p:to>
                                    </p:set>
                                    <p:anim calcmode="lin" valueType="num">
                                      <p:cBhvr additive="base">
                                        <p:cTn id="12" dur="1500"/>
                                        <p:tgtEl>
                                          <p:spTgt spid="338"/>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4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4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4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51"/>
          <p:cNvSpPr/>
          <p:nvPr/>
        </p:nvSpPr>
        <p:spPr>
          <a:xfrm flipH="1">
            <a:off x="3727950" y="1978725"/>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4" name="Google Shape;354;p51"/>
          <p:cNvSpPr/>
          <p:nvPr/>
        </p:nvSpPr>
        <p:spPr>
          <a:xfrm>
            <a:off x="5111950" y="1978725"/>
            <a:ext cx="1243200" cy="83295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55" name="Google Shape;355;p51" descr="Small Trees | Free SVG"/>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id="356" name="Google Shape;356;p51" descr="Small Trees | Free SVG"/>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id="357" name="Google Shape;357;p51" descr="Hybrid laptop computer | Public domain vectors"/>
          <p:cNvPicPr preferRelativeResize="0"/>
          <p:nvPr/>
        </p:nvPicPr>
        <p:blipFill rotWithShape="1">
          <a:blip r:embed="rId4">
            <a:alphaModFix/>
          </a:blip>
          <a:srcRect b="14806"/>
          <a:stretch/>
        </p:blipFill>
        <p:spPr>
          <a:xfrm>
            <a:off x="5350725" y="2024163"/>
            <a:ext cx="847275" cy="721820"/>
          </a:xfrm>
          <a:prstGeom prst="rect">
            <a:avLst/>
          </a:prstGeom>
          <a:noFill/>
          <a:ln>
            <a:noFill/>
          </a:ln>
        </p:spPr>
      </p:pic>
      <p:pic>
        <p:nvPicPr>
          <p:cNvPr id="358" name="Google Shape;358;p51"/>
          <p:cNvPicPr preferRelativeResize="0"/>
          <p:nvPr/>
        </p:nvPicPr>
        <p:blipFill>
          <a:blip r:embed="rId5">
            <a:alphaModFix/>
          </a:blip>
          <a:stretch>
            <a:fillRect/>
          </a:stretch>
        </p:blipFill>
        <p:spPr>
          <a:xfrm>
            <a:off x="1718349" y="2847875"/>
            <a:ext cx="1610700" cy="1968275"/>
          </a:xfrm>
          <a:prstGeom prst="rect">
            <a:avLst/>
          </a:prstGeom>
          <a:noFill/>
          <a:ln>
            <a:noFill/>
          </a:ln>
        </p:spPr>
      </p:pic>
      <p:pic>
        <p:nvPicPr>
          <p:cNvPr id="359" name="Google Shape;359;p51"/>
          <p:cNvPicPr preferRelativeResize="0"/>
          <p:nvPr/>
        </p:nvPicPr>
        <p:blipFill>
          <a:blip r:embed="rId5">
            <a:alphaModFix/>
          </a:blip>
          <a:stretch>
            <a:fillRect/>
          </a:stretch>
        </p:blipFill>
        <p:spPr>
          <a:xfrm>
            <a:off x="3989375" y="2301500"/>
            <a:ext cx="2135625" cy="2609725"/>
          </a:xfrm>
          <a:prstGeom prst="rect">
            <a:avLst/>
          </a:prstGeom>
          <a:noFill/>
          <a:ln>
            <a:noFill/>
          </a:ln>
        </p:spPr>
      </p:pic>
      <p:pic>
        <p:nvPicPr>
          <p:cNvPr id="360" name="Google Shape;360;p51"/>
          <p:cNvPicPr preferRelativeResize="0"/>
          <p:nvPr/>
        </p:nvPicPr>
        <p:blipFill>
          <a:blip r:embed="rId6">
            <a:alphaModFix/>
          </a:blip>
          <a:stretch>
            <a:fillRect/>
          </a:stretch>
        </p:blipFill>
        <p:spPr>
          <a:xfrm>
            <a:off x="4045663" y="2034688"/>
            <a:ext cx="669874" cy="700775"/>
          </a:xfrm>
          <a:prstGeom prst="rect">
            <a:avLst/>
          </a:prstGeom>
          <a:noFill/>
          <a:ln>
            <a:noFill/>
          </a:ln>
        </p:spPr>
      </p:pic>
    </p:spTree>
    <p:extLst>
      <p:ext uri="{BB962C8B-B14F-4D97-AF65-F5344CB8AC3E}">
        <p14:creationId xmlns:p14="http://schemas.microsoft.com/office/powerpoint/2010/main" val="2498681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58"/>
                                        </p:tgtEl>
                                        <p:attrNameLst>
                                          <p:attrName>style.visibility</p:attrName>
                                        </p:attrNameLst>
                                      </p:cBhvr>
                                      <p:to>
                                        <p:strVal val="visible"/>
                                      </p:to>
                                    </p:set>
                                    <p:anim calcmode="lin" valueType="num">
                                      <p:cBhvr additive="base">
                                        <p:cTn id="7" dur="1000"/>
                                        <p:tgtEl>
                                          <p:spTgt spid="35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359"/>
                                        </p:tgtEl>
                                        <p:attrNameLst>
                                          <p:attrName>style.visibility</p:attrName>
                                        </p:attrNameLst>
                                      </p:cBhvr>
                                      <p:to>
                                        <p:strVal val="visible"/>
                                      </p:to>
                                    </p:set>
                                    <p:anim calcmode="lin" valueType="num">
                                      <p:cBhvr additive="base">
                                        <p:cTn id="12" dur="1000"/>
                                        <p:tgtEl>
                                          <p:spTgt spid="359"/>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5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5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5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52"/>
          <p:cNvSpPr/>
          <p:nvPr/>
        </p:nvSpPr>
        <p:spPr>
          <a:xfrm flipH="1">
            <a:off x="3727950" y="1978725"/>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6" name="Google Shape;366;p52"/>
          <p:cNvSpPr/>
          <p:nvPr/>
        </p:nvSpPr>
        <p:spPr>
          <a:xfrm>
            <a:off x="5111950" y="1978725"/>
            <a:ext cx="1243200" cy="83295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367" name="Google Shape;367;p52" descr="Small Trees | Free SVG"/>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id="368" name="Google Shape;368;p52" descr="Small Trees | Free SVG"/>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id="369" name="Google Shape;369;p52" descr="Hybrid laptop computer | Public domain vectors"/>
          <p:cNvPicPr preferRelativeResize="0"/>
          <p:nvPr/>
        </p:nvPicPr>
        <p:blipFill rotWithShape="1">
          <a:blip r:embed="rId4">
            <a:alphaModFix/>
          </a:blip>
          <a:srcRect b="14806"/>
          <a:stretch/>
        </p:blipFill>
        <p:spPr>
          <a:xfrm>
            <a:off x="5309913" y="2024163"/>
            <a:ext cx="847275" cy="721820"/>
          </a:xfrm>
          <a:prstGeom prst="rect">
            <a:avLst/>
          </a:prstGeom>
          <a:noFill/>
          <a:ln>
            <a:noFill/>
          </a:ln>
        </p:spPr>
      </p:pic>
      <p:pic>
        <p:nvPicPr>
          <p:cNvPr id="370" name="Google Shape;370;p52"/>
          <p:cNvPicPr preferRelativeResize="0"/>
          <p:nvPr/>
        </p:nvPicPr>
        <p:blipFill>
          <a:blip r:embed="rId5">
            <a:alphaModFix/>
          </a:blip>
          <a:stretch>
            <a:fillRect/>
          </a:stretch>
        </p:blipFill>
        <p:spPr>
          <a:xfrm>
            <a:off x="1736099" y="2870425"/>
            <a:ext cx="1610700" cy="1968275"/>
          </a:xfrm>
          <a:prstGeom prst="rect">
            <a:avLst/>
          </a:prstGeom>
          <a:noFill/>
          <a:ln>
            <a:noFill/>
          </a:ln>
        </p:spPr>
      </p:pic>
      <p:pic>
        <p:nvPicPr>
          <p:cNvPr id="371" name="Google Shape;371;p52" descr="A cartoon of a white and purple animal&#10;&#10;Description automatically generated"/>
          <p:cNvPicPr preferRelativeResize="0"/>
          <p:nvPr/>
        </p:nvPicPr>
        <p:blipFill rotWithShape="1">
          <a:blip r:embed="rId6">
            <a:alphaModFix/>
          </a:blip>
          <a:srcRect t="-2250" b="2250"/>
          <a:stretch/>
        </p:blipFill>
        <p:spPr>
          <a:xfrm>
            <a:off x="3944525" y="2211500"/>
            <a:ext cx="2182375" cy="2665399"/>
          </a:xfrm>
          <a:prstGeom prst="rect">
            <a:avLst/>
          </a:prstGeom>
          <a:noFill/>
          <a:ln>
            <a:noFill/>
          </a:ln>
        </p:spPr>
      </p:pic>
      <p:pic>
        <p:nvPicPr>
          <p:cNvPr id="372" name="Google Shape;372;p52"/>
          <p:cNvPicPr preferRelativeResize="0"/>
          <p:nvPr/>
        </p:nvPicPr>
        <p:blipFill>
          <a:blip r:embed="rId7">
            <a:alphaModFix/>
          </a:blip>
          <a:stretch>
            <a:fillRect/>
          </a:stretch>
        </p:blipFill>
        <p:spPr>
          <a:xfrm>
            <a:off x="4003525" y="2024175"/>
            <a:ext cx="754150" cy="721800"/>
          </a:xfrm>
          <a:prstGeom prst="rect">
            <a:avLst/>
          </a:prstGeom>
          <a:noFill/>
          <a:ln>
            <a:noFill/>
          </a:ln>
        </p:spPr>
      </p:pic>
    </p:spTree>
    <p:extLst>
      <p:ext uri="{BB962C8B-B14F-4D97-AF65-F5344CB8AC3E}">
        <p14:creationId xmlns:p14="http://schemas.microsoft.com/office/powerpoint/2010/main" val="1730484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371"/>
                                        </p:tgtEl>
                                        <p:attrNameLst>
                                          <p:attrName>style.visibility</p:attrName>
                                        </p:attrNameLst>
                                      </p:cBhvr>
                                      <p:to>
                                        <p:strVal val="visible"/>
                                      </p:to>
                                    </p:set>
                                    <p:anim calcmode="lin" valueType="num">
                                      <p:cBhvr additive="base">
                                        <p:cTn id="7" dur="1000"/>
                                        <p:tgtEl>
                                          <p:spTgt spid="371"/>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6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69"/>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65"/>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3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pic>
        <p:nvPicPr>
          <p:cNvPr id="168" name="Google Shape;168;p32"/>
          <p:cNvPicPr preferRelativeResize="0"/>
          <p:nvPr/>
        </p:nvPicPr>
        <p:blipFill>
          <a:blip r:embed="rId3">
            <a:alphaModFix/>
          </a:blip>
          <a:stretch>
            <a:fillRect/>
          </a:stretch>
        </p:blipFill>
        <p:spPr>
          <a:xfrm>
            <a:off x="3604124" y="1725999"/>
            <a:ext cx="1778975" cy="2173926"/>
          </a:xfrm>
          <a:prstGeom prst="rect">
            <a:avLst/>
          </a:prstGeom>
          <a:noFill/>
          <a:ln>
            <a:noFill/>
          </a:ln>
        </p:spPr>
      </p:pic>
      <p:pic>
        <p:nvPicPr>
          <p:cNvPr id="169" name="Google Shape;169;p32" descr="Water with solid fill"/>
          <p:cNvPicPr preferRelativeResize="0"/>
          <p:nvPr/>
        </p:nvPicPr>
        <p:blipFill rotWithShape="1">
          <a:blip r:embed="rId4">
            <a:alphaModFix/>
          </a:blip>
          <a:srcRect/>
          <a:stretch/>
        </p:blipFill>
        <p:spPr>
          <a:xfrm>
            <a:off x="4539325" y="2666938"/>
            <a:ext cx="292050" cy="292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mph" presetSubtype="0" fill="hold" nodeType="clickEffect">
                                  <p:stCondLst>
                                    <p:cond delay="0"/>
                                  </p:stCondLst>
                                  <p:childTnLst>
                                    <p:animRot by="-21600000">
                                      <p:cBhvr>
                                        <p:cTn id="6" dur="500" fill="hold"/>
                                        <p:tgtEl>
                                          <p:spTgt spid="168"/>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Shape 173"/>
        <p:cNvGrpSpPr/>
        <p:nvPr/>
      </p:nvGrpSpPr>
      <p:grpSpPr>
        <a:xfrm>
          <a:off x="0" y="0"/>
          <a:ext cx="0" cy="0"/>
          <a:chOff x="0" y="0"/>
          <a:chExt cx="0" cy="0"/>
        </a:xfrm>
      </p:grpSpPr>
      <p:sp>
        <p:nvSpPr>
          <p:cNvPr id="174" name="Google Shape;174;p33"/>
          <p:cNvSpPr txBox="1">
            <a:spLocks noGrp="1"/>
          </p:cNvSpPr>
          <p:nvPr>
            <p:ph type="title"/>
          </p:nvPr>
        </p:nvSpPr>
        <p:spPr>
          <a:xfrm>
            <a:off x="2888250" y="1999525"/>
            <a:ext cx="3367500" cy="631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Negative Condition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pic>
        <p:nvPicPr>
          <p:cNvPr id="179" name="Google Shape;179;p34"/>
          <p:cNvPicPr preferRelativeResize="0"/>
          <p:nvPr/>
        </p:nvPicPr>
        <p:blipFill>
          <a:blip r:embed="rId3">
            <a:alphaModFix/>
          </a:blip>
          <a:stretch>
            <a:fillRect/>
          </a:stretch>
        </p:blipFill>
        <p:spPr>
          <a:xfrm>
            <a:off x="3760888" y="2176249"/>
            <a:ext cx="1622223" cy="1982350"/>
          </a:xfrm>
          <a:prstGeom prst="rect">
            <a:avLst/>
          </a:prstGeom>
          <a:noFill/>
          <a:ln>
            <a:noFill/>
          </a:ln>
        </p:spPr>
      </p:pic>
      <p:sp>
        <p:nvSpPr>
          <p:cNvPr id="180" name="Google Shape;180;p34"/>
          <p:cNvSpPr/>
          <p:nvPr/>
        </p:nvSpPr>
        <p:spPr>
          <a:xfrm>
            <a:off x="4945675" y="1525175"/>
            <a:ext cx="1716600" cy="1276800"/>
          </a:xfrm>
          <a:prstGeom prst="cloudCallout">
            <a:avLst>
              <a:gd name="adj1" fmla="val -32278"/>
              <a:gd name="adj2" fmla="val 61009"/>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181" name="Google Shape;181;p34"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182" name="Google Shape;182;p34"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id="183" name="Google Shape;183;p34" descr="Brown Cartoon Owl Vector Clipart image - Free stock photo - Public ..."/>
          <p:cNvPicPr preferRelativeResize="0"/>
          <p:nvPr/>
        </p:nvPicPr>
        <p:blipFill>
          <a:blip r:embed="rId6">
            <a:alphaModFix/>
          </a:blip>
          <a:stretch>
            <a:fillRect/>
          </a:stretch>
        </p:blipFill>
        <p:spPr>
          <a:xfrm>
            <a:off x="5506938" y="1741825"/>
            <a:ext cx="594075" cy="8299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pic>
        <p:nvPicPr>
          <p:cNvPr id="188" name="Google Shape;188;p35"/>
          <p:cNvPicPr preferRelativeResize="0"/>
          <p:nvPr/>
        </p:nvPicPr>
        <p:blipFill>
          <a:blip r:embed="rId3">
            <a:alphaModFix/>
          </a:blip>
          <a:stretch>
            <a:fillRect/>
          </a:stretch>
        </p:blipFill>
        <p:spPr>
          <a:xfrm>
            <a:off x="3760888" y="2176249"/>
            <a:ext cx="1622223" cy="1982350"/>
          </a:xfrm>
          <a:prstGeom prst="rect">
            <a:avLst/>
          </a:prstGeom>
          <a:noFill/>
          <a:ln>
            <a:noFill/>
          </a:ln>
        </p:spPr>
      </p:pic>
      <p:pic>
        <p:nvPicPr>
          <p:cNvPr id="189" name="Google Shape;189;p35" title="School desk | Free SVG"/>
          <p:cNvPicPr preferRelativeResize="0"/>
          <p:nvPr/>
        </p:nvPicPr>
        <p:blipFill>
          <a:blip r:embed="rId4">
            <a:alphaModFix/>
          </a:blip>
          <a:stretch>
            <a:fillRect/>
          </a:stretch>
        </p:blipFill>
        <p:spPr>
          <a:xfrm>
            <a:off x="3638400" y="3381875"/>
            <a:ext cx="1801076" cy="1801076"/>
          </a:xfrm>
          <a:prstGeom prst="rect">
            <a:avLst/>
          </a:prstGeom>
          <a:noFill/>
          <a:ln>
            <a:noFill/>
          </a:ln>
        </p:spPr>
      </p:pic>
      <p:pic>
        <p:nvPicPr>
          <p:cNvPr id="190" name="Google Shape;190;p35" title="Royalty-Free photo: Rectangular green board on brown background ..."/>
          <p:cNvPicPr preferRelativeResize="0"/>
          <p:nvPr/>
        </p:nvPicPr>
        <p:blipFill>
          <a:blip r:embed="rId5">
            <a:alphaModFix/>
          </a:blip>
          <a:stretch>
            <a:fillRect/>
          </a:stretch>
        </p:blipFill>
        <p:spPr>
          <a:xfrm>
            <a:off x="164525" y="141100"/>
            <a:ext cx="3347725" cy="1969250"/>
          </a:xfrm>
          <a:prstGeom prst="rect">
            <a:avLst/>
          </a:prstGeom>
          <a:noFill/>
          <a:ln>
            <a:noFill/>
          </a:ln>
        </p:spPr>
      </p:pic>
      <p:pic>
        <p:nvPicPr>
          <p:cNvPr id="191" name="Google Shape;191;p35" descr="Water with solid fill"/>
          <p:cNvPicPr preferRelativeResize="0"/>
          <p:nvPr/>
        </p:nvPicPr>
        <p:blipFill rotWithShape="1">
          <a:blip r:embed="rId6">
            <a:alphaModFix/>
          </a:blip>
          <a:srcRect/>
          <a:stretch/>
        </p:blipFill>
        <p:spPr>
          <a:xfrm>
            <a:off x="4572000" y="3021388"/>
            <a:ext cx="292050" cy="2920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pic>
        <p:nvPicPr>
          <p:cNvPr id="196" name="Google Shape;196;p36"/>
          <p:cNvPicPr preferRelativeResize="0"/>
          <p:nvPr/>
        </p:nvPicPr>
        <p:blipFill>
          <a:blip r:embed="rId3">
            <a:alphaModFix/>
          </a:blip>
          <a:stretch>
            <a:fillRect/>
          </a:stretch>
        </p:blipFill>
        <p:spPr>
          <a:xfrm>
            <a:off x="1353150" y="2871917"/>
            <a:ext cx="1730875" cy="2115126"/>
          </a:xfrm>
          <a:prstGeom prst="rect">
            <a:avLst/>
          </a:prstGeom>
          <a:noFill/>
          <a:ln>
            <a:noFill/>
          </a:ln>
        </p:spPr>
      </p:pic>
      <p:pic>
        <p:nvPicPr>
          <p:cNvPr id="197" name="Google Shape;197;p36"/>
          <p:cNvPicPr preferRelativeResize="0"/>
          <p:nvPr/>
        </p:nvPicPr>
        <p:blipFill>
          <a:blip r:embed="rId4">
            <a:alphaModFix/>
          </a:blip>
          <a:stretch>
            <a:fillRect/>
          </a:stretch>
        </p:blipFill>
        <p:spPr>
          <a:xfrm>
            <a:off x="5616775" y="2890925"/>
            <a:ext cx="1699450" cy="2077125"/>
          </a:xfrm>
          <a:prstGeom prst="rect">
            <a:avLst/>
          </a:prstGeom>
          <a:noFill/>
          <a:ln>
            <a:noFill/>
          </a:ln>
        </p:spPr>
      </p:pic>
      <p:sp>
        <p:nvSpPr>
          <p:cNvPr id="198" name="Google Shape;198;p36"/>
          <p:cNvSpPr/>
          <p:nvPr/>
        </p:nvSpPr>
        <p:spPr>
          <a:xfrm>
            <a:off x="5743650" y="3314575"/>
            <a:ext cx="1445700" cy="1568700"/>
          </a:xfrm>
          <a:prstGeom prst="rect">
            <a:avLst/>
          </a:prstGeom>
          <a:noFill/>
          <a:ln w="76200"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203" name="Google Shape;203;p37"/>
          <p:cNvPicPr preferRelativeResize="0"/>
          <p:nvPr/>
        </p:nvPicPr>
        <p:blipFill>
          <a:blip r:embed="rId3">
            <a:alphaModFix/>
          </a:blip>
          <a:stretch>
            <a:fillRect/>
          </a:stretch>
        </p:blipFill>
        <p:spPr>
          <a:xfrm>
            <a:off x="1353150" y="2871917"/>
            <a:ext cx="1730875" cy="2115126"/>
          </a:xfrm>
          <a:prstGeom prst="rect">
            <a:avLst/>
          </a:prstGeom>
          <a:noFill/>
          <a:ln>
            <a:noFill/>
          </a:ln>
        </p:spPr>
      </p:pic>
      <p:pic>
        <p:nvPicPr>
          <p:cNvPr id="204" name="Google Shape;204;p37"/>
          <p:cNvPicPr preferRelativeResize="0"/>
          <p:nvPr/>
        </p:nvPicPr>
        <p:blipFill>
          <a:blip r:embed="rId4">
            <a:alphaModFix/>
          </a:blip>
          <a:stretch>
            <a:fillRect/>
          </a:stretch>
        </p:blipFill>
        <p:spPr>
          <a:xfrm>
            <a:off x="5616775" y="2890925"/>
            <a:ext cx="1699450" cy="2077125"/>
          </a:xfrm>
          <a:prstGeom prst="rect">
            <a:avLst/>
          </a:prstGeom>
          <a:noFill/>
          <a:ln>
            <a:noFill/>
          </a:ln>
        </p:spPr>
      </p:pic>
      <p:sp>
        <p:nvSpPr>
          <p:cNvPr id="205" name="Google Shape;205;p37"/>
          <p:cNvSpPr/>
          <p:nvPr/>
        </p:nvSpPr>
        <p:spPr>
          <a:xfrm>
            <a:off x="1495738" y="3300450"/>
            <a:ext cx="1445700" cy="1568700"/>
          </a:xfrm>
          <a:prstGeom prst="rect">
            <a:avLst/>
          </a:prstGeom>
          <a:noFill/>
          <a:ln w="76200"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0" name="Google Shape;210;p38"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211" name="Google Shape;211;p38" title="House icon vector clip art | Free SVG"/>
          <p:cNvPicPr preferRelativeResize="0"/>
          <p:nvPr/>
        </p:nvPicPr>
        <p:blipFill rotWithShape="1">
          <a:blip r:embed="rId4">
            <a:alphaModFix/>
          </a:blip>
          <a:srcRect l="-8825" b="6907"/>
          <a:stretch/>
        </p:blipFill>
        <p:spPr>
          <a:xfrm>
            <a:off x="4217000" y="857100"/>
            <a:ext cx="2158350" cy="1846200"/>
          </a:xfrm>
          <a:prstGeom prst="rect">
            <a:avLst/>
          </a:prstGeom>
          <a:noFill/>
          <a:ln>
            <a:noFill/>
          </a:ln>
        </p:spPr>
      </p:pic>
      <p:pic>
        <p:nvPicPr>
          <p:cNvPr id="212" name="Google Shape;212;p38" title="House icon vector clip art | Free SVG"/>
          <p:cNvPicPr preferRelativeResize="0"/>
          <p:nvPr/>
        </p:nvPicPr>
        <p:blipFill rotWithShape="1">
          <a:blip r:embed="rId4">
            <a:alphaModFix/>
          </a:blip>
          <a:srcRect l="-8825" b="6907"/>
          <a:stretch/>
        </p:blipFill>
        <p:spPr>
          <a:xfrm>
            <a:off x="6302825" y="796250"/>
            <a:ext cx="2158350" cy="1846200"/>
          </a:xfrm>
          <a:prstGeom prst="rect">
            <a:avLst/>
          </a:prstGeom>
          <a:noFill/>
          <a:ln>
            <a:noFill/>
          </a:ln>
        </p:spPr>
      </p:pic>
      <p:pic>
        <p:nvPicPr>
          <p:cNvPr id="213" name="Google Shape;213;p38"/>
          <p:cNvPicPr preferRelativeResize="0"/>
          <p:nvPr/>
        </p:nvPicPr>
        <p:blipFill>
          <a:blip r:embed="rId5">
            <a:alphaModFix/>
          </a:blip>
          <a:stretch>
            <a:fillRect/>
          </a:stretch>
        </p:blipFill>
        <p:spPr>
          <a:xfrm>
            <a:off x="3570175" y="2878317"/>
            <a:ext cx="1730875" cy="2115126"/>
          </a:xfrm>
          <a:prstGeom prst="rect">
            <a:avLst/>
          </a:prstGeom>
          <a:noFill/>
          <a:ln>
            <a:noFill/>
          </a:ln>
        </p:spPr>
      </p:pic>
      <p:sp>
        <p:nvSpPr>
          <p:cNvPr id="214" name="Google Shape;214;p38"/>
          <p:cNvSpPr/>
          <p:nvPr/>
        </p:nvSpPr>
        <p:spPr>
          <a:xfrm>
            <a:off x="2292650" y="250640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15" name="Google Shape;215;p38"/>
          <p:cNvPicPr preferRelativeResize="0"/>
          <p:nvPr/>
        </p:nvPicPr>
        <p:blipFill>
          <a:blip r:embed="rId6">
            <a:alphaModFix/>
          </a:blip>
          <a:stretch>
            <a:fillRect/>
          </a:stretch>
        </p:blipFill>
        <p:spPr>
          <a:xfrm>
            <a:off x="2529900" y="2541800"/>
            <a:ext cx="770345" cy="819000"/>
          </a:xfrm>
          <a:prstGeom prst="rect">
            <a:avLst/>
          </a:prstGeom>
          <a:noFill/>
          <a:ln>
            <a:noFill/>
          </a:ln>
        </p:spPr>
      </p:pic>
      <p:pic>
        <p:nvPicPr>
          <p:cNvPr id="216" name="Google Shape;216;p38"/>
          <p:cNvPicPr preferRelativeResize="0"/>
          <p:nvPr/>
        </p:nvPicPr>
        <p:blipFill>
          <a:blip r:embed="rId7">
            <a:alphaModFix/>
          </a:blip>
          <a:stretch>
            <a:fillRect/>
          </a:stretch>
        </p:blipFill>
        <p:spPr>
          <a:xfrm>
            <a:off x="1401613" y="2944711"/>
            <a:ext cx="1622223" cy="1982350"/>
          </a:xfrm>
          <a:prstGeom prst="rect">
            <a:avLst/>
          </a:prstGeom>
          <a:noFill/>
          <a:ln>
            <a:noFill/>
          </a:ln>
        </p:spPr>
      </p:pic>
      <p:sp>
        <p:nvSpPr>
          <p:cNvPr id="217" name="Google Shape;217;p38"/>
          <p:cNvSpPr/>
          <p:nvPr/>
        </p:nvSpPr>
        <p:spPr>
          <a:xfrm flipH="1">
            <a:off x="922575" y="2506413"/>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18" name="Google Shape;218;p38" descr="Brown Cartoon Owl Vector Clipart image - Free stock photo - Public ..."/>
          <p:cNvPicPr preferRelativeResize="0"/>
          <p:nvPr/>
        </p:nvPicPr>
        <p:blipFill>
          <a:blip r:embed="rId8">
            <a:alphaModFix/>
          </a:blip>
          <a:stretch>
            <a:fillRect/>
          </a:stretch>
        </p:blipFill>
        <p:spPr>
          <a:xfrm>
            <a:off x="1294238" y="2536350"/>
            <a:ext cx="594075" cy="8299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16"/>
                                        </p:tgtEl>
                                        <p:attrNameLst>
                                          <p:attrName>style.visibility</p:attrName>
                                        </p:attrNameLst>
                                      </p:cBhvr>
                                      <p:to>
                                        <p:strVal val="visible"/>
                                      </p:to>
                                    </p:set>
                                    <p:anim calcmode="lin" valueType="num">
                                      <p:cBhvr additive="base">
                                        <p:cTn id="7" dur="1000"/>
                                        <p:tgtEl>
                                          <p:spTgt spid="216"/>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213"/>
                                        </p:tgtEl>
                                        <p:attrNameLst>
                                          <p:attrName>style.visibility</p:attrName>
                                        </p:attrNameLst>
                                      </p:cBhvr>
                                      <p:to>
                                        <p:strVal val="visible"/>
                                      </p:to>
                                    </p:set>
                                    <p:anim calcmode="lin" valueType="num">
                                      <p:cBhvr additive="base">
                                        <p:cTn id="12" dur="1000"/>
                                        <p:tgtEl>
                                          <p:spTgt spid="213"/>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1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pic>
        <p:nvPicPr>
          <p:cNvPr id="223" name="Google Shape;223;p39" title="School Building | Free SVG"/>
          <p:cNvPicPr preferRelativeResize="0"/>
          <p:nvPr/>
        </p:nvPicPr>
        <p:blipFill>
          <a:blip r:embed="rId3">
            <a:alphaModFix/>
          </a:blip>
          <a:stretch>
            <a:fillRect/>
          </a:stretch>
        </p:blipFill>
        <p:spPr>
          <a:xfrm>
            <a:off x="484825" y="-319025"/>
            <a:ext cx="3455800" cy="3455800"/>
          </a:xfrm>
          <a:prstGeom prst="rect">
            <a:avLst/>
          </a:prstGeom>
          <a:noFill/>
          <a:ln>
            <a:noFill/>
          </a:ln>
        </p:spPr>
      </p:pic>
      <p:pic>
        <p:nvPicPr>
          <p:cNvPr id="224" name="Google Shape;224;p39" title="House icon vector clip art | Free SVG"/>
          <p:cNvPicPr preferRelativeResize="0"/>
          <p:nvPr/>
        </p:nvPicPr>
        <p:blipFill rotWithShape="1">
          <a:blip r:embed="rId4">
            <a:alphaModFix/>
          </a:blip>
          <a:srcRect l="-8825" b="6907"/>
          <a:stretch/>
        </p:blipFill>
        <p:spPr>
          <a:xfrm>
            <a:off x="4217000" y="857100"/>
            <a:ext cx="2158350" cy="1846200"/>
          </a:xfrm>
          <a:prstGeom prst="rect">
            <a:avLst/>
          </a:prstGeom>
          <a:noFill/>
          <a:ln>
            <a:noFill/>
          </a:ln>
        </p:spPr>
      </p:pic>
      <p:pic>
        <p:nvPicPr>
          <p:cNvPr id="225" name="Google Shape;225;p39" title="House icon vector clip art | Free SVG"/>
          <p:cNvPicPr preferRelativeResize="0"/>
          <p:nvPr/>
        </p:nvPicPr>
        <p:blipFill rotWithShape="1">
          <a:blip r:embed="rId4">
            <a:alphaModFix/>
          </a:blip>
          <a:srcRect l="-8825" b="6907"/>
          <a:stretch/>
        </p:blipFill>
        <p:spPr>
          <a:xfrm>
            <a:off x="6302825" y="796250"/>
            <a:ext cx="2158350" cy="1846200"/>
          </a:xfrm>
          <a:prstGeom prst="rect">
            <a:avLst/>
          </a:prstGeom>
          <a:noFill/>
          <a:ln>
            <a:noFill/>
          </a:ln>
        </p:spPr>
      </p:pic>
      <p:sp>
        <p:nvSpPr>
          <p:cNvPr id="226" name="Google Shape;226;p39"/>
          <p:cNvSpPr/>
          <p:nvPr/>
        </p:nvSpPr>
        <p:spPr>
          <a:xfrm>
            <a:off x="2260000" y="25717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27" name="Google Shape;227;p39"/>
          <p:cNvPicPr preferRelativeResize="0"/>
          <p:nvPr/>
        </p:nvPicPr>
        <p:blipFill>
          <a:blip r:embed="rId5">
            <a:alphaModFix/>
          </a:blip>
          <a:stretch>
            <a:fillRect/>
          </a:stretch>
        </p:blipFill>
        <p:spPr>
          <a:xfrm>
            <a:off x="2543525" y="2607150"/>
            <a:ext cx="770345" cy="819000"/>
          </a:xfrm>
          <a:prstGeom prst="rect">
            <a:avLst/>
          </a:prstGeom>
          <a:noFill/>
          <a:ln>
            <a:noFill/>
          </a:ln>
        </p:spPr>
      </p:pic>
      <p:pic>
        <p:nvPicPr>
          <p:cNvPr id="228" name="Google Shape;228;p39"/>
          <p:cNvPicPr preferRelativeResize="0"/>
          <p:nvPr/>
        </p:nvPicPr>
        <p:blipFill>
          <a:blip r:embed="rId6">
            <a:alphaModFix/>
          </a:blip>
          <a:stretch>
            <a:fillRect/>
          </a:stretch>
        </p:blipFill>
        <p:spPr>
          <a:xfrm>
            <a:off x="1401613" y="2944686"/>
            <a:ext cx="1622223" cy="1982350"/>
          </a:xfrm>
          <a:prstGeom prst="rect">
            <a:avLst/>
          </a:prstGeom>
          <a:noFill/>
          <a:ln>
            <a:noFill/>
          </a:ln>
        </p:spPr>
      </p:pic>
      <p:sp>
        <p:nvSpPr>
          <p:cNvPr id="229" name="Google Shape;229;p39"/>
          <p:cNvSpPr/>
          <p:nvPr/>
        </p:nvSpPr>
        <p:spPr>
          <a:xfrm flipH="1">
            <a:off x="884225" y="2566288"/>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30" name="Google Shape;230;p39" descr="Brown Cartoon Owl Vector Clipart image - Free stock photo - Public ..."/>
          <p:cNvPicPr preferRelativeResize="0"/>
          <p:nvPr/>
        </p:nvPicPr>
        <p:blipFill>
          <a:blip r:embed="rId7">
            <a:alphaModFix/>
          </a:blip>
          <a:stretch>
            <a:fillRect/>
          </a:stretch>
        </p:blipFill>
        <p:spPr>
          <a:xfrm>
            <a:off x="1255888" y="2566288"/>
            <a:ext cx="594075" cy="829926"/>
          </a:xfrm>
          <a:prstGeom prst="rect">
            <a:avLst/>
          </a:prstGeom>
          <a:noFill/>
          <a:ln>
            <a:noFill/>
          </a:ln>
        </p:spPr>
      </p:pic>
      <p:pic>
        <p:nvPicPr>
          <p:cNvPr id="231" name="Google Shape;231;p39"/>
          <p:cNvPicPr preferRelativeResize="0"/>
          <p:nvPr/>
        </p:nvPicPr>
        <p:blipFill>
          <a:blip r:embed="rId8">
            <a:alphaModFix/>
          </a:blip>
          <a:stretch>
            <a:fillRect/>
          </a:stretch>
        </p:blipFill>
        <p:spPr>
          <a:xfrm>
            <a:off x="3553850" y="2944687"/>
            <a:ext cx="1699450" cy="20771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31"/>
                                        </p:tgtEl>
                                        <p:attrNameLst>
                                          <p:attrName>style.visibility</p:attrName>
                                        </p:attrNameLst>
                                      </p:cBhvr>
                                      <p:to>
                                        <p:strVal val="visible"/>
                                      </p:to>
                                    </p:set>
                                    <p:anim calcmode="lin" valueType="num">
                                      <p:cBhvr additive="base">
                                        <p:cTn id="7" dur="1000"/>
                                        <p:tgtEl>
                                          <p:spTgt spid="231"/>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2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2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2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p40" descr="A cartoon of a white and purple animal&#10;&#10;Description automatically generated"/>
          <p:cNvPicPr preferRelativeResize="0"/>
          <p:nvPr/>
        </p:nvPicPr>
        <p:blipFill rotWithShape="1">
          <a:blip r:embed="rId3">
            <a:alphaModFix/>
          </a:blip>
          <a:srcRect/>
          <a:stretch/>
        </p:blipFill>
        <p:spPr>
          <a:xfrm>
            <a:off x="7104100" y="2571750"/>
            <a:ext cx="1487350" cy="1816549"/>
          </a:xfrm>
          <a:prstGeom prst="rect">
            <a:avLst/>
          </a:prstGeom>
          <a:noFill/>
          <a:ln>
            <a:noFill/>
          </a:ln>
        </p:spPr>
      </p:pic>
      <p:pic>
        <p:nvPicPr>
          <p:cNvPr id="237" name="Google Shape;237;p40" title="images.jpg"/>
          <p:cNvPicPr preferRelativeResize="0"/>
          <p:nvPr/>
        </p:nvPicPr>
        <p:blipFill>
          <a:blip r:embed="rId4">
            <a:alphaModFix/>
          </a:blip>
          <a:stretch>
            <a:fillRect/>
          </a:stretch>
        </p:blipFill>
        <p:spPr>
          <a:xfrm>
            <a:off x="2764750" y="2194550"/>
            <a:ext cx="4339350" cy="1546475"/>
          </a:xfrm>
          <a:prstGeom prst="rect">
            <a:avLst/>
          </a:prstGeom>
          <a:noFill/>
          <a:ln>
            <a:noFill/>
          </a:ln>
        </p:spPr>
      </p:pic>
      <p:pic>
        <p:nvPicPr>
          <p:cNvPr id="238" name="Google Shape;238;p40"/>
          <p:cNvPicPr preferRelativeResize="0"/>
          <p:nvPr/>
        </p:nvPicPr>
        <p:blipFill>
          <a:blip r:embed="rId5">
            <a:alphaModFix/>
          </a:blip>
          <a:stretch>
            <a:fillRect/>
          </a:stretch>
        </p:blipFill>
        <p:spPr>
          <a:xfrm>
            <a:off x="627399" y="2606313"/>
            <a:ext cx="1487350" cy="1817560"/>
          </a:xfrm>
          <a:prstGeom prst="rect">
            <a:avLst/>
          </a:prstGeom>
          <a:noFill/>
          <a:ln>
            <a:noFill/>
          </a:ln>
        </p:spPr>
      </p:pic>
      <p:pic>
        <p:nvPicPr>
          <p:cNvPr id="239" name="Google Shape;239;p40" title="download-2.jpg"/>
          <p:cNvPicPr preferRelativeResize="0"/>
          <p:nvPr/>
        </p:nvPicPr>
        <p:blipFill>
          <a:blip r:embed="rId6">
            <a:alphaModFix/>
          </a:blip>
          <a:stretch>
            <a:fillRect/>
          </a:stretch>
        </p:blipFill>
        <p:spPr>
          <a:xfrm>
            <a:off x="2114749" y="3307850"/>
            <a:ext cx="1371950" cy="1371950"/>
          </a:xfrm>
          <a:prstGeom prst="rect">
            <a:avLst/>
          </a:prstGeom>
          <a:noFill/>
          <a:ln>
            <a:noFill/>
          </a:ln>
        </p:spPr>
      </p:pic>
      <p:pic>
        <p:nvPicPr>
          <p:cNvPr id="240" name="Google Shape;240;p40" title="images-3.jpg"/>
          <p:cNvPicPr preferRelativeResize="0"/>
          <p:nvPr/>
        </p:nvPicPr>
        <p:blipFill rotWithShape="1">
          <a:blip r:embed="rId7">
            <a:alphaModFix/>
          </a:blip>
          <a:srcRect l="1650" t="-6060" r="-1649" b="6060"/>
          <a:stretch/>
        </p:blipFill>
        <p:spPr>
          <a:xfrm>
            <a:off x="5432900" y="3802750"/>
            <a:ext cx="1671200" cy="1198225"/>
          </a:xfrm>
          <a:prstGeom prst="rect">
            <a:avLst/>
          </a:prstGeom>
          <a:noFill/>
          <a:ln>
            <a:noFill/>
          </a:ln>
        </p:spPr>
      </p:pic>
      <p:pic>
        <p:nvPicPr>
          <p:cNvPr id="241" name="Google Shape;241;p40" title="download-3.jpg"/>
          <p:cNvPicPr preferRelativeResize="0"/>
          <p:nvPr/>
        </p:nvPicPr>
        <p:blipFill>
          <a:blip r:embed="rId8">
            <a:alphaModFix/>
          </a:blip>
          <a:stretch>
            <a:fillRect/>
          </a:stretch>
        </p:blipFill>
        <p:spPr>
          <a:xfrm>
            <a:off x="78800" y="34275"/>
            <a:ext cx="2035948" cy="2100450"/>
          </a:xfrm>
          <a:prstGeom prst="rect">
            <a:avLst/>
          </a:prstGeom>
          <a:noFill/>
          <a:ln>
            <a:noFill/>
          </a:ln>
        </p:spPr>
      </p:pic>
      <p:pic>
        <p:nvPicPr>
          <p:cNvPr id="242" name="Google Shape;242;p40" descr="Small Trees | Free SVG"/>
          <p:cNvPicPr preferRelativeResize="0"/>
          <p:nvPr/>
        </p:nvPicPr>
        <p:blipFill>
          <a:blip r:embed="rId9">
            <a:alphaModFix/>
          </a:blip>
          <a:stretch>
            <a:fillRect/>
          </a:stretch>
        </p:blipFill>
        <p:spPr>
          <a:xfrm>
            <a:off x="6633625" y="289750"/>
            <a:ext cx="2044399" cy="2044400"/>
          </a:xfrm>
          <a:prstGeom prst="rect">
            <a:avLst/>
          </a:prstGeom>
          <a:noFill/>
          <a:ln>
            <a:noFill/>
          </a:ln>
        </p:spPr>
      </p:pic>
      <p:sp>
        <p:nvSpPr>
          <p:cNvPr id="243" name="Google Shape;243;p40"/>
          <p:cNvSpPr/>
          <p:nvPr/>
        </p:nvSpPr>
        <p:spPr>
          <a:xfrm>
            <a:off x="1386525" y="21268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44" name="Google Shape;244;p40"/>
          <p:cNvSpPr/>
          <p:nvPr/>
        </p:nvSpPr>
        <p:spPr>
          <a:xfrm flipH="1">
            <a:off x="8300" y="2126850"/>
            <a:ext cx="1337400" cy="8898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45" name="Google Shape;245;p40"/>
          <p:cNvPicPr preferRelativeResize="0"/>
          <p:nvPr/>
        </p:nvPicPr>
        <p:blipFill>
          <a:blip r:embed="rId10">
            <a:alphaModFix/>
          </a:blip>
          <a:stretch>
            <a:fillRect/>
          </a:stretch>
        </p:blipFill>
        <p:spPr>
          <a:xfrm>
            <a:off x="1670050" y="2162250"/>
            <a:ext cx="770345" cy="819000"/>
          </a:xfrm>
          <a:prstGeom prst="rect">
            <a:avLst/>
          </a:prstGeom>
          <a:noFill/>
          <a:ln>
            <a:noFill/>
          </a:ln>
        </p:spPr>
      </p:pic>
      <p:pic>
        <p:nvPicPr>
          <p:cNvPr id="246" name="Google Shape;246;p40" descr="Brown Cartoon Owl Vector Clipart image - Free stock photo - Public ..."/>
          <p:cNvPicPr preferRelativeResize="0"/>
          <p:nvPr/>
        </p:nvPicPr>
        <p:blipFill>
          <a:blip r:embed="rId11">
            <a:alphaModFix/>
          </a:blip>
          <a:stretch>
            <a:fillRect/>
          </a:stretch>
        </p:blipFill>
        <p:spPr>
          <a:xfrm>
            <a:off x="379963" y="2156788"/>
            <a:ext cx="594075" cy="829926"/>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38"/>
                                        </p:tgtEl>
                                        <p:attrNameLst>
                                          <p:attrName>style.visibility</p:attrName>
                                        </p:attrNameLst>
                                      </p:cBhvr>
                                      <p:to>
                                        <p:strVal val="visible"/>
                                      </p:to>
                                    </p:set>
                                    <p:anim calcmode="lin" valueType="num">
                                      <p:cBhvr additive="base">
                                        <p:cTn id="7" dur="1000"/>
                                        <p:tgtEl>
                                          <p:spTgt spid="238"/>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2" fill="hold" nodeType="clickEffect">
                                  <p:stCondLst>
                                    <p:cond delay="0"/>
                                  </p:stCondLst>
                                  <p:childTnLst>
                                    <p:set>
                                      <p:cBhvr>
                                        <p:cTn id="11" dur="1" fill="hold">
                                          <p:stCondLst>
                                            <p:cond delay="0"/>
                                          </p:stCondLst>
                                        </p:cTn>
                                        <p:tgtEl>
                                          <p:spTgt spid="236"/>
                                        </p:tgtEl>
                                        <p:attrNameLst>
                                          <p:attrName>style.visibility</p:attrName>
                                        </p:attrNameLst>
                                      </p:cBhvr>
                                      <p:to>
                                        <p:strVal val="visible"/>
                                      </p:to>
                                    </p:set>
                                    <p:anim calcmode="lin" valueType="num">
                                      <p:cBhvr additive="base">
                                        <p:cTn id="12" dur="1500"/>
                                        <p:tgtEl>
                                          <p:spTgt spid="236"/>
                                        </p:tgtEl>
                                        <p:attrNameLst>
                                          <p:attrName>ppt_x</p:attrName>
                                        </p:attrNameLst>
                                      </p:cBhvr>
                                      <p:tavLst>
                                        <p:tav tm="0">
                                          <p:val>
                                            <p:strVal val="#ppt_x+1"/>
                                          </p:val>
                                        </p:tav>
                                        <p:tav tm="100000">
                                          <p:val>
                                            <p:strVal val="#ppt_x"/>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4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4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41"/>
          <p:cNvSpPr/>
          <p:nvPr/>
        </p:nvSpPr>
        <p:spPr>
          <a:xfrm flipH="1">
            <a:off x="3727950" y="1978725"/>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52" name="Google Shape;252;p41"/>
          <p:cNvSpPr/>
          <p:nvPr/>
        </p:nvSpPr>
        <p:spPr>
          <a:xfrm>
            <a:off x="5111950" y="1978725"/>
            <a:ext cx="1243200" cy="83295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53" name="Google Shape;253;p41" descr="Small Trees | Free SVG"/>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id="254" name="Google Shape;254;p41" descr="Small Trees | Free SVG"/>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id="255" name="Google Shape;255;p41" descr="Hybrid laptop computer | Public domain vectors"/>
          <p:cNvPicPr preferRelativeResize="0"/>
          <p:nvPr/>
        </p:nvPicPr>
        <p:blipFill rotWithShape="1">
          <a:blip r:embed="rId4">
            <a:alphaModFix/>
          </a:blip>
          <a:srcRect b="14806"/>
          <a:stretch/>
        </p:blipFill>
        <p:spPr>
          <a:xfrm>
            <a:off x="5350725" y="2024163"/>
            <a:ext cx="847275" cy="721820"/>
          </a:xfrm>
          <a:prstGeom prst="rect">
            <a:avLst/>
          </a:prstGeom>
          <a:noFill/>
          <a:ln>
            <a:noFill/>
          </a:ln>
        </p:spPr>
      </p:pic>
      <p:pic>
        <p:nvPicPr>
          <p:cNvPr id="256" name="Google Shape;256;p41"/>
          <p:cNvPicPr preferRelativeResize="0"/>
          <p:nvPr/>
        </p:nvPicPr>
        <p:blipFill>
          <a:blip r:embed="rId5">
            <a:alphaModFix/>
          </a:blip>
          <a:stretch>
            <a:fillRect/>
          </a:stretch>
        </p:blipFill>
        <p:spPr>
          <a:xfrm>
            <a:off x="3967775" y="2138325"/>
            <a:ext cx="2330900" cy="2848375"/>
          </a:xfrm>
          <a:prstGeom prst="rect">
            <a:avLst/>
          </a:prstGeom>
          <a:noFill/>
          <a:ln>
            <a:noFill/>
          </a:ln>
        </p:spPr>
      </p:pic>
      <p:pic>
        <p:nvPicPr>
          <p:cNvPr id="257" name="Google Shape;257;p41"/>
          <p:cNvPicPr preferRelativeResize="0"/>
          <p:nvPr/>
        </p:nvPicPr>
        <p:blipFill>
          <a:blip r:embed="rId5">
            <a:alphaModFix/>
          </a:blip>
          <a:stretch>
            <a:fillRect/>
          </a:stretch>
        </p:blipFill>
        <p:spPr>
          <a:xfrm>
            <a:off x="2236500" y="2913350"/>
            <a:ext cx="1560875" cy="1907401"/>
          </a:xfrm>
          <a:prstGeom prst="rect">
            <a:avLst/>
          </a:prstGeom>
          <a:noFill/>
          <a:ln>
            <a:noFill/>
          </a:ln>
        </p:spPr>
      </p:pic>
      <p:pic>
        <p:nvPicPr>
          <p:cNvPr id="258" name="Google Shape;258;p41"/>
          <p:cNvPicPr preferRelativeResize="0"/>
          <p:nvPr/>
        </p:nvPicPr>
        <p:blipFill>
          <a:blip r:embed="rId6">
            <a:alphaModFix/>
          </a:blip>
          <a:stretch>
            <a:fillRect/>
          </a:stretch>
        </p:blipFill>
        <p:spPr>
          <a:xfrm>
            <a:off x="4018275" y="1999875"/>
            <a:ext cx="724638" cy="770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257"/>
                                        </p:tgtEl>
                                        <p:attrNameLst>
                                          <p:attrName>style.visibility</p:attrName>
                                        </p:attrNameLst>
                                      </p:cBhvr>
                                      <p:to>
                                        <p:strVal val="visible"/>
                                      </p:to>
                                    </p:set>
                                    <p:anim calcmode="lin" valueType="num">
                                      <p:cBhvr additive="base">
                                        <p:cTn id="7" dur="500" fill="hold"/>
                                        <p:tgtEl>
                                          <p:spTgt spid="257"/>
                                        </p:tgtEl>
                                        <p:attrNameLst>
                                          <p:attrName>ppt_x</p:attrName>
                                        </p:attrNameLst>
                                      </p:cBhvr>
                                      <p:tavLst>
                                        <p:tav tm="0">
                                          <p:val>
                                            <p:strVal val="0-#ppt_w/2"/>
                                          </p:val>
                                        </p:tav>
                                        <p:tav tm="100000">
                                          <p:val>
                                            <p:strVal val="#ppt_x"/>
                                          </p:val>
                                        </p:tav>
                                      </p:tavLst>
                                    </p:anim>
                                    <p:anim calcmode="lin" valueType="num">
                                      <p:cBhvr additive="base">
                                        <p:cTn id="8" dur="500" fill="hold"/>
                                        <p:tgtEl>
                                          <p:spTgt spid="257"/>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56"/>
                                        </p:tgtEl>
                                        <p:attrNameLst>
                                          <p:attrName>style.visibility</p:attrName>
                                        </p:attrNameLst>
                                      </p:cBhvr>
                                      <p:to>
                                        <p:strVal val="visible"/>
                                      </p:to>
                                    </p:set>
                                    <p:anim calcmode="lin" valueType="num">
                                      <p:cBhvr additive="base">
                                        <p:cTn id="13" dur="1000"/>
                                        <p:tgtEl>
                                          <p:spTgt spid="256"/>
                                        </p:tgtEl>
                                        <p:attrNameLst>
                                          <p:attrName>ppt_x</p:attrName>
                                        </p:attrNameLst>
                                      </p:cBhvr>
                                      <p:tavLst>
                                        <p:tav tm="0">
                                          <p:val>
                                            <p:strVal val="#ppt_x+1"/>
                                          </p:val>
                                        </p:tav>
                                        <p:tav tm="100000">
                                          <p:val>
                                            <p:strVal val="#ppt_x"/>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252"/>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25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51"/>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2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42"/>
          <p:cNvSpPr/>
          <p:nvPr/>
        </p:nvSpPr>
        <p:spPr>
          <a:xfrm flipH="1">
            <a:off x="3719800" y="1978725"/>
            <a:ext cx="1305300" cy="8127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4" name="Google Shape;264;p42"/>
          <p:cNvSpPr/>
          <p:nvPr/>
        </p:nvSpPr>
        <p:spPr>
          <a:xfrm>
            <a:off x="5108425" y="1978725"/>
            <a:ext cx="1243200" cy="853200"/>
          </a:xfrm>
          <a:prstGeom prst="wedgeRoundRectCallout">
            <a:avLst>
              <a:gd name="adj1" fmla="val -20833"/>
              <a:gd name="adj2" fmla="val 62500"/>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265" name="Google Shape;265;p42" descr="Small Trees | Free SVG"/>
          <p:cNvPicPr preferRelativeResize="0"/>
          <p:nvPr/>
        </p:nvPicPr>
        <p:blipFill>
          <a:blip r:embed="rId3">
            <a:alphaModFix/>
          </a:blip>
          <a:stretch>
            <a:fillRect/>
          </a:stretch>
        </p:blipFill>
        <p:spPr>
          <a:xfrm>
            <a:off x="78150" y="304800"/>
            <a:ext cx="2044400" cy="2044400"/>
          </a:xfrm>
          <a:prstGeom prst="rect">
            <a:avLst/>
          </a:prstGeom>
          <a:noFill/>
          <a:ln>
            <a:noFill/>
          </a:ln>
        </p:spPr>
      </p:pic>
      <p:pic>
        <p:nvPicPr>
          <p:cNvPr id="266" name="Google Shape;266;p42" descr="Small Trees | Free SVG"/>
          <p:cNvPicPr preferRelativeResize="0"/>
          <p:nvPr/>
        </p:nvPicPr>
        <p:blipFill>
          <a:blip r:embed="rId3">
            <a:alphaModFix/>
          </a:blip>
          <a:stretch>
            <a:fillRect/>
          </a:stretch>
        </p:blipFill>
        <p:spPr>
          <a:xfrm>
            <a:off x="6944250" y="374850"/>
            <a:ext cx="2044399" cy="2044400"/>
          </a:xfrm>
          <a:prstGeom prst="rect">
            <a:avLst/>
          </a:prstGeom>
          <a:noFill/>
          <a:ln>
            <a:noFill/>
          </a:ln>
        </p:spPr>
      </p:pic>
      <p:pic>
        <p:nvPicPr>
          <p:cNvPr id="267" name="Google Shape;267;p42" descr="Hybrid laptop computer | Public domain vectors"/>
          <p:cNvPicPr preferRelativeResize="0"/>
          <p:nvPr/>
        </p:nvPicPr>
        <p:blipFill rotWithShape="1">
          <a:blip r:embed="rId4">
            <a:alphaModFix/>
          </a:blip>
          <a:srcRect b="14806"/>
          <a:stretch/>
        </p:blipFill>
        <p:spPr>
          <a:xfrm>
            <a:off x="5350725" y="2024163"/>
            <a:ext cx="847275" cy="721820"/>
          </a:xfrm>
          <a:prstGeom prst="rect">
            <a:avLst/>
          </a:prstGeom>
          <a:noFill/>
          <a:ln>
            <a:noFill/>
          </a:ln>
        </p:spPr>
      </p:pic>
      <p:pic>
        <p:nvPicPr>
          <p:cNvPr id="268" name="Google Shape;268;p42"/>
          <p:cNvPicPr preferRelativeResize="0"/>
          <p:nvPr/>
        </p:nvPicPr>
        <p:blipFill>
          <a:blip r:embed="rId5">
            <a:alphaModFix/>
          </a:blip>
          <a:stretch>
            <a:fillRect/>
          </a:stretch>
        </p:blipFill>
        <p:spPr>
          <a:xfrm>
            <a:off x="2242700" y="2969500"/>
            <a:ext cx="1560875" cy="1907401"/>
          </a:xfrm>
          <a:prstGeom prst="rect">
            <a:avLst/>
          </a:prstGeom>
          <a:noFill/>
          <a:ln>
            <a:noFill/>
          </a:ln>
        </p:spPr>
      </p:pic>
      <p:pic>
        <p:nvPicPr>
          <p:cNvPr id="269" name="Google Shape;269;p42" descr="A cartoon of a white and purple animal&#10;&#10;Description automatically generated"/>
          <p:cNvPicPr preferRelativeResize="0"/>
          <p:nvPr/>
        </p:nvPicPr>
        <p:blipFill rotWithShape="1">
          <a:blip r:embed="rId6">
            <a:alphaModFix/>
          </a:blip>
          <a:srcRect t="-2250" b="2250"/>
          <a:stretch/>
        </p:blipFill>
        <p:spPr>
          <a:xfrm>
            <a:off x="3944525" y="2211500"/>
            <a:ext cx="2182375" cy="2665399"/>
          </a:xfrm>
          <a:prstGeom prst="rect">
            <a:avLst/>
          </a:prstGeom>
          <a:noFill/>
          <a:ln>
            <a:noFill/>
          </a:ln>
        </p:spPr>
      </p:pic>
      <p:pic>
        <p:nvPicPr>
          <p:cNvPr id="270" name="Google Shape;270;p42"/>
          <p:cNvPicPr preferRelativeResize="0"/>
          <p:nvPr/>
        </p:nvPicPr>
        <p:blipFill>
          <a:blip r:embed="rId7">
            <a:alphaModFix/>
          </a:blip>
          <a:stretch>
            <a:fillRect/>
          </a:stretch>
        </p:blipFill>
        <p:spPr>
          <a:xfrm>
            <a:off x="4025575" y="2060964"/>
            <a:ext cx="619725" cy="64821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269"/>
                                        </p:tgtEl>
                                        <p:attrNameLst>
                                          <p:attrName>style.visibility</p:attrName>
                                        </p:attrNameLst>
                                      </p:cBhvr>
                                      <p:to>
                                        <p:strVal val="visible"/>
                                      </p:to>
                                    </p:set>
                                    <p:anim calcmode="lin" valueType="num">
                                      <p:cBhvr additive="base">
                                        <p:cTn id="7" dur="1000"/>
                                        <p:tgtEl>
                                          <p:spTgt spid="269"/>
                                        </p:tgtEl>
                                        <p:attrNameLst>
                                          <p:attrName>ppt_x</p:attrName>
                                        </p:attrNameLst>
                                      </p:cBhvr>
                                      <p:tavLst>
                                        <p:tav tm="0">
                                          <p:val>
                                            <p:strVal val="#ppt_x+1"/>
                                          </p:val>
                                        </p:tav>
                                        <p:tav tm="100000">
                                          <p:val>
                                            <p:strVal val="#ppt_x"/>
                                          </p:val>
                                        </p:tav>
                                      </p:tavLst>
                                    </p:anim>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6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6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6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6"/>
        <p:cNvGrpSpPr/>
        <p:nvPr/>
      </p:nvGrpSpPr>
      <p:grpSpPr>
        <a:xfrm>
          <a:off x="0" y="0"/>
          <a:ext cx="0" cy="0"/>
          <a:chOff x="0" y="0"/>
          <a:chExt cx="0" cy="0"/>
        </a:xfrm>
      </p:grpSpPr>
      <p:sp>
        <p:nvSpPr>
          <p:cNvPr id="377" name="Google Shape;377;p53"/>
          <p:cNvSpPr/>
          <p:nvPr/>
        </p:nvSpPr>
        <p:spPr>
          <a:xfrm>
            <a:off x="1143" y="0"/>
            <a:ext cx="9141900" cy="5143500"/>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pic>
        <p:nvPicPr>
          <p:cNvPr id="378" name="Google Shape;378;p53" descr="A blue sky with clouds and text&#10;&#10;Description automatically generated"/>
          <p:cNvPicPr preferRelativeResize="0"/>
          <p:nvPr/>
        </p:nvPicPr>
        <p:blipFill rotWithShape="1">
          <a:blip r:embed="rId3">
            <a:alphaModFix/>
          </a:blip>
          <a:srcRect b="19"/>
          <a:stretch/>
        </p:blipFill>
        <p:spPr>
          <a:xfrm>
            <a:off x="15" y="962"/>
            <a:ext cx="9143987" cy="5142539"/>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84" name="Google Shape;384;p5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85" name="Google Shape;385;p54"/>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390" name="Google Shape;390;p5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391" name="Google Shape;391;p5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392" name="Google Shape;392;p55"/>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746</Words>
  <Application>Microsoft Macintosh PowerPoint</Application>
  <PresentationFormat>On-screen Show (16:9)</PresentationFormat>
  <Paragraphs>42</Paragraphs>
  <Slides>28</Slides>
  <Notes>28</Notes>
  <HiddenSlides>1</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28</vt:i4>
      </vt:variant>
    </vt:vector>
  </HeadingPairs>
  <TitlesOfParts>
    <vt:vector size="34" baseType="lpstr">
      <vt:lpstr>Calibri</vt:lpstr>
      <vt:lpstr>Helvetica Neue Light</vt:lpstr>
      <vt:lpstr>Arial</vt:lpstr>
      <vt:lpstr>Helvetica Neue</vt: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Negative Condition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Richardson, Megan K</cp:lastModifiedBy>
  <cp:revision>5</cp:revision>
  <dcterms:modified xsi:type="dcterms:W3CDTF">2025-04-21T17:49:58Z</dcterms:modified>
</cp:coreProperties>
</file>