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31"/>
  </p:notesMasterIdLst>
  <p:sldIdLst>
    <p:sldId id="256" r:id="rId3"/>
    <p:sldId id="257" r:id="rId4"/>
    <p:sldId id="258" r:id="rId5"/>
    <p:sldId id="259" r:id="rId6"/>
    <p:sldId id="260" r:id="rId7"/>
    <p:sldId id="261" r:id="rId8"/>
    <p:sldId id="262" r:id="rId9"/>
    <p:sldId id="263" r:id="rId10"/>
    <p:sldId id="264" r:id="rId11"/>
    <p:sldId id="265" r:id="rId12"/>
    <p:sldId id="267" r:id="rId13"/>
    <p:sldId id="266" r:id="rId14"/>
    <p:sldId id="268" r:id="rId15"/>
    <p:sldId id="270" r:id="rId16"/>
    <p:sldId id="269" r:id="rId17"/>
    <p:sldId id="271" r:id="rId18"/>
    <p:sldId id="272" r:id="rId19"/>
    <p:sldId id="273" r:id="rId20"/>
    <p:sldId id="274" r:id="rId21"/>
    <p:sldId id="275" r:id="rId22"/>
    <p:sldId id="276" r:id="rId23"/>
    <p:sldId id="277" r:id="rId24"/>
    <p:sldId id="278" r:id="rId25"/>
    <p:sldId id="280" r:id="rId26"/>
    <p:sldId id="279" r:id="rId27"/>
    <p:sldId id="281" r:id="rId28"/>
    <p:sldId id="282" r:id="rId29"/>
    <p:sldId id="283" r:id="rId30"/>
  </p:sldIdLst>
  <p:sldSz cx="9144000" cy="5143500" type="screen16x9"/>
  <p:notesSz cx="6858000" cy="9144000"/>
  <p:embeddedFontLst>
    <p:embeddedFont>
      <p:font typeface="Helvetica Neue" panose="02000503000000020004" pitchFamily="2" charset="0"/>
      <p:regular r:id="rId32"/>
      <p:bold r:id="rId33"/>
      <p:italic r:id="rId34"/>
      <p:boldItalic r:id="rId35"/>
    </p:embeddedFont>
    <p:embeddedFont>
      <p:font typeface="Helvetica Neue Light" panose="02000403000000020004"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75"/>
  </p:normalViewPr>
  <p:slideViewPr>
    <p:cSldViewPr snapToGrid="0">
      <p:cViewPr varScale="1">
        <p:scale>
          <a:sx n="121" d="100"/>
          <a:sy n="121" d="100"/>
        </p:scale>
        <p:origin x="176" y="60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fd96758c84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fd96758c84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fd96758c84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fd96758c84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fd96758c84_0_19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2fd96758c84_0_1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fd96758c84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fd96758c84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Skylar! [click] I am going to tell you a story about him!</a:t>
            </a:r>
            <a:endParaRPr/>
          </a:p>
          <a:p>
            <a:pPr marL="0" lvl="0" indent="0" algn="l" rtl="0">
              <a:spcBef>
                <a:spcPts val="0"/>
              </a:spcBef>
              <a:spcAft>
                <a:spcPts val="0"/>
              </a:spcAft>
              <a:buNone/>
            </a:pPr>
            <a:r>
              <a:rPr lang="en"/>
              <a:t>Skylar feels sad today [click] and doesn’t know why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f725bdd42f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f725bdd42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f196430133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f19643013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Skylar learned that owls move by silently flapping their wings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f725bdd42f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f725bdd42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But Skylar is still feeling sad, even after he learned an interesting fact about owls.</a:t>
            </a:r>
            <a:endParaRPr b="1"/>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4bbc251ec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4bbc251e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This one is Skylar’s friend, </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4bd123be2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4bd123be2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and this one is Skylar’s super close best friend. Skylar is going to run into both of them on the way home.</a:t>
            </a: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469af4f82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469af4f82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After school Skylar saw his super close best friend named Peyton. Peyton said “Hi Skylar! How was school today?”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Do you think Skylar will tell his best friend Peyton about feeling sad or about the owls?. </a:t>
            </a: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409758d60c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409758d60c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200" dirty="0">
                <a:solidFill>
                  <a:schemeClr val="dk1"/>
                </a:solidFill>
              </a:rPr>
              <a:t>T</a:t>
            </a:r>
            <a:r>
              <a:rPr lang="en" sz="1200" dirty="0">
                <a:solidFill>
                  <a:schemeClr val="dk1"/>
                </a:solidFill>
              </a:rPr>
              <a:t>hen  Skylar first saw his friend named Finley. Finley said “Hi Skylar! How was school today?”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Do you think Skylar will tell his friend Finley that he is feeling sad today or about the owls?. </a:t>
            </a: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b="1" dirty="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09d30efcf1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09d30efcf1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Later that day, Skylar went to the pool and saw a different friend who he wanted to become super close best friends with.</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If Skylar wanted to share something that would make them become super close best friends, Do you think Skylar will tell them that he is feeling sad today or about the owls?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469af4f821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469af4f821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dirty="0"/>
              <a:t>Then Skylar saw his friend’s mom who ALSO felt sad today and </a:t>
            </a:r>
            <a:r>
              <a:rPr lang="en" dirty="0">
                <a:solidFill>
                  <a:schemeClr val="dk1"/>
                </a:solidFill>
              </a:rPr>
              <a:t>learned a fact about geese</a:t>
            </a:r>
            <a:r>
              <a:rPr lang="en" dirty="0"/>
              <a:t>, Skylar said “Hi! How was your day?”</a:t>
            </a:r>
            <a:endParaRPr dirty="0"/>
          </a:p>
          <a:p>
            <a:pPr marL="0" lvl="0" indent="0" algn="l" rtl="0">
              <a:lnSpc>
                <a:spcPct val="115000"/>
              </a:lnSpc>
              <a:spcBef>
                <a:spcPts val="0"/>
              </a:spcBef>
              <a:spcAft>
                <a:spcPts val="0"/>
              </a:spcAft>
              <a:buClr>
                <a:schemeClr val="dk1"/>
              </a:buClr>
              <a:buSzPts val="1100"/>
              <a:buFont typeface="Arial"/>
              <a:buNone/>
            </a:pPr>
            <a:r>
              <a:rPr lang="en" dirty="0"/>
              <a:t>Do you think Skylar’s friend’s mom will tell Skylar the fact about geese that she learned at work or that she’s feeling sad? Why?</a:t>
            </a:r>
            <a:endParaRPr dirty="0"/>
          </a:p>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469af4f821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469af4f821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Skylar saw his mom who ALSO felt sad today and </a:t>
            </a:r>
            <a:r>
              <a:rPr lang="en">
                <a:solidFill>
                  <a:schemeClr val="dk1"/>
                </a:solidFill>
              </a:rPr>
              <a:t>and learned a fact about</a:t>
            </a:r>
            <a:r>
              <a:rPr lang="en"/>
              <a:t> foxes work. Skylar said “Hi mom!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Skylar’s mom will tell Sklyar the fact about foxes she learned at work or that she is feeling sad today? Why?</a:t>
            </a: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09c7089db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09c7089db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This is Jamie! [click] I am going to tell you a story about her! Jamie feels happy today [click] and she doesn’t know why.</a:t>
            </a:r>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04c77a6804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04c77a680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Jamie learned that rabbits move by using their back legs to hop.</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04c77a6804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04c77a6804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And Jaime is still feeling happy, even after learning an interesting fact about rabbits.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4bbc251ec1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4bbc251ec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This one is Jamie’s super close best friend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4bd123be23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4bd123be2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and this one is Jamie’s friend. Jamie is going to run into both of them on the way home.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04c77a6804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04c77a6804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after school, Jamie saw her friend named Robin. Robin said “Hi Jamie! How was school today?”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 you think Jamie will tell her friend Robin that she is feeling happy today or about the rabbits? </a:t>
            </a: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04c77a6804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04c77a680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Then Jamie saw her super close best friend named Taylor. Taylor said “Hi Jamie! How was school today?”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 you think Jamie will tell her super close best friend Taylor about feeling happy today or about the rabbits? </a:t>
            </a: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04c77a6804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04c77a6804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Later that day, Jamie went to the pool and saw a friend who she wanted to become super close best friends with.</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If Jaime wanted to share something that would make them become super close best friends, Do you think Jaime will tell them about feeling happy today or about the rabbits?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04c77a6804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04c77a6804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Jamie saw her friend’s mom who ALSO felt happy today and learned a fact about lizards at work, Jamie said “Hi!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Jamie’s friend’s mom will tell Jamie the fact about lizards or that she’s feeling happy? Why?</a:t>
            </a:r>
            <a:endParaRPr/>
          </a:p>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04c77a680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04c77a680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Jamie saw her mom who ALSO felt happy today and </a:t>
            </a:r>
            <a:r>
              <a:rPr lang="en">
                <a:solidFill>
                  <a:schemeClr val="dk1"/>
                </a:solidFill>
              </a:rPr>
              <a:t>learned a fact about</a:t>
            </a:r>
            <a:r>
              <a:rPr lang="en"/>
              <a:t> racoons at work. Jamie said “Hi mom!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Jamie’s mom will tell Jamie the fact about raccoons or that she is feeling happy today? Why?</a:t>
            </a:r>
            <a:endParaRPr/>
          </a:p>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fd96758c84_0_36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g2fd96758c84_0_3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fd96758c84_0_4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2fd96758c84_0_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fd96758c84_0_4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fd96758c84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TITLE_AND_BODY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4482789" y="4902398"/>
            <a:ext cx="174900" cy="177300"/>
          </a:xfrm>
          <a:prstGeom prst="rect">
            <a:avLst/>
          </a:prstGeom>
          <a:noFill/>
          <a:ln>
            <a:noFill/>
          </a:ln>
        </p:spPr>
        <p:txBody>
          <a:bodyPr spcFirstLastPara="1" wrap="square" lIns="26800" tIns="26800" rIns="26800" bIns="26800" anchor="t" anchorCtr="0">
            <a:spAutoFit/>
          </a:bodyPr>
          <a:lstStyle>
            <a:lvl1pPr marL="0" marR="0" lvl="0"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2"/>
        <p:cNvGrpSpPr/>
        <p:nvPr/>
      </p:nvGrpSpPr>
      <p:grpSpPr>
        <a:xfrm>
          <a:off x="0" y="0"/>
          <a:ext cx="0" cy="0"/>
          <a:chOff x="0" y="0"/>
          <a:chExt cx="0" cy="0"/>
        </a:xfrm>
      </p:grpSpPr>
      <p:sp>
        <p:nvSpPr>
          <p:cNvPr id="53" name="Google Shape;53;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4" name="Google Shape;54;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55" name="Google Shape;55;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mp; Subtitle" type="tx">
  <p:cSld name="TITLE_AND_BODY">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666750" y="862013"/>
            <a:ext cx="7810500" cy="17430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2" name="Google Shape;72;p17"/>
          <p:cNvSpPr txBox="1">
            <a:spLocks noGrp="1"/>
          </p:cNvSpPr>
          <p:nvPr>
            <p:ph type="body" idx="1"/>
          </p:nvPr>
        </p:nvSpPr>
        <p:spPr>
          <a:xfrm>
            <a:off x="666750" y="2652713"/>
            <a:ext cx="7810500" cy="595500"/>
          </a:xfrm>
          <a:prstGeom prst="rect">
            <a:avLst/>
          </a:prstGeom>
          <a:noFill/>
          <a:ln>
            <a:noFill/>
          </a:ln>
        </p:spPr>
        <p:txBody>
          <a:bodyPr spcFirstLastPara="1" wrap="square" lIns="68575" tIns="34275" rIns="68575" bIns="34275" anchor="t" anchorCtr="0">
            <a:normAutofit/>
          </a:bodyPr>
          <a:lstStyle>
            <a:lvl1pPr marL="457200" lvl="0"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marL="914400" lvl="1"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marL="1371600" lvl="2"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marL="1828800" lvl="3"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marL="2286000" lvl="4"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7"/>
          <p:cNvSpPr txBox="1">
            <a:spLocks noGrp="1"/>
          </p:cNvSpPr>
          <p:nvPr>
            <p:ph type="sldNum" idx="12"/>
          </p:nvPr>
        </p:nvSpPr>
        <p:spPr>
          <a:xfrm>
            <a:off x="4484637" y="4905375"/>
            <a:ext cx="169800" cy="172800"/>
          </a:xfrm>
          <a:prstGeom prst="rect">
            <a:avLst/>
          </a:prstGeom>
          <a:noFill/>
          <a:ln>
            <a:noFill/>
          </a:ln>
        </p:spPr>
        <p:txBody>
          <a:bodyPr spcFirstLastPara="1" wrap="square" lIns="68575" tIns="34275" rIns="68575" bIns="34275" anchor="t" anchorCtr="0">
            <a:noAutofit/>
          </a:bodyPr>
          <a:lstStyle>
            <a:lvl1pPr marL="0" lvl="0" indent="0" algn="r">
              <a:spcBef>
                <a:spcPts val="0"/>
              </a:spcBef>
              <a:buNone/>
              <a:defRPr sz="900">
                <a:solidFill>
                  <a:srgbClr val="000000"/>
                </a:solidFill>
                <a:latin typeface="Helvetica Neue Light"/>
                <a:ea typeface="Helvetica Neue Light"/>
                <a:cs typeface="Helvetica Neue Light"/>
                <a:sym typeface="Helvetica Neue Light"/>
              </a:defRPr>
            </a:lvl1pPr>
            <a:lvl2pPr marL="0" lvl="1" indent="0" algn="r">
              <a:spcBef>
                <a:spcPts val="0"/>
              </a:spcBef>
              <a:buNone/>
              <a:defRPr sz="900">
                <a:solidFill>
                  <a:srgbClr val="000000"/>
                </a:solidFill>
                <a:latin typeface="Helvetica Neue Light"/>
                <a:ea typeface="Helvetica Neue Light"/>
                <a:cs typeface="Helvetica Neue Light"/>
                <a:sym typeface="Helvetica Neue Light"/>
              </a:defRPr>
            </a:lvl2pPr>
            <a:lvl3pPr marL="0" lvl="2" indent="0" algn="r">
              <a:spcBef>
                <a:spcPts val="0"/>
              </a:spcBef>
              <a:buNone/>
              <a:defRPr sz="900">
                <a:solidFill>
                  <a:srgbClr val="000000"/>
                </a:solidFill>
                <a:latin typeface="Helvetica Neue Light"/>
                <a:ea typeface="Helvetica Neue Light"/>
                <a:cs typeface="Helvetica Neue Light"/>
                <a:sym typeface="Helvetica Neue Light"/>
              </a:defRPr>
            </a:lvl3pPr>
            <a:lvl4pPr marL="0" lvl="3" indent="0" algn="r">
              <a:spcBef>
                <a:spcPts val="0"/>
              </a:spcBef>
              <a:buNone/>
              <a:defRPr sz="900">
                <a:solidFill>
                  <a:srgbClr val="000000"/>
                </a:solidFill>
                <a:latin typeface="Helvetica Neue Light"/>
                <a:ea typeface="Helvetica Neue Light"/>
                <a:cs typeface="Helvetica Neue Light"/>
                <a:sym typeface="Helvetica Neue Light"/>
              </a:defRPr>
            </a:lvl4pPr>
            <a:lvl5pPr marL="0" lvl="4" indent="0" algn="r">
              <a:spcBef>
                <a:spcPts val="0"/>
              </a:spcBef>
              <a:buNone/>
              <a:defRPr sz="900">
                <a:solidFill>
                  <a:srgbClr val="000000"/>
                </a:solidFill>
                <a:latin typeface="Helvetica Neue Light"/>
                <a:ea typeface="Helvetica Neue Light"/>
                <a:cs typeface="Helvetica Neue Light"/>
                <a:sym typeface="Helvetica Neue Light"/>
              </a:defRPr>
            </a:lvl5pPr>
            <a:lvl6pPr marL="0" lvl="5" indent="0" algn="r">
              <a:spcBef>
                <a:spcPts val="0"/>
              </a:spcBef>
              <a:buNone/>
              <a:defRPr sz="900">
                <a:solidFill>
                  <a:srgbClr val="000000"/>
                </a:solidFill>
                <a:latin typeface="Helvetica Neue Light"/>
                <a:ea typeface="Helvetica Neue Light"/>
                <a:cs typeface="Helvetica Neue Light"/>
                <a:sym typeface="Helvetica Neue Light"/>
              </a:defRPr>
            </a:lvl6pPr>
            <a:lvl7pPr marL="0" lvl="6" indent="0" algn="r">
              <a:spcBef>
                <a:spcPts val="0"/>
              </a:spcBef>
              <a:buNone/>
              <a:defRPr sz="900">
                <a:solidFill>
                  <a:srgbClr val="000000"/>
                </a:solidFill>
                <a:latin typeface="Helvetica Neue Light"/>
                <a:ea typeface="Helvetica Neue Light"/>
                <a:cs typeface="Helvetica Neue Light"/>
                <a:sym typeface="Helvetica Neue Light"/>
              </a:defRPr>
            </a:lvl7pPr>
            <a:lvl8pPr marL="0" lvl="7" indent="0" algn="r">
              <a:spcBef>
                <a:spcPts val="0"/>
              </a:spcBef>
              <a:buNone/>
              <a:defRPr sz="900">
                <a:solidFill>
                  <a:srgbClr val="000000"/>
                </a:solidFill>
                <a:latin typeface="Helvetica Neue Light"/>
                <a:ea typeface="Helvetica Neue Light"/>
                <a:cs typeface="Helvetica Neue Light"/>
                <a:sym typeface="Helvetica Neue Light"/>
              </a:defRPr>
            </a:lvl8pPr>
            <a:lvl9pPr marL="0" lvl="8" indent="0" algn="r">
              <a:spcBef>
                <a:spcPts val="0"/>
              </a:spcBef>
              <a:buNone/>
              <a:defRPr sz="900">
                <a:solidFill>
                  <a:srgbClr val="00000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8"/>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8"/>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77" name="Google Shape;77;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Google Shape;78;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2" name="Google Shape;82;p19"/>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83" name="Google Shape;83;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4" name="Google Shape;84;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8" name="Google Shape;88;p20"/>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9" name="Google Shape;89;p20"/>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0" name="Google Shape;90;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5" name="Google Shape;95;p21"/>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6" name="Google Shape;96;p21"/>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7" name="Google Shape;97;p21"/>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8" name="Google Shape;98;p21"/>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9" name="Google Shape;99;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1" name="Google Shape;101;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2"/>
        <p:cNvGrpSpPr/>
        <p:nvPr/>
      </p:nvGrpSpPr>
      <p:grpSpPr>
        <a:xfrm>
          <a:off x="0" y="0"/>
          <a:ext cx="0" cy="0"/>
          <a:chOff x="0" y="0"/>
          <a:chExt cx="0" cy="0"/>
        </a:xfrm>
      </p:grpSpPr>
      <p:sp>
        <p:nvSpPr>
          <p:cNvPr id="103" name="Google Shape;103;p2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4" name="Google Shape;104;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6" name="Google Shape;106;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7"/>
        <p:cNvGrpSpPr/>
        <p:nvPr/>
      </p:nvGrpSpPr>
      <p:grpSpPr>
        <a:xfrm>
          <a:off x="0" y="0"/>
          <a:ext cx="0" cy="0"/>
          <a:chOff x="0" y="0"/>
          <a:chExt cx="0" cy="0"/>
        </a:xfrm>
      </p:grpSpPr>
      <p:sp>
        <p:nvSpPr>
          <p:cNvPr id="108" name="Google Shape;108;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9" name="Google Shape;109;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0" name="Google Shape;110;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1"/>
        <p:cNvGrpSpPr/>
        <p:nvPr/>
      </p:nvGrpSpPr>
      <p:grpSpPr>
        <a:xfrm>
          <a:off x="0" y="0"/>
          <a:ext cx="0" cy="0"/>
          <a:chOff x="0" y="0"/>
          <a:chExt cx="0" cy="0"/>
        </a:xfrm>
      </p:grpSpPr>
      <p:sp>
        <p:nvSpPr>
          <p:cNvPr id="112" name="Google Shape;112;p24"/>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3" name="Google Shape;113;p24"/>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14" name="Google Shape;114;p24"/>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5" name="Google Shape;115;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6" name="Google Shape;116;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8"/>
        <p:cNvGrpSpPr/>
        <p:nvPr/>
      </p:nvGrpSpPr>
      <p:grpSpPr>
        <a:xfrm>
          <a:off x="0" y="0"/>
          <a:ext cx="0" cy="0"/>
          <a:chOff x="0" y="0"/>
          <a:chExt cx="0" cy="0"/>
        </a:xfrm>
      </p:grpSpPr>
      <p:sp>
        <p:nvSpPr>
          <p:cNvPr id="119" name="Google Shape;119;p2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0" name="Google Shape;120;p25"/>
          <p:cNvSpPr>
            <a:spLocks noGrp="1"/>
          </p:cNvSpPr>
          <p:nvPr>
            <p:ph type="pic" idx="2"/>
          </p:nvPr>
        </p:nvSpPr>
        <p:spPr>
          <a:xfrm>
            <a:off x="3887391" y="740569"/>
            <a:ext cx="4629300" cy="3655200"/>
          </a:xfrm>
          <a:prstGeom prst="rect">
            <a:avLst/>
          </a:prstGeom>
          <a:noFill/>
          <a:ln>
            <a:noFill/>
          </a:ln>
        </p:spPr>
      </p:sp>
      <p:sp>
        <p:nvSpPr>
          <p:cNvPr id="121" name="Google Shape;121;p25"/>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22" name="Google Shape;122;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5"/>
        <p:cNvGrpSpPr/>
        <p:nvPr/>
      </p:nvGrpSpPr>
      <p:grpSpPr>
        <a:xfrm>
          <a:off x="0" y="0"/>
          <a:ext cx="0" cy="0"/>
          <a:chOff x="0" y="0"/>
          <a:chExt cx="0" cy="0"/>
        </a:xfrm>
      </p:grpSpPr>
      <p:sp>
        <p:nvSpPr>
          <p:cNvPr id="126" name="Google Shape;126;p2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7" name="Google Shape;127;p26"/>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8" name="Google Shape;128;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9" name="Google Shape;129;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1"/>
        <p:cNvGrpSpPr/>
        <p:nvPr/>
      </p:nvGrpSpPr>
      <p:grpSpPr>
        <a:xfrm>
          <a:off x="0" y="0"/>
          <a:ext cx="0" cy="0"/>
          <a:chOff x="0" y="0"/>
          <a:chExt cx="0" cy="0"/>
        </a:xfrm>
      </p:grpSpPr>
      <p:sp>
        <p:nvSpPr>
          <p:cNvPr id="132" name="Google Shape;132;p27"/>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3" name="Google Shape;133;p27"/>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4" name="Google Shape;134;p2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6" name="Google Shape;136;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60" name="Google Shape;60;p1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1" name="Google Shape;61;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2" name="Google Shape;62;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3" name="Google Shape;63;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7.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1.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14.png"/><Relationship Id="rId7"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image" Target="../media/image16.jpg"/><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13.png"/><Relationship Id="rId4" Type="http://schemas.openxmlformats.org/officeDocument/2006/relationships/image" Target="../media/image15.jpg"/><Relationship Id="rId9"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21.png"/><Relationship Id="rId5" Type="http://schemas.openxmlformats.org/officeDocument/2006/relationships/image" Target="../media/image4.png"/><Relationship Id="rId4" Type="http://schemas.openxmlformats.org/officeDocument/2006/relationships/image" Target="../media/image20.jp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20.jp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7.jp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7.jp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5.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6.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8.png"/><Relationship Id="rId7" Type="http://schemas.openxmlformats.org/officeDocument/2006/relationships/image" Target="../media/image18.jpg"/><Relationship Id="rId2" Type="http://schemas.openxmlformats.org/officeDocument/2006/relationships/notesSlide" Target="../notesSlides/notesSlide23.xml"/><Relationship Id="rId1" Type="http://schemas.openxmlformats.org/officeDocument/2006/relationships/slideLayout" Target="../slideLayouts/slideLayout16.xml"/><Relationship Id="rId6" Type="http://schemas.openxmlformats.org/officeDocument/2006/relationships/image" Target="../media/image17.jpg"/><Relationship Id="rId11" Type="http://schemas.openxmlformats.org/officeDocument/2006/relationships/image" Target="../media/image24.png"/><Relationship Id="rId5" Type="http://schemas.openxmlformats.org/officeDocument/2006/relationships/image" Target="../media/image16.jpg"/><Relationship Id="rId10" Type="http://schemas.openxmlformats.org/officeDocument/2006/relationships/image" Target="../media/image27.png"/><Relationship Id="rId4" Type="http://schemas.openxmlformats.org/officeDocument/2006/relationships/image" Target="../media/image15.jpg"/><Relationship Id="rId9"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0.jp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image" Target="../media/image27.png"/><Relationship Id="rId5" Type="http://schemas.openxmlformats.org/officeDocument/2006/relationships/image" Target="../media/image23.png"/><Relationship Id="rId4" Type="http://schemas.openxmlformats.org/officeDocument/2006/relationships/image" Target="../media/image20.jp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2" name="Google Shape;142;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43" name="Google Shape;143;p2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9" name="Google Shape;149;p2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50" name="Google Shape;150;p2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p:nvPr/>
        </p:nvSpPr>
        <p:spPr>
          <a:xfrm>
            <a:off x="3574709" y="1282069"/>
            <a:ext cx="1994700" cy="3774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100"/>
              <a:buFont typeface="Helvetica Neue"/>
              <a:buNone/>
            </a:pPr>
            <a:r>
              <a:rPr lang="en" sz="2100" b="1" i="0" u="none" strike="noStrike" cap="none">
                <a:solidFill>
                  <a:srgbClr val="000000"/>
                </a:solidFill>
                <a:latin typeface="Helvetica Neue"/>
                <a:ea typeface="Helvetica Neue"/>
                <a:cs typeface="Helvetica Neue"/>
                <a:sym typeface="Helvetica Neue"/>
              </a:rPr>
              <a:t>Verbal Consent</a:t>
            </a:r>
            <a:endParaRPr sz="500" b="0" i="0" u="none" strike="noStrike" cap="none">
              <a:solidFill>
                <a:srgbClr val="000000"/>
              </a:solidFill>
              <a:latin typeface="Arial"/>
              <a:ea typeface="Arial"/>
              <a:cs typeface="Arial"/>
              <a:sym typeface="Arial"/>
            </a:endParaRPr>
          </a:p>
        </p:txBody>
      </p:sp>
      <p:sp>
        <p:nvSpPr>
          <p:cNvPr id="156" name="Google Shape;156;p30"/>
          <p:cNvSpPr txBox="1"/>
          <p:nvPr/>
        </p:nvSpPr>
        <p:spPr>
          <a:xfrm>
            <a:off x="1657349" y="1782953"/>
            <a:ext cx="5829300" cy="15933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500"/>
              <a:buFont typeface="Helvetica Neue"/>
              <a:buNone/>
            </a:pPr>
            <a:r>
              <a:rPr lang="en" sz="2500" b="0" i="0" u="none" strike="noStrike" cap="non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sz="25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62" name="Google Shape;162;p3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63" name="Google Shape;163;p3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32"/>
          <p:cNvPicPr preferRelativeResize="0"/>
          <p:nvPr/>
        </p:nvPicPr>
        <p:blipFill>
          <a:blip r:embed="rId3">
            <a:alphaModFix/>
          </a:blip>
          <a:stretch>
            <a:fillRect/>
          </a:stretch>
        </p:blipFill>
        <p:spPr>
          <a:xfrm>
            <a:off x="3604124" y="1725999"/>
            <a:ext cx="1778975" cy="2173926"/>
          </a:xfrm>
          <a:prstGeom prst="rect">
            <a:avLst/>
          </a:prstGeom>
          <a:noFill/>
          <a:ln>
            <a:noFill/>
          </a:ln>
        </p:spPr>
      </p:pic>
      <p:pic>
        <p:nvPicPr>
          <p:cNvPr id="169" name="Google Shape;169;p32" descr="Water with solid fill"/>
          <p:cNvPicPr preferRelativeResize="0"/>
          <p:nvPr/>
        </p:nvPicPr>
        <p:blipFill rotWithShape="1">
          <a:blip r:embed="rId4">
            <a:alphaModFix/>
          </a:blip>
          <a:srcRect/>
          <a:stretch/>
        </p:blipFill>
        <p:spPr>
          <a:xfrm>
            <a:off x="4539325" y="2666938"/>
            <a:ext cx="292050" cy="29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500" fill="hold"/>
                                        <p:tgtEl>
                                          <p:spTgt spid="168"/>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73"/>
        <p:cNvGrpSpPr/>
        <p:nvPr/>
      </p:nvGrpSpPr>
      <p:grpSpPr>
        <a:xfrm>
          <a:off x="0" y="0"/>
          <a:ext cx="0" cy="0"/>
          <a:chOff x="0" y="0"/>
          <a:chExt cx="0" cy="0"/>
        </a:xfrm>
      </p:grpSpPr>
      <p:sp>
        <p:nvSpPr>
          <p:cNvPr id="174" name="Google Shape;174;p33"/>
          <p:cNvSpPr txBox="1">
            <a:spLocks noGrp="1"/>
          </p:cNvSpPr>
          <p:nvPr>
            <p:ph type="title"/>
          </p:nvPr>
        </p:nvSpPr>
        <p:spPr>
          <a:xfrm>
            <a:off x="2888250" y="1999525"/>
            <a:ext cx="3367500" cy="63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Negative Condition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34"/>
          <p:cNvPicPr preferRelativeResize="0"/>
          <p:nvPr/>
        </p:nvPicPr>
        <p:blipFill>
          <a:blip r:embed="rId3">
            <a:alphaModFix/>
          </a:blip>
          <a:stretch>
            <a:fillRect/>
          </a:stretch>
        </p:blipFill>
        <p:spPr>
          <a:xfrm>
            <a:off x="3760888" y="2176249"/>
            <a:ext cx="1622223" cy="1982350"/>
          </a:xfrm>
          <a:prstGeom prst="rect">
            <a:avLst/>
          </a:prstGeom>
          <a:noFill/>
          <a:ln>
            <a:noFill/>
          </a:ln>
        </p:spPr>
      </p:pic>
      <p:sp>
        <p:nvSpPr>
          <p:cNvPr id="180" name="Google Shape;180;p34"/>
          <p:cNvSpPr/>
          <p:nvPr/>
        </p:nvSpPr>
        <p:spPr>
          <a:xfrm>
            <a:off x="4945675" y="1525175"/>
            <a:ext cx="1716600" cy="1276800"/>
          </a:xfrm>
          <a:prstGeom prst="cloudCallout">
            <a:avLst>
              <a:gd name="adj1" fmla="val -32278"/>
              <a:gd name="adj2" fmla="val 610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81" name="Google Shape;181;p3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82" name="Google Shape;182;p3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183" name="Google Shape;183;p34" descr="Brown Cartoon Owl Vector Clipart image - Free stock photo - Public ..."/>
          <p:cNvPicPr preferRelativeResize="0"/>
          <p:nvPr/>
        </p:nvPicPr>
        <p:blipFill>
          <a:blip r:embed="rId6">
            <a:alphaModFix/>
          </a:blip>
          <a:stretch>
            <a:fillRect/>
          </a:stretch>
        </p:blipFill>
        <p:spPr>
          <a:xfrm>
            <a:off x="5506938" y="1741825"/>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35"/>
          <p:cNvPicPr preferRelativeResize="0"/>
          <p:nvPr/>
        </p:nvPicPr>
        <p:blipFill>
          <a:blip r:embed="rId3">
            <a:alphaModFix/>
          </a:blip>
          <a:stretch>
            <a:fillRect/>
          </a:stretch>
        </p:blipFill>
        <p:spPr>
          <a:xfrm>
            <a:off x="3760888" y="2176249"/>
            <a:ext cx="1622223" cy="1982350"/>
          </a:xfrm>
          <a:prstGeom prst="rect">
            <a:avLst/>
          </a:prstGeom>
          <a:noFill/>
          <a:ln>
            <a:noFill/>
          </a:ln>
        </p:spPr>
      </p:pic>
      <p:pic>
        <p:nvPicPr>
          <p:cNvPr id="189" name="Google Shape;189;p3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90" name="Google Shape;190;p3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191" name="Google Shape;191;p35" descr="Water with solid fill"/>
          <p:cNvPicPr preferRelativeResize="0"/>
          <p:nvPr/>
        </p:nvPicPr>
        <p:blipFill rotWithShape="1">
          <a:blip r:embed="rId6">
            <a:alphaModFix/>
          </a:blip>
          <a:srcRect/>
          <a:stretch/>
        </p:blipFill>
        <p:spPr>
          <a:xfrm>
            <a:off x="4572000" y="3021388"/>
            <a:ext cx="292050" cy="29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36"/>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197" name="Google Shape;197;p36"/>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198" name="Google Shape;198;p36"/>
          <p:cNvSpPr/>
          <p:nvPr/>
        </p:nvSpPr>
        <p:spPr>
          <a:xfrm>
            <a:off x="1495737" y="3288696"/>
            <a:ext cx="1445700" cy="1568700"/>
          </a:xfrm>
          <a:prstGeom prst="rect">
            <a:avLst/>
          </a:prstGeom>
          <a:noFill/>
          <a:ln w="7620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37"/>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204" name="Google Shape;204;p37"/>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205" name="Google Shape;205;p37"/>
          <p:cNvSpPr/>
          <p:nvPr/>
        </p:nvSpPr>
        <p:spPr>
          <a:xfrm>
            <a:off x="5743650" y="3265944"/>
            <a:ext cx="1445700" cy="1568700"/>
          </a:xfrm>
          <a:prstGeom prst="rect">
            <a:avLst/>
          </a:prstGeom>
          <a:noFill/>
          <a:ln w="7620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3" name="Google Shape;223;p3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24" name="Google Shape;224;p39"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225" name="Google Shape;225;p39"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226" name="Google Shape;226;p39"/>
          <p:cNvSpPr/>
          <p:nvPr/>
        </p:nvSpPr>
        <p:spPr>
          <a:xfrm>
            <a:off x="2260000" y="25717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7" name="Google Shape;227;p39"/>
          <p:cNvPicPr preferRelativeResize="0"/>
          <p:nvPr/>
        </p:nvPicPr>
        <p:blipFill>
          <a:blip r:embed="rId5">
            <a:alphaModFix/>
          </a:blip>
          <a:stretch>
            <a:fillRect/>
          </a:stretch>
        </p:blipFill>
        <p:spPr>
          <a:xfrm>
            <a:off x="2543525" y="2607150"/>
            <a:ext cx="770345" cy="819000"/>
          </a:xfrm>
          <a:prstGeom prst="rect">
            <a:avLst/>
          </a:prstGeom>
          <a:noFill/>
          <a:ln>
            <a:noFill/>
          </a:ln>
        </p:spPr>
      </p:pic>
      <p:pic>
        <p:nvPicPr>
          <p:cNvPr id="228" name="Google Shape;228;p39"/>
          <p:cNvPicPr preferRelativeResize="0"/>
          <p:nvPr/>
        </p:nvPicPr>
        <p:blipFill>
          <a:blip r:embed="rId6">
            <a:alphaModFix/>
          </a:blip>
          <a:stretch>
            <a:fillRect/>
          </a:stretch>
        </p:blipFill>
        <p:spPr>
          <a:xfrm>
            <a:off x="1401613" y="2944686"/>
            <a:ext cx="1622223" cy="1982350"/>
          </a:xfrm>
          <a:prstGeom prst="rect">
            <a:avLst/>
          </a:prstGeom>
          <a:noFill/>
          <a:ln>
            <a:noFill/>
          </a:ln>
        </p:spPr>
      </p:pic>
      <p:sp>
        <p:nvSpPr>
          <p:cNvPr id="229" name="Google Shape;229;p39"/>
          <p:cNvSpPr/>
          <p:nvPr/>
        </p:nvSpPr>
        <p:spPr>
          <a:xfrm flipH="1">
            <a:off x="884225" y="2566288"/>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0" name="Google Shape;230;p39" descr="Brown Cartoon Owl Vector Clipart image - Free stock photo - Public ..."/>
          <p:cNvPicPr preferRelativeResize="0"/>
          <p:nvPr/>
        </p:nvPicPr>
        <p:blipFill>
          <a:blip r:embed="rId7">
            <a:alphaModFix/>
          </a:blip>
          <a:stretch>
            <a:fillRect/>
          </a:stretch>
        </p:blipFill>
        <p:spPr>
          <a:xfrm>
            <a:off x="1255888" y="2566288"/>
            <a:ext cx="594075" cy="829926"/>
          </a:xfrm>
          <a:prstGeom prst="rect">
            <a:avLst/>
          </a:prstGeom>
          <a:noFill/>
          <a:ln>
            <a:noFill/>
          </a:ln>
        </p:spPr>
      </p:pic>
      <p:pic>
        <p:nvPicPr>
          <p:cNvPr id="231" name="Google Shape;231;p39"/>
          <p:cNvPicPr preferRelativeResize="0"/>
          <p:nvPr/>
        </p:nvPicPr>
        <p:blipFill>
          <a:blip r:embed="rId8">
            <a:alphaModFix/>
          </a:blip>
          <a:stretch>
            <a:fillRect/>
          </a:stretch>
        </p:blipFill>
        <p:spPr>
          <a:xfrm>
            <a:off x="3553850" y="2944687"/>
            <a:ext cx="1699450" cy="2077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 calcmode="lin" valueType="num">
                                      <p:cBhvr additive="base">
                                        <p:cTn id="7" dur="500" fill="hold"/>
                                        <p:tgtEl>
                                          <p:spTgt spid="228"/>
                                        </p:tgtEl>
                                        <p:attrNameLst>
                                          <p:attrName>ppt_x</p:attrName>
                                        </p:attrNameLst>
                                      </p:cBhvr>
                                      <p:tavLst>
                                        <p:tav tm="0">
                                          <p:val>
                                            <p:strVal val="0-#ppt_w/2"/>
                                          </p:val>
                                        </p:tav>
                                        <p:tav tm="100000">
                                          <p:val>
                                            <p:strVal val="#ppt_x"/>
                                          </p:val>
                                        </p:tav>
                                      </p:tavLst>
                                    </p:anim>
                                    <p:anim calcmode="lin" valueType="num">
                                      <p:cBhvr additive="base">
                                        <p:cTn id="8" dur="500" fill="hold"/>
                                        <p:tgtEl>
                                          <p:spTgt spid="2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31"/>
                                        </p:tgtEl>
                                        <p:attrNameLst>
                                          <p:attrName>style.visibility</p:attrName>
                                        </p:attrNameLst>
                                      </p:cBhvr>
                                      <p:to>
                                        <p:strVal val="visible"/>
                                      </p:to>
                                    </p:set>
                                    <p:anim calcmode="lin" valueType="num">
                                      <p:cBhvr additive="base">
                                        <p:cTn id="13" dur="1000"/>
                                        <p:tgtEl>
                                          <p:spTgt spid="231"/>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2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2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2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3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11" name="Google Shape;211;p38"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212" name="Google Shape;212;p38"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pic>
        <p:nvPicPr>
          <p:cNvPr id="213" name="Google Shape;213;p38"/>
          <p:cNvPicPr preferRelativeResize="0"/>
          <p:nvPr/>
        </p:nvPicPr>
        <p:blipFill>
          <a:blip r:embed="rId5">
            <a:alphaModFix/>
          </a:blip>
          <a:stretch>
            <a:fillRect/>
          </a:stretch>
        </p:blipFill>
        <p:spPr>
          <a:xfrm>
            <a:off x="3570175" y="2878317"/>
            <a:ext cx="1730875" cy="2115126"/>
          </a:xfrm>
          <a:prstGeom prst="rect">
            <a:avLst/>
          </a:prstGeom>
          <a:noFill/>
          <a:ln>
            <a:noFill/>
          </a:ln>
        </p:spPr>
      </p:pic>
      <p:sp>
        <p:nvSpPr>
          <p:cNvPr id="214" name="Google Shape;214;p38"/>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5" name="Google Shape;215;p38"/>
          <p:cNvPicPr preferRelativeResize="0"/>
          <p:nvPr/>
        </p:nvPicPr>
        <p:blipFill>
          <a:blip r:embed="rId6">
            <a:alphaModFix/>
          </a:blip>
          <a:stretch>
            <a:fillRect/>
          </a:stretch>
        </p:blipFill>
        <p:spPr>
          <a:xfrm>
            <a:off x="2529900" y="2541800"/>
            <a:ext cx="770345" cy="819000"/>
          </a:xfrm>
          <a:prstGeom prst="rect">
            <a:avLst/>
          </a:prstGeom>
          <a:noFill/>
          <a:ln>
            <a:noFill/>
          </a:ln>
        </p:spPr>
      </p:pic>
      <p:pic>
        <p:nvPicPr>
          <p:cNvPr id="216" name="Google Shape;216;p38"/>
          <p:cNvPicPr preferRelativeResize="0"/>
          <p:nvPr/>
        </p:nvPicPr>
        <p:blipFill>
          <a:blip r:embed="rId7">
            <a:alphaModFix/>
          </a:blip>
          <a:stretch>
            <a:fillRect/>
          </a:stretch>
        </p:blipFill>
        <p:spPr>
          <a:xfrm>
            <a:off x="1401613" y="2944711"/>
            <a:ext cx="1622223" cy="1982350"/>
          </a:xfrm>
          <a:prstGeom prst="rect">
            <a:avLst/>
          </a:prstGeom>
          <a:noFill/>
          <a:ln>
            <a:noFill/>
          </a:ln>
        </p:spPr>
      </p:pic>
      <p:sp>
        <p:nvSpPr>
          <p:cNvPr id="217" name="Google Shape;217;p38"/>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8" name="Google Shape;218;p38" descr="Brown Cartoon Owl Vector Clipart image - Free stock photo - Public ..."/>
          <p:cNvPicPr preferRelativeResize="0"/>
          <p:nvPr/>
        </p:nvPicPr>
        <p:blipFill>
          <a:blip r:embed="rId8">
            <a:alphaModFix/>
          </a:blip>
          <a:stretch>
            <a:fillRect/>
          </a:stretch>
        </p:blipFill>
        <p:spPr>
          <a:xfrm>
            <a:off x="1294238" y="2536350"/>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anim calcmode="lin" valueType="num">
                                      <p:cBhvr additive="base">
                                        <p:cTn id="7" dur="1000"/>
                                        <p:tgtEl>
                                          <p:spTgt spid="213"/>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40" descr="A cartoon of a white and purple animal&#10;&#10;Description automatically generated"/>
          <p:cNvPicPr preferRelativeResize="0"/>
          <p:nvPr/>
        </p:nvPicPr>
        <p:blipFill rotWithShape="1">
          <a:blip r:embed="rId3">
            <a:alphaModFix/>
          </a:blip>
          <a:srcRect/>
          <a:stretch/>
        </p:blipFill>
        <p:spPr>
          <a:xfrm>
            <a:off x="7104100" y="2571750"/>
            <a:ext cx="1487350" cy="1816549"/>
          </a:xfrm>
          <a:prstGeom prst="rect">
            <a:avLst/>
          </a:prstGeom>
          <a:noFill/>
          <a:ln>
            <a:noFill/>
          </a:ln>
        </p:spPr>
      </p:pic>
      <p:pic>
        <p:nvPicPr>
          <p:cNvPr id="237" name="Google Shape;237;p4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238" name="Google Shape;238;p40"/>
          <p:cNvPicPr preferRelativeResize="0"/>
          <p:nvPr/>
        </p:nvPicPr>
        <p:blipFill>
          <a:blip r:embed="rId5">
            <a:alphaModFix/>
          </a:blip>
          <a:stretch>
            <a:fillRect/>
          </a:stretch>
        </p:blipFill>
        <p:spPr>
          <a:xfrm>
            <a:off x="627399" y="2606313"/>
            <a:ext cx="1487350" cy="1817560"/>
          </a:xfrm>
          <a:prstGeom prst="rect">
            <a:avLst/>
          </a:prstGeom>
          <a:noFill/>
          <a:ln>
            <a:noFill/>
          </a:ln>
        </p:spPr>
      </p:pic>
      <p:pic>
        <p:nvPicPr>
          <p:cNvPr id="239" name="Google Shape;239;p40" title="download-2.jpg"/>
          <p:cNvPicPr preferRelativeResize="0"/>
          <p:nvPr/>
        </p:nvPicPr>
        <p:blipFill>
          <a:blip r:embed="rId6">
            <a:alphaModFix/>
          </a:blip>
          <a:stretch>
            <a:fillRect/>
          </a:stretch>
        </p:blipFill>
        <p:spPr>
          <a:xfrm>
            <a:off x="2114749" y="3307850"/>
            <a:ext cx="1371950" cy="1371950"/>
          </a:xfrm>
          <a:prstGeom prst="rect">
            <a:avLst/>
          </a:prstGeom>
          <a:noFill/>
          <a:ln>
            <a:noFill/>
          </a:ln>
        </p:spPr>
      </p:pic>
      <p:pic>
        <p:nvPicPr>
          <p:cNvPr id="240" name="Google Shape;240;p40" title="images-3.jpg"/>
          <p:cNvPicPr preferRelativeResize="0"/>
          <p:nvPr/>
        </p:nvPicPr>
        <p:blipFill rotWithShape="1">
          <a:blip r:embed="rId7">
            <a:alphaModFix/>
          </a:blip>
          <a:srcRect l="1650" t="-6060" r="-1649" b="6060"/>
          <a:stretch/>
        </p:blipFill>
        <p:spPr>
          <a:xfrm>
            <a:off x="5432900" y="3802750"/>
            <a:ext cx="1671200" cy="1198225"/>
          </a:xfrm>
          <a:prstGeom prst="rect">
            <a:avLst/>
          </a:prstGeom>
          <a:noFill/>
          <a:ln>
            <a:noFill/>
          </a:ln>
        </p:spPr>
      </p:pic>
      <p:pic>
        <p:nvPicPr>
          <p:cNvPr id="241" name="Google Shape;241;p40" title="download-3.jpg"/>
          <p:cNvPicPr preferRelativeResize="0"/>
          <p:nvPr/>
        </p:nvPicPr>
        <p:blipFill>
          <a:blip r:embed="rId8">
            <a:alphaModFix/>
          </a:blip>
          <a:stretch>
            <a:fillRect/>
          </a:stretch>
        </p:blipFill>
        <p:spPr>
          <a:xfrm>
            <a:off x="78800" y="34275"/>
            <a:ext cx="2035948" cy="2100450"/>
          </a:xfrm>
          <a:prstGeom prst="rect">
            <a:avLst/>
          </a:prstGeom>
          <a:noFill/>
          <a:ln>
            <a:noFill/>
          </a:ln>
        </p:spPr>
      </p:pic>
      <p:pic>
        <p:nvPicPr>
          <p:cNvPr id="242" name="Google Shape;242;p40" descr="Small Trees | Free SVG"/>
          <p:cNvPicPr preferRelativeResize="0"/>
          <p:nvPr/>
        </p:nvPicPr>
        <p:blipFill>
          <a:blip r:embed="rId9">
            <a:alphaModFix/>
          </a:blip>
          <a:stretch>
            <a:fillRect/>
          </a:stretch>
        </p:blipFill>
        <p:spPr>
          <a:xfrm>
            <a:off x="6633625" y="289750"/>
            <a:ext cx="2044399" cy="2044400"/>
          </a:xfrm>
          <a:prstGeom prst="rect">
            <a:avLst/>
          </a:prstGeom>
          <a:noFill/>
          <a:ln>
            <a:noFill/>
          </a:ln>
        </p:spPr>
      </p:pic>
      <p:sp>
        <p:nvSpPr>
          <p:cNvPr id="243" name="Google Shape;243;p40"/>
          <p:cNvSpPr/>
          <p:nvPr/>
        </p:nvSpPr>
        <p:spPr>
          <a:xfrm>
            <a:off x="1386525"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40"/>
          <p:cNvSpPr/>
          <p:nvPr/>
        </p:nvSpPr>
        <p:spPr>
          <a:xfrm flipH="1">
            <a:off x="8300"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45" name="Google Shape;245;p40"/>
          <p:cNvPicPr preferRelativeResize="0"/>
          <p:nvPr/>
        </p:nvPicPr>
        <p:blipFill>
          <a:blip r:embed="rId10">
            <a:alphaModFix/>
          </a:blip>
          <a:stretch>
            <a:fillRect/>
          </a:stretch>
        </p:blipFill>
        <p:spPr>
          <a:xfrm>
            <a:off x="1670050" y="2162250"/>
            <a:ext cx="770345" cy="819000"/>
          </a:xfrm>
          <a:prstGeom prst="rect">
            <a:avLst/>
          </a:prstGeom>
          <a:noFill/>
          <a:ln>
            <a:noFill/>
          </a:ln>
        </p:spPr>
      </p:pic>
      <p:pic>
        <p:nvPicPr>
          <p:cNvPr id="246" name="Google Shape;246;p40" descr="Brown Cartoon Owl Vector Clipart image - Free stock photo - Public ..."/>
          <p:cNvPicPr preferRelativeResize="0"/>
          <p:nvPr/>
        </p:nvPicPr>
        <p:blipFill>
          <a:blip r:embed="rId11">
            <a:alphaModFix/>
          </a:blip>
          <a:stretch>
            <a:fillRect/>
          </a:stretch>
        </p:blipFill>
        <p:spPr>
          <a:xfrm>
            <a:off x="379963" y="2156788"/>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 calcmode="lin" valueType="num">
                                      <p:cBhvr additive="base">
                                        <p:cTn id="7" dur="1000"/>
                                        <p:tgtEl>
                                          <p:spTgt spid="23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36"/>
                                        </p:tgtEl>
                                        <p:attrNameLst>
                                          <p:attrName>style.visibility</p:attrName>
                                        </p:attrNameLst>
                                      </p:cBhvr>
                                      <p:to>
                                        <p:strVal val="visible"/>
                                      </p:to>
                                    </p:set>
                                    <p:anim calcmode="lin" valueType="num">
                                      <p:cBhvr additive="base">
                                        <p:cTn id="12" dur="1500"/>
                                        <p:tgtEl>
                                          <p:spTgt spid="236"/>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2"/>
          <p:cNvSpPr/>
          <p:nvPr/>
        </p:nvSpPr>
        <p:spPr>
          <a:xfrm flipH="1">
            <a:off x="371980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264;p42"/>
          <p:cNvSpPr/>
          <p:nvPr/>
        </p:nvSpPr>
        <p:spPr>
          <a:xfrm>
            <a:off x="5108425" y="1978725"/>
            <a:ext cx="12432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65" name="Google Shape;265;p42"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266" name="Google Shape;266;p42"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267" name="Google Shape;267;p42"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268" name="Google Shape;268;p42"/>
          <p:cNvPicPr preferRelativeResize="0"/>
          <p:nvPr/>
        </p:nvPicPr>
        <p:blipFill>
          <a:blip r:embed="rId5">
            <a:alphaModFix/>
          </a:blip>
          <a:stretch>
            <a:fillRect/>
          </a:stretch>
        </p:blipFill>
        <p:spPr>
          <a:xfrm>
            <a:off x="2242700" y="2969500"/>
            <a:ext cx="1560875" cy="1907401"/>
          </a:xfrm>
          <a:prstGeom prst="rect">
            <a:avLst/>
          </a:prstGeom>
          <a:noFill/>
          <a:ln>
            <a:noFill/>
          </a:ln>
        </p:spPr>
      </p:pic>
      <p:pic>
        <p:nvPicPr>
          <p:cNvPr id="269" name="Google Shape;269;p42" descr="A cartoon of a white and purple animal&#10;&#10;Description automatically generated"/>
          <p:cNvPicPr preferRelativeResize="0"/>
          <p:nvPr/>
        </p:nvPicPr>
        <p:blipFill rotWithShape="1">
          <a:blip r:embed="rId6">
            <a:alphaModFix/>
          </a:blip>
          <a:srcRect t="-2250" b="2250"/>
          <a:stretch/>
        </p:blipFill>
        <p:spPr>
          <a:xfrm>
            <a:off x="3944525" y="2211500"/>
            <a:ext cx="2182375" cy="2665399"/>
          </a:xfrm>
          <a:prstGeom prst="rect">
            <a:avLst/>
          </a:prstGeom>
          <a:noFill/>
          <a:ln>
            <a:noFill/>
          </a:ln>
        </p:spPr>
      </p:pic>
      <p:pic>
        <p:nvPicPr>
          <p:cNvPr id="270" name="Google Shape;270;p42"/>
          <p:cNvPicPr preferRelativeResize="0"/>
          <p:nvPr/>
        </p:nvPicPr>
        <p:blipFill>
          <a:blip r:embed="rId7">
            <a:alphaModFix/>
          </a:blip>
          <a:stretch>
            <a:fillRect/>
          </a:stretch>
        </p:blipFill>
        <p:spPr>
          <a:xfrm>
            <a:off x="4025575" y="2060964"/>
            <a:ext cx="619725" cy="64821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anim calcmode="lin" valueType="num">
                                      <p:cBhvr additive="base">
                                        <p:cTn id="7" dur="500" fill="hold"/>
                                        <p:tgtEl>
                                          <p:spTgt spid="268"/>
                                        </p:tgtEl>
                                        <p:attrNameLst>
                                          <p:attrName>ppt_x</p:attrName>
                                        </p:attrNameLst>
                                      </p:cBhvr>
                                      <p:tavLst>
                                        <p:tav tm="0">
                                          <p:val>
                                            <p:strVal val="0-#ppt_w/2"/>
                                          </p:val>
                                        </p:tav>
                                        <p:tav tm="100000">
                                          <p:val>
                                            <p:strVal val="#ppt_x"/>
                                          </p:val>
                                        </p:tav>
                                      </p:tavLst>
                                    </p:anim>
                                    <p:anim calcmode="lin" valueType="num">
                                      <p:cBhvr additive="base">
                                        <p:cTn id="8" dur="500" fill="hold"/>
                                        <p:tgtEl>
                                          <p:spTgt spid="2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69"/>
                                        </p:tgtEl>
                                        <p:attrNameLst>
                                          <p:attrName>style.visibility</p:attrName>
                                        </p:attrNameLst>
                                      </p:cBhvr>
                                      <p:to>
                                        <p:strVal val="visible"/>
                                      </p:to>
                                    </p:set>
                                    <p:anim calcmode="lin" valueType="num">
                                      <p:cBhvr additive="base">
                                        <p:cTn id="13" dur="1000"/>
                                        <p:tgtEl>
                                          <p:spTgt spid="269"/>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6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6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6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1"/>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p41"/>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3" name="Google Shape;253;p41"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254" name="Google Shape;254;p41"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255" name="Google Shape;255;p41"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256" name="Google Shape;256;p41"/>
          <p:cNvPicPr preferRelativeResize="0"/>
          <p:nvPr/>
        </p:nvPicPr>
        <p:blipFill>
          <a:blip r:embed="rId5">
            <a:alphaModFix/>
          </a:blip>
          <a:stretch>
            <a:fillRect/>
          </a:stretch>
        </p:blipFill>
        <p:spPr>
          <a:xfrm>
            <a:off x="3967775" y="2138325"/>
            <a:ext cx="2330900" cy="2848375"/>
          </a:xfrm>
          <a:prstGeom prst="rect">
            <a:avLst/>
          </a:prstGeom>
          <a:noFill/>
          <a:ln>
            <a:noFill/>
          </a:ln>
        </p:spPr>
      </p:pic>
      <p:pic>
        <p:nvPicPr>
          <p:cNvPr id="257" name="Google Shape;257;p41"/>
          <p:cNvPicPr preferRelativeResize="0"/>
          <p:nvPr/>
        </p:nvPicPr>
        <p:blipFill>
          <a:blip r:embed="rId5">
            <a:alphaModFix/>
          </a:blip>
          <a:stretch>
            <a:fillRect/>
          </a:stretch>
        </p:blipFill>
        <p:spPr>
          <a:xfrm>
            <a:off x="2236500" y="2913350"/>
            <a:ext cx="1560875" cy="1907401"/>
          </a:xfrm>
          <a:prstGeom prst="rect">
            <a:avLst/>
          </a:prstGeom>
          <a:noFill/>
          <a:ln>
            <a:noFill/>
          </a:ln>
        </p:spPr>
      </p:pic>
      <p:pic>
        <p:nvPicPr>
          <p:cNvPr id="258" name="Google Shape;258;p41"/>
          <p:cNvPicPr preferRelativeResize="0"/>
          <p:nvPr/>
        </p:nvPicPr>
        <p:blipFill>
          <a:blip r:embed="rId6">
            <a:alphaModFix/>
          </a:blip>
          <a:stretch>
            <a:fillRect/>
          </a:stretch>
        </p:blipFill>
        <p:spPr>
          <a:xfrm>
            <a:off x="4018275" y="1999875"/>
            <a:ext cx="724638" cy="770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56"/>
                                        </p:tgtEl>
                                        <p:attrNameLst>
                                          <p:attrName>style.visibility</p:attrName>
                                        </p:attrNameLst>
                                      </p:cBhvr>
                                      <p:to>
                                        <p:strVal val="visible"/>
                                      </p:to>
                                    </p:set>
                                    <p:anim calcmode="lin" valueType="num">
                                      <p:cBhvr additive="base">
                                        <p:cTn id="7" dur="1000"/>
                                        <p:tgtEl>
                                          <p:spTgt spid="25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5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5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5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275" name="Google Shape;275;p43"/>
          <p:cNvPicPr preferRelativeResize="0"/>
          <p:nvPr/>
        </p:nvPicPr>
        <p:blipFill>
          <a:blip r:embed="rId3">
            <a:alphaModFix/>
          </a:blip>
          <a:stretch>
            <a:fillRect/>
          </a:stretch>
        </p:blipFill>
        <p:spPr>
          <a:xfrm>
            <a:off x="3562100" y="1564150"/>
            <a:ext cx="1884325" cy="2302651"/>
          </a:xfrm>
          <a:prstGeom prst="rect">
            <a:avLst/>
          </a:prstGeom>
          <a:noFill/>
          <a:ln>
            <a:noFill/>
          </a:ln>
        </p:spPr>
      </p:pic>
      <p:sp>
        <p:nvSpPr>
          <p:cNvPr id="276" name="Google Shape;276;p43"/>
          <p:cNvSpPr/>
          <p:nvPr/>
        </p:nvSpPr>
        <p:spPr>
          <a:xfrm rot="-5400000">
            <a:off x="4400888" y="2412313"/>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700" fill="hold"/>
                                        <p:tgtEl>
                                          <p:spTgt spid="275"/>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44"/>
          <p:cNvPicPr preferRelativeResize="0"/>
          <p:nvPr/>
        </p:nvPicPr>
        <p:blipFill>
          <a:blip r:embed="rId3">
            <a:alphaModFix/>
          </a:blip>
          <a:stretch>
            <a:fillRect/>
          </a:stretch>
        </p:blipFill>
        <p:spPr>
          <a:xfrm>
            <a:off x="3596775" y="1898850"/>
            <a:ext cx="1884325" cy="2302651"/>
          </a:xfrm>
          <a:prstGeom prst="rect">
            <a:avLst/>
          </a:prstGeom>
          <a:noFill/>
          <a:ln>
            <a:noFill/>
          </a:ln>
        </p:spPr>
      </p:pic>
      <p:sp>
        <p:nvSpPr>
          <p:cNvPr id="282" name="Google Shape;282;p44"/>
          <p:cNvSpPr/>
          <p:nvPr/>
        </p:nvSpPr>
        <p:spPr>
          <a:xfrm>
            <a:off x="4945675" y="1525175"/>
            <a:ext cx="1716600" cy="1276800"/>
          </a:xfrm>
          <a:prstGeom prst="cloudCallout">
            <a:avLst>
              <a:gd name="adj1" fmla="val -32278"/>
              <a:gd name="adj2" fmla="val 610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83" name="Google Shape;283;p4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84" name="Google Shape;284;p4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285" name="Google Shape;285;p44" descr="Public Domain Clip Art Image | Lop eared rabbit | ID ..."/>
          <p:cNvPicPr preferRelativeResize="0"/>
          <p:nvPr/>
        </p:nvPicPr>
        <p:blipFill rotWithShape="1">
          <a:blip r:embed="rId6">
            <a:alphaModFix/>
          </a:blip>
          <a:srcRect t="-12447" r="-16522"/>
          <a:stretch/>
        </p:blipFill>
        <p:spPr>
          <a:xfrm>
            <a:off x="5537500" y="1659637"/>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45"/>
          <p:cNvPicPr preferRelativeResize="0"/>
          <p:nvPr/>
        </p:nvPicPr>
        <p:blipFill>
          <a:blip r:embed="rId3">
            <a:alphaModFix/>
          </a:blip>
          <a:stretch>
            <a:fillRect/>
          </a:stretch>
        </p:blipFill>
        <p:spPr>
          <a:xfrm>
            <a:off x="3596775" y="1898850"/>
            <a:ext cx="1884325" cy="2302651"/>
          </a:xfrm>
          <a:prstGeom prst="rect">
            <a:avLst/>
          </a:prstGeom>
          <a:noFill/>
          <a:ln>
            <a:noFill/>
          </a:ln>
        </p:spPr>
      </p:pic>
      <p:pic>
        <p:nvPicPr>
          <p:cNvPr id="291" name="Google Shape;291;p4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92" name="Google Shape;292;p4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sp>
        <p:nvSpPr>
          <p:cNvPr id="293" name="Google Shape;293;p45"/>
          <p:cNvSpPr/>
          <p:nvPr/>
        </p:nvSpPr>
        <p:spPr>
          <a:xfrm rot="-5400000">
            <a:off x="4435575" y="2747025"/>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46"/>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299" name="Google Shape;299;p46"/>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0" name="Google Shape;300;p46"/>
          <p:cNvSpPr/>
          <p:nvPr/>
        </p:nvSpPr>
        <p:spPr>
          <a:xfrm>
            <a:off x="5802863" y="3454800"/>
            <a:ext cx="1445700" cy="1568700"/>
          </a:xfrm>
          <a:prstGeom prst="rect">
            <a:avLst/>
          </a:prstGeom>
          <a:noFill/>
          <a:ln w="76200" cap="flat" cmpd="sng">
            <a:solidFill>
              <a:srgbClr val="C022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pic>
        <p:nvPicPr>
          <p:cNvPr id="305" name="Google Shape;305;p47"/>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306" name="Google Shape;306;p47"/>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7" name="Google Shape;307;p47"/>
          <p:cNvSpPr/>
          <p:nvPr/>
        </p:nvSpPr>
        <p:spPr>
          <a:xfrm>
            <a:off x="1454963" y="3395263"/>
            <a:ext cx="1445700" cy="1568700"/>
          </a:xfrm>
          <a:prstGeom prst="rect">
            <a:avLst/>
          </a:prstGeom>
          <a:noFill/>
          <a:ln w="76200" cap="flat" cmpd="sng">
            <a:solidFill>
              <a:srgbClr val="C022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pic>
        <p:nvPicPr>
          <p:cNvPr id="312" name="Google Shape;312;p4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13" name="Google Shape;313;p48"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314" name="Google Shape;314;p48"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315" name="Google Shape;315;p48"/>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6" name="Google Shape;316;p48"/>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17" name="Google Shape;317;p48"/>
          <p:cNvPicPr preferRelativeResize="0"/>
          <p:nvPr/>
        </p:nvPicPr>
        <p:blipFill>
          <a:blip r:embed="rId5">
            <a:alphaModFix/>
          </a:blip>
          <a:stretch>
            <a:fillRect/>
          </a:stretch>
        </p:blipFill>
        <p:spPr>
          <a:xfrm>
            <a:off x="3300250" y="3020950"/>
            <a:ext cx="1698800" cy="2075924"/>
          </a:xfrm>
          <a:prstGeom prst="rect">
            <a:avLst/>
          </a:prstGeom>
          <a:noFill/>
          <a:ln>
            <a:noFill/>
          </a:ln>
        </p:spPr>
      </p:pic>
      <p:pic>
        <p:nvPicPr>
          <p:cNvPr id="318" name="Google Shape;318;p48"/>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19" name="Google Shape;319;p48"/>
          <p:cNvPicPr preferRelativeResize="0"/>
          <p:nvPr/>
        </p:nvPicPr>
        <p:blipFill>
          <a:blip r:embed="rId7">
            <a:alphaModFix/>
          </a:blip>
          <a:stretch>
            <a:fillRect/>
          </a:stretch>
        </p:blipFill>
        <p:spPr>
          <a:xfrm>
            <a:off x="2626413" y="2600925"/>
            <a:ext cx="669874" cy="700775"/>
          </a:xfrm>
          <a:prstGeom prst="rect">
            <a:avLst/>
          </a:prstGeom>
          <a:noFill/>
          <a:ln>
            <a:noFill/>
          </a:ln>
        </p:spPr>
      </p:pic>
      <p:pic>
        <p:nvPicPr>
          <p:cNvPr id="320" name="Google Shape;320;p48" descr="Public Domain Clip Art Image | Lop eared rabbit | ID ..."/>
          <p:cNvPicPr preferRelativeResize="0"/>
          <p:nvPr/>
        </p:nvPicPr>
        <p:blipFill rotWithShape="1">
          <a:blip r:embed="rId8">
            <a:alphaModFix/>
          </a:blip>
          <a:srcRect t="-12447" r="-16522"/>
          <a:stretch/>
        </p:blipFill>
        <p:spPr>
          <a:xfrm>
            <a:off x="1259875" y="2484075"/>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anim calcmode="lin" valueType="num">
                                      <p:cBhvr additive="base">
                                        <p:cTn id="7" dur="1000"/>
                                        <p:tgtEl>
                                          <p:spTgt spid="31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17"/>
                                        </p:tgtEl>
                                        <p:attrNameLst>
                                          <p:attrName>style.visibility</p:attrName>
                                        </p:attrNameLst>
                                      </p:cBhvr>
                                      <p:to>
                                        <p:strVal val="visible"/>
                                      </p:to>
                                    </p:set>
                                    <p:anim calcmode="lin" valueType="num">
                                      <p:cBhvr additive="base">
                                        <p:cTn id="12" dur="1000"/>
                                        <p:tgtEl>
                                          <p:spTgt spid="317"/>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4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26" name="Google Shape;326;p49"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327" name="Google Shape;327;p49"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328" name="Google Shape;328;p49"/>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 name="Google Shape;329;p49"/>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0" name="Google Shape;330;p49"/>
          <p:cNvPicPr preferRelativeResize="0"/>
          <p:nvPr/>
        </p:nvPicPr>
        <p:blipFill>
          <a:blip r:embed="rId5">
            <a:alphaModFix/>
          </a:blip>
          <a:stretch>
            <a:fillRect/>
          </a:stretch>
        </p:blipFill>
        <p:spPr>
          <a:xfrm>
            <a:off x="3406375" y="3084875"/>
            <a:ext cx="1716300" cy="2097300"/>
          </a:xfrm>
          <a:prstGeom prst="rect">
            <a:avLst/>
          </a:prstGeom>
          <a:noFill/>
          <a:ln>
            <a:noFill/>
          </a:ln>
        </p:spPr>
      </p:pic>
      <p:pic>
        <p:nvPicPr>
          <p:cNvPr id="331" name="Google Shape;331;p49"/>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32" name="Google Shape;332;p49"/>
          <p:cNvPicPr preferRelativeResize="0"/>
          <p:nvPr/>
        </p:nvPicPr>
        <p:blipFill>
          <a:blip r:embed="rId7">
            <a:alphaModFix/>
          </a:blip>
          <a:stretch>
            <a:fillRect/>
          </a:stretch>
        </p:blipFill>
        <p:spPr>
          <a:xfrm>
            <a:off x="2626413" y="2600925"/>
            <a:ext cx="669874" cy="700775"/>
          </a:xfrm>
          <a:prstGeom prst="rect">
            <a:avLst/>
          </a:prstGeom>
          <a:noFill/>
          <a:ln>
            <a:noFill/>
          </a:ln>
        </p:spPr>
      </p:pic>
      <p:pic>
        <p:nvPicPr>
          <p:cNvPr id="333" name="Google Shape;333;p49" descr="Public Domain Clip Art Image | Lop eared rabbit | ID ..."/>
          <p:cNvPicPr preferRelativeResize="0"/>
          <p:nvPr/>
        </p:nvPicPr>
        <p:blipFill rotWithShape="1">
          <a:blip r:embed="rId8">
            <a:alphaModFix/>
          </a:blip>
          <a:srcRect t="-12447" r="-16522"/>
          <a:stretch/>
        </p:blipFill>
        <p:spPr>
          <a:xfrm>
            <a:off x="1259875" y="2484075"/>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30"/>
                                        </p:tgtEl>
                                        <p:attrNameLst>
                                          <p:attrName>style.visibility</p:attrName>
                                        </p:attrNameLst>
                                      </p:cBhvr>
                                      <p:to>
                                        <p:strVal val="visible"/>
                                      </p:to>
                                    </p:set>
                                    <p:anim calcmode="lin" valueType="num">
                                      <p:cBhvr additive="base">
                                        <p:cTn id="7" dur="1000"/>
                                        <p:tgtEl>
                                          <p:spTgt spid="330"/>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2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3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2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50" descr="A cartoon of a white and purple animal&#10;&#10;Description automatically generated"/>
          <p:cNvPicPr preferRelativeResize="0"/>
          <p:nvPr/>
        </p:nvPicPr>
        <p:blipFill rotWithShape="1">
          <a:blip r:embed="rId3">
            <a:alphaModFix/>
          </a:blip>
          <a:srcRect/>
          <a:stretch/>
        </p:blipFill>
        <p:spPr>
          <a:xfrm>
            <a:off x="7144925" y="2788363"/>
            <a:ext cx="1573925" cy="1922285"/>
          </a:xfrm>
          <a:prstGeom prst="rect">
            <a:avLst/>
          </a:prstGeom>
          <a:noFill/>
          <a:ln>
            <a:noFill/>
          </a:ln>
        </p:spPr>
      </p:pic>
      <p:pic>
        <p:nvPicPr>
          <p:cNvPr id="339" name="Google Shape;339;p5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340" name="Google Shape;340;p50" title="download-2.jpg"/>
          <p:cNvPicPr preferRelativeResize="0"/>
          <p:nvPr/>
        </p:nvPicPr>
        <p:blipFill>
          <a:blip r:embed="rId5">
            <a:alphaModFix/>
          </a:blip>
          <a:stretch>
            <a:fillRect/>
          </a:stretch>
        </p:blipFill>
        <p:spPr>
          <a:xfrm>
            <a:off x="2114749" y="3307850"/>
            <a:ext cx="1371950" cy="1371950"/>
          </a:xfrm>
          <a:prstGeom prst="rect">
            <a:avLst/>
          </a:prstGeom>
          <a:noFill/>
          <a:ln>
            <a:noFill/>
          </a:ln>
        </p:spPr>
      </p:pic>
      <p:pic>
        <p:nvPicPr>
          <p:cNvPr id="341" name="Google Shape;341;p50" title="images-3.jpg"/>
          <p:cNvPicPr preferRelativeResize="0"/>
          <p:nvPr/>
        </p:nvPicPr>
        <p:blipFill rotWithShape="1">
          <a:blip r:embed="rId6">
            <a:alphaModFix/>
          </a:blip>
          <a:srcRect l="1650" t="-6060" r="-1649" b="6060"/>
          <a:stretch/>
        </p:blipFill>
        <p:spPr>
          <a:xfrm>
            <a:off x="5432900" y="3802750"/>
            <a:ext cx="1671200" cy="1198225"/>
          </a:xfrm>
          <a:prstGeom prst="rect">
            <a:avLst/>
          </a:prstGeom>
          <a:noFill/>
          <a:ln>
            <a:noFill/>
          </a:ln>
        </p:spPr>
      </p:pic>
      <p:pic>
        <p:nvPicPr>
          <p:cNvPr id="342" name="Google Shape;342;p50" title="download-3.jpg"/>
          <p:cNvPicPr preferRelativeResize="0"/>
          <p:nvPr/>
        </p:nvPicPr>
        <p:blipFill>
          <a:blip r:embed="rId7">
            <a:alphaModFix/>
          </a:blip>
          <a:stretch>
            <a:fillRect/>
          </a:stretch>
        </p:blipFill>
        <p:spPr>
          <a:xfrm>
            <a:off x="78800" y="34275"/>
            <a:ext cx="2035948" cy="2100450"/>
          </a:xfrm>
          <a:prstGeom prst="rect">
            <a:avLst/>
          </a:prstGeom>
          <a:noFill/>
          <a:ln>
            <a:noFill/>
          </a:ln>
        </p:spPr>
      </p:pic>
      <p:pic>
        <p:nvPicPr>
          <p:cNvPr id="343" name="Google Shape;343;p50" descr="Small Trees | Free SVG"/>
          <p:cNvPicPr preferRelativeResize="0"/>
          <p:nvPr/>
        </p:nvPicPr>
        <p:blipFill>
          <a:blip r:embed="rId8">
            <a:alphaModFix/>
          </a:blip>
          <a:stretch>
            <a:fillRect/>
          </a:stretch>
        </p:blipFill>
        <p:spPr>
          <a:xfrm>
            <a:off x="6633625" y="289750"/>
            <a:ext cx="2044399" cy="2044400"/>
          </a:xfrm>
          <a:prstGeom prst="rect">
            <a:avLst/>
          </a:prstGeom>
          <a:noFill/>
          <a:ln>
            <a:noFill/>
          </a:ln>
        </p:spPr>
      </p:pic>
      <p:sp>
        <p:nvSpPr>
          <p:cNvPr id="344" name="Google Shape;344;p50"/>
          <p:cNvSpPr/>
          <p:nvPr/>
        </p:nvSpPr>
        <p:spPr>
          <a:xfrm>
            <a:off x="1386525"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 name="Google Shape;345;p50"/>
          <p:cNvSpPr/>
          <p:nvPr/>
        </p:nvSpPr>
        <p:spPr>
          <a:xfrm flipH="1">
            <a:off x="8300"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6" name="Google Shape;346;p50"/>
          <p:cNvPicPr preferRelativeResize="0"/>
          <p:nvPr/>
        </p:nvPicPr>
        <p:blipFill>
          <a:blip r:embed="rId9">
            <a:alphaModFix/>
          </a:blip>
          <a:stretch>
            <a:fillRect/>
          </a:stretch>
        </p:blipFill>
        <p:spPr>
          <a:xfrm>
            <a:off x="697974" y="2788375"/>
            <a:ext cx="1610700" cy="1968275"/>
          </a:xfrm>
          <a:prstGeom prst="rect">
            <a:avLst/>
          </a:prstGeom>
          <a:noFill/>
          <a:ln>
            <a:noFill/>
          </a:ln>
        </p:spPr>
      </p:pic>
      <p:pic>
        <p:nvPicPr>
          <p:cNvPr id="347" name="Google Shape;347;p50"/>
          <p:cNvPicPr preferRelativeResize="0"/>
          <p:nvPr/>
        </p:nvPicPr>
        <p:blipFill>
          <a:blip r:embed="rId10">
            <a:alphaModFix/>
          </a:blip>
          <a:stretch>
            <a:fillRect/>
          </a:stretch>
        </p:blipFill>
        <p:spPr>
          <a:xfrm>
            <a:off x="1720288" y="2221375"/>
            <a:ext cx="669874" cy="700775"/>
          </a:xfrm>
          <a:prstGeom prst="rect">
            <a:avLst/>
          </a:prstGeom>
          <a:noFill/>
          <a:ln>
            <a:noFill/>
          </a:ln>
        </p:spPr>
      </p:pic>
      <p:pic>
        <p:nvPicPr>
          <p:cNvPr id="348" name="Google Shape;348;p50" descr="Public Domain Clip Art Image | Lop eared rabbit | ID ..."/>
          <p:cNvPicPr preferRelativeResize="0"/>
          <p:nvPr/>
        </p:nvPicPr>
        <p:blipFill rotWithShape="1">
          <a:blip r:embed="rId11">
            <a:alphaModFix/>
          </a:blip>
          <a:srcRect t="-12447" r="-16522"/>
          <a:stretch/>
        </p:blipFill>
        <p:spPr>
          <a:xfrm>
            <a:off x="345600" y="2104525"/>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6"/>
                                        </p:tgtEl>
                                        <p:attrNameLst>
                                          <p:attrName>style.visibility</p:attrName>
                                        </p:attrNameLst>
                                      </p:cBhvr>
                                      <p:to>
                                        <p:strVal val="visible"/>
                                      </p:to>
                                    </p:set>
                                    <p:anim calcmode="lin" valueType="num">
                                      <p:cBhvr additive="base">
                                        <p:cTn id="7" dur="1000"/>
                                        <p:tgtEl>
                                          <p:spTgt spid="34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38"/>
                                        </p:tgtEl>
                                        <p:attrNameLst>
                                          <p:attrName>style.visibility</p:attrName>
                                        </p:attrNameLst>
                                      </p:cBhvr>
                                      <p:to>
                                        <p:strVal val="visible"/>
                                      </p:to>
                                    </p:set>
                                    <p:anim calcmode="lin" valueType="num">
                                      <p:cBhvr additive="base">
                                        <p:cTn id="12" dur="1500"/>
                                        <p:tgtEl>
                                          <p:spTgt spid="33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2"/>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 name="Google Shape;366;p52"/>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67" name="Google Shape;367;p52"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368" name="Google Shape;368;p52"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369" name="Google Shape;369;p52" descr="Hybrid laptop computer | Public domain vectors"/>
          <p:cNvPicPr preferRelativeResize="0"/>
          <p:nvPr/>
        </p:nvPicPr>
        <p:blipFill rotWithShape="1">
          <a:blip r:embed="rId4">
            <a:alphaModFix/>
          </a:blip>
          <a:srcRect b="14806"/>
          <a:stretch/>
        </p:blipFill>
        <p:spPr>
          <a:xfrm>
            <a:off x="5309913" y="2024163"/>
            <a:ext cx="847275" cy="721820"/>
          </a:xfrm>
          <a:prstGeom prst="rect">
            <a:avLst/>
          </a:prstGeom>
          <a:noFill/>
          <a:ln>
            <a:noFill/>
          </a:ln>
        </p:spPr>
      </p:pic>
      <p:pic>
        <p:nvPicPr>
          <p:cNvPr id="370" name="Google Shape;370;p52"/>
          <p:cNvPicPr preferRelativeResize="0"/>
          <p:nvPr/>
        </p:nvPicPr>
        <p:blipFill>
          <a:blip r:embed="rId5">
            <a:alphaModFix/>
          </a:blip>
          <a:stretch>
            <a:fillRect/>
          </a:stretch>
        </p:blipFill>
        <p:spPr>
          <a:xfrm>
            <a:off x="1736099" y="2870425"/>
            <a:ext cx="1610700" cy="1968275"/>
          </a:xfrm>
          <a:prstGeom prst="rect">
            <a:avLst/>
          </a:prstGeom>
          <a:noFill/>
          <a:ln>
            <a:noFill/>
          </a:ln>
        </p:spPr>
      </p:pic>
      <p:pic>
        <p:nvPicPr>
          <p:cNvPr id="371" name="Google Shape;371;p52" descr="A cartoon of a white and purple animal&#10;&#10;Description automatically generated"/>
          <p:cNvPicPr preferRelativeResize="0"/>
          <p:nvPr/>
        </p:nvPicPr>
        <p:blipFill rotWithShape="1">
          <a:blip r:embed="rId6">
            <a:alphaModFix/>
          </a:blip>
          <a:srcRect t="-2250" b="2250"/>
          <a:stretch/>
        </p:blipFill>
        <p:spPr>
          <a:xfrm>
            <a:off x="3944525" y="2211500"/>
            <a:ext cx="2182375" cy="2665399"/>
          </a:xfrm>
          <a:prstGeom prst="rect">
            <a:avLst/>
          </a:prstGeom>
          <a:noFill/>
          <a:ln>
            <a:noFill/>
          </a:ln>
        </p:spPr>
      </p:pic>
      <p:pic>
        <p:nvPicPr>
          <p:cNvPr id="372" name="Google Shape;372;p52"/>
          <p:cNvPicPr preferRelativeResize="0"/>
          <p:nvPr/>
        </p:nvPicPr>
        <p:blipFill>
          <a:blip r:embed="rId7">
            <a:alphaModFix/>
          </a:blip>
          <a:stretch>
            <a:fillRect/>
          </a:stretch>
        </p:blipFill>
        <p:spPr>
          <a:xfrm>
            <a:off x="4003525" y="2024175"/>
            <a:ext cx="754150" cy="721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0"/>
                                        </p:tgtEl>
                                        <p:attrNameLst>
                                          <p:attrName>style.visibility</p:attrName>
                                        </p:attrNameLst>
                                      </p:cBhvr>
                                      <p:to>
                                        <p:strVal val="visible"/>
                                      </p:to>
                                    </p:set>
                                    <p:anim calcmode="lin" valueType="num">
                                      <p:cBhvr additive="base">
                                        <p:cTn id="7" dur="500" fill="hold"/>
                                        <p:tgtEl>
                                          <p:spTgt spid="370"/>
                                        </p:tgtEl>
                                        <p:attrNameLst>
                                          <p:attrName>ppt_x</p:attrName>
                                        </p:attrNameLst>
                                      </p:cBhvr>
                                      <p:tavLst>
                                        <p:tav tm="0">
                                          <p:val>
                                            <p:strVal val="0-#ppt_w/2"/>
                                          </p:val>
                                        </p:tav>
                                        <p:tav tm="100000">
                                          <p:val>
                                            <p:strVal val="#ppt_x"/>
                                          </p:val>
                                        </p:tav>
                                      </p:tavLst>
                                    </p:anim>
                                    <p:anim calcmode="lin" valueType="num">
                                      <p:cBhvr additive="base">
                                        <p:cTn id="8" dur="500" fill="hold"/>
                                        <p:tgtEl>
                                          <p:spTgt spid="3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71"/>
                                        </p:tgtEl>
                                        <p:attrNameLst>
                                          <p:attrName>style.visibility</p:attrName>
                                        </p:attrNameLst>
                                      </p:cBhvr>
                                      <p:to>
                                        <p:strVal val="visible"/>
                                      </p:to>
                                    </p:set>
                                    <p:anim calcmode="lin" valueType="num">
                                      <p:cBhvr additive="base">
                                        <p:cTn id="13" dur="1000"/>
                                        <p:tgtEl>
                                          <p:spTgt spid="371"/>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6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6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6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1"/>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54;p51"/>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55" name="Google Shape;355;p51"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356" name="Google Shape;356;p51"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357" name="Google Shape;357;p51"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358" name="Google Shape;358;p51"/>
          <p:cNvPicPr preferRelativeResize="0"/>
          <p:nvPr/>
        </p:nvPicPr>
        <p:blipFill>
          <a:blip r:embed="rId5">
            <a:alphaModFix/>
          </a:blip>
          <a:stretch>
            <a:fillRect/>
          </a:stretch>
        </p:blipFill>
        <p:spPr>
          <a:xfrm>
            <a:off x="1718349" y="2847875"/>
            <a:ext cx="1610700" cy="1968275"/>
          </a:xfrm>
          <a:prstGeom prst="rect">
            <a:avLst/>
          </a:prstGeom>
          <a:noFill/>
          <a:ln>
            <a:noFill/>
          </a:ln>
        </p:spPr>
      </p:pic>
      <p:pic>
        <p:nvPicPr>
          <p:cNvPr id="359" name="Google Shape;359;p51"/>
          <p:cNvPicPr preferRelativeResize="0"/>
          <p:nvPr/>
        </p:nvPicPr>
        <p:blipFill>
          <a:blip r:embed="rId5">
            <a:alphaModFix/>
          </a:blip>
          <a:stretch>
            <a:fillRect/>
          </a:stretch>
        </p:blipFill>
        <p:spPr>
          <a:xfrm>
            <a:off x="3989375" y="2301500"/>
            <a:ext cx="2135625" cy="2609725"/>
          </a:xfrm>
          <a:prstGeom prst="rect">
            <a:avLst/>
          </a:prstGeom>
          <a:noFill/>
          <a:ln>
            <a:noFill/>
          </a:ln>
        </p:spPr>
      </p:pic>
      <p:pic>
        <p:nvPicPr>
          <p:cNvPr id="360" name="Google Shape;360;p51"/>
          <p:cNvPicPr preferRelativeResize="0"/>
          <p:nvPr/>
        </p:nvPicPr>
        <p:blipFill>
          <a:blip r:embed="rId6">
            <a:alphaModFix/>
          </a:blip>
          <a:stretch>
            <a:fillRect/>
          </a:stretch>
        </p:blipFill>
        <p:spPr>
          <a:xfrm>
            <a:off x="4045663" y="2034688"/>
            <a:ext cx="669874" cy="700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59"/>
                                        </p:tgtEl>
                                        <p:attrNameLst>
                                          <p:attrName>style.visibility</p:attrName>
                                        </p:attrNameLst>
                                      </p:cBhvr>
                                      <p:to>
                                        <p:strVal val="visible"/>
                                      </p:to>
                                    </p:set>
                                    <p:anim calcmode="lin" valueType="num">
                                      <p:cBhvr additive="base">
                                        <p:cTn id="7" dur="1000"/>
                                        <p:tgtEl>
                                          <p:spTgt spid="359"/>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5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5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5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6"/>
        <p:cNvGrpSpPr/>
        <p:nvPr/>
      </p:nvGrpSpPr>
      <p:grpSpPr>
        <a:xfrm>
          <a:off x="0" y="0"/>
          <a:ext cx="0" cy="0"/>
          <a:chOff x="0" y="0"/>
          <a:chExt cx="0" cy="0"/>
        </a:xfrm>
      </p:grpSpPr>
      <p:sp>
        <p:nvSpPr>
          <p:cNvPr id="377" name="Google Shape;377;p53"/>
          <p:cNvSpPr/>
          <p:nvPr/>
        </p:nvSpPr>
        <p:spPr>
          <a:xfrm>
            <a:off x="1143" y="0"/>
            <a:ext cx="9141900" cy="51435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78" name="Google Shape;378;p53" descr="A blue sky with clouds and text&#10;&#10;Description automatically generated"/>
          <p:cNvPicPr preferRelativeResize="0"/>
          <p:nvPr/>
        </p:nvPicPr>
        <p:blipFill rotWithShape="1">
          <a:blip r:embed="rId3">
            <a:alphaModFix/>
          </a:blip>
          <a:srcRect b="19"/>
          <a:stretch/>
        </p:blipFill>
        <p:spPr>
          <a:xfrm>
            <a:off x="15" y="962"/>
            <a:ext cx="9143987" cy="514253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84" name="Google Shape;384;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85" name="Google Shape;385;p5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91" name="Google Shape;391;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92" name="Google Shape;392;p5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746</Words>
  <Application>Microsoft Macintosh PowerPoint</Application>
  <PresentationFormat>On-screen Show (16:9)</PresentationFormat>
  <Paragraphs>42</Paragraphs>
  <Slides>28</Slides>
  <Notes>28</Notes>
  <HiddenSlides>1</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28</vt:i4>
      </vt:variant>
    </vt:vector>
  </HeadingPairs>
  <TitlesOfParts>
    <vt:vector size="34" baseType="lpstr">
      <vt:lpstr>Calibri</vt:lpstr>
      <vt:lpstr>Helvetica Neue Light</vt:lpstr>
      <vt:lpstr>Arial</vt:lpstr>
      <vt:lpstr>Helvetica Neue</vt:lpstr>
      <vt:lpstr>Simple Light</vt:lpstr>
      <vt:lpstr>Office Theme</vt:lpstr>
      <vt:lpstr>PowerPoint Presentation</vt:lpstr>
      <vt:lpstr>PowerPoint Presentation</vt:lpstr>
      <vt:lpstr>PowerPoint Presentation</vt:lpstr>
      <vt:lpstr>PowerPoint Presentation</vt:lpstr>
      <vt:lpstr>PowerPoint Presentation</vt:lpstr>
      <vt:lpstr>Negative Condition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Richardson, Megan K</cp:lastModifiedBy>
  <cp:revision>2</cp:revision>
  <dcterms:modified xsi:type="dcterms:W3CDTF">2025-04-21T17:36:48Z</dcterms:modified>
</cp:coreProperties>
</file>