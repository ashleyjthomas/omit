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32"/>
      <p:bold r:id="rId33"/>
      <p:italic r:id="rId34"/>
      <p:boldItalic r:id="rId35"/>
    </p:embeddedFont>
    <p:embeddedFont>
      <p:font typeface="Helvetica Neue Light" panose="02000403000000020004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10"/>
    <p:restoredTop sz="82111"/>
  </p:normalViewPr>
  <p:slideViewPr>
    <p:cSldViewPr snapToGrid="0">
      <p:cViewPr varScale="1">
        <p:scale>
          <a:sx n="104" d="100"/>
          <a:sy n="104" d="100"/>
        </p:scale>
        <p:origin x="208" y="5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d96758c8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fd96758c8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fd96758c84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fd96758c84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fd96758c84_0_1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2fd96758c84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d96758c84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fd96758c84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Skylar! [click] I am going to tell you a story about him!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Skylar feels sad today [click] and doesn’t know why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725bdd42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f725bdd42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f19643013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f19643013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school today, Skylar learned that owls move by silently flapping their wings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725bdd42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f725bdd42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Skylar is still feeling sad, even after he learned an interesting fact about owls.</a:t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bbc251e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bbc251e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one is Skylar’s friend, 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bd123be2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4bd123be2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this one is Skylar’s super close best friend. Skylar is going to run into both of them on the way home.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09758d60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409758d60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after school, Skylar saw his super close best friend named Finley. Finley said “Hi Skylar!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Skylar will tell his super close best friend Finley about the owls or that he’s feeling sad today?.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69af4f82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69af4f82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Then Skylar saw his friend named Peyton. Peyton said “Hi Skylar!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Skylar will tell his friend Peyton about the owls or that he’s feeling sad today?.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9d30efcf1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9d30efcf1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Later that day, Skylar went to the pool and saw a different friend who he wanted to become super close best friends with.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If Skylar wanted to share something that would make them become super close best friends, Do you think Skylar will tell about the owls or that he’s feeling sad today? 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69af4f821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469af4f821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Then Skylar saw his mom who ALSO felt sad today and </a:t>
            </a:r>
            <a:r>
              <a:rPr lang="en" dirty="0">
                <a:solidFill>
                  <a:schemeClr val="dk1"/>
                </a:solidFill>
              </a:rPr>
              <a:t>and learned a fact about</a:t>
            </a:r>
            <a:r>
              <a:rPr lang="en" dirty="0"/>
              <a:t> foxes work. Skylar said “Hi mom! How was your day?”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think Skylar’s mom will tell Sklyar that she is feeling sad today or the fact about foxes that she learned at work? Why?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469af4f821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469af4f821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Skylar saw his friend’s mom who ALSO felt sad today and </a:t>
            </a:r>
            <a:r>
              <a:rPr lang="en">
                <a:solidFill>
                  <a:schemeClr val="dk1"/>
                </a:solidFill>
              </a:rPr>
              <a:t>learned a fact about geese</a:t>
            </a:r>
            <a:r>
              <a:rPr lang="en"/>
              <a:t>, Skylar said “Hi! How was your day?”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think Skylar’s friend’s mom will tell Skylar the fact about geese that she learned at work or that she’s feeling sad? Why?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09c7089d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09c7089d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Jamie! [click] I am going to tell you a story about her! Jamie feels happy today [click] and she doesn’t know why.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04c77a680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04c77a680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school today, Jamie learned that rabbits move by using their back legs to hop.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4c77a680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4c77a680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Jaime is still feeling happy, even after learning an interesting fact about rabbits.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bbc251ec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4bbc251ec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This one is Jamie’s  friend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4bd123be2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4bd123be2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this one is Jamie’s super close best friend. Jamie is going to run into both of them on the way home.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04c77a680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04c77a680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 after school, Jamie saw her super close best friend named Robin. Robin said “Hi Jamie!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Jamie will tell her super close best friend Robin about the rabbits or that she’s feeling happy today?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04c77a680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04c77a680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Then Jamie saw her friend named Taylor. Taylor said “Hi Jamie!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Jamie will tell her friend Taylor about the rabbits or about feeling happy today?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04c77a6804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04c77a6804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Later that day, Jamie went to the pool and saw a friend who she wanted to become super close best friends with.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If Jaime wanted to share something that would make them become super close best friends, Do you think Jaime will tell them about the rabbits or about feeling happy today? 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04c77a6804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04c77a6804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Then Jamie saw her mom who ALSO felt happy today and </a:t>
            </a:r>
            <a:r>
              <a:rPr lang="en" dirty="0">
                <a:solidFill>
                  <a:schemeClr val="dk1"/>
                </a:solidFill>
              </a:rPr>
              <a:t>learned a fact about</a:t>
            </a:r>
            <a:r>
              <a:rPr lang="en" dirty="0"/>
              <a:t> racoons at work. Jamie said “Hi mom! How was your day?”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think Jamie’s mom will tell Jamie that she is feeling happy today or the fact about raccoons ? Why?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04c77a6804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04c77a6804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Then Jamie saw her friend’s mom who ALSO felt happy today and learned a fact about lizards at work, Jamie said “Hi! How was your day?”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think Jamie’s friend’s mom will tell Jamie that she’s feeling happy or the fact about lizards ? Why?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fd96758c84_0_3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2fd96758c84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fd96758c84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fd96758c84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fd96758c84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fd96758c84_0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5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4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.jp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15.jp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2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8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jpg"/><Relationship Id="rId11" Type="http://schemas.openxmlformats.org/officeDocument/2006/relationships/image" Target="../media/image24.png"/><Relationship Id="rId5" Type="http://schemas.openxmlformats.org/officeDocument/2006/relationships/image" Target="../media/image16.jpg"/><Relationship Id="rId10" Type="http://schemas.openxmlformats.org/officeDocument/2006/relationships/image" Target="../media/image27.png"/><Relationship Id="rId4" Type="http://schemas.openxmlformats.org/officeDocument/2006/relationships/image" Target="../media/image15.jpg"/><Relationship Id="rId9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20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4" Type="http://schemas.openxmlformats.org/officeDocument/2006/relationships/image" Target="../media/image2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3574709" y="1282069"/>
            <a:ext cx="19947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lang="en" sz="21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Verbal Consent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1657349" y="1782953"/>
            <a:ext cx="5829300" cy="15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 have read and understand the consent document. I am this child's parent or legal guardian and we both agree to participate in this study." </a:t>
            </a:r>
            <a:endParaRPr sz="2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4124" y="1725999"/>
            <a:ext cx="1778975" cy="217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2" descr="Wate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9325" y="2666938"/>
            <a:ext cx="292050" cy="2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title"/>
          </p:nvPr>
        </p:nvSpPr>
        <p:spPr>
          <a:xfrm>
            <a:off x="2888250" y="1999525"/>
            <a:ext cx="33675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Condition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888" y="2176249"/>
            <a:ext cx="1622223" cy="19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4"/>
          <p:cNvSpPr/>
          <p:nvPr/>
        </p:nvSpPr>
        <p:spPr>
          <a:xfrm>
            <a:off x="4945675" y="1525175"/>
            <a:ext cx="1716600" cy="1276800"/>
          </a:xfrm>
          <a:prstGeom prst="cloudCallout">
            <a:avLst>
              <a:gd name="adj1" fmla="val -32278"/>
              <a:gd name="adj2" fmla="val 61009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34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4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4" descr="Brown Cartoon Owl Vector Clipart image - Free stock photo - Public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6938" y="1741825"/>
            <a:ext cx="594075" cy="82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888" y="2176249"/>
            <a:ext cx="1622223" cy="19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5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5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5" descr="Water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3021388"/>
            <a:ext cx="292050" cy="2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150" y="2871917"/>
            <a:ext cx="1730875" cy="211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775" y="2890925"/>
            <a:ext cx="1699450" cy="20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6"/>
          <p:cNvSpPr/>
          <p:nvPr/>
        </p:nvSpPr>
        <p:spPr>
          <a:xfrm>
            <a:off x="5743650" y="3314575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150" y="2871917"/>
            <a:ext cx="1730875" cy="211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775" y="2890925"/>
            <a:ext cx="1699450" cy="20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7"/>
          <p:cNvSpPr/>
          <p:nvPr/>
        </p:nvSpPr>
        <p:spPr>
          <a:xfrm>
            <a:off x="1495738" y="3300450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/>
          <p:nvPr/>
        </p:nvSpPr>
        <p:spPr>
          <a:xfrm flipH="1">
            <a:off x="922575" y="2506413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" name="Google Shape;210;p38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175" y="2878317"/>
            <a:ext cx="1730875" cy="2115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8"/>
          <p:cNvSpPr/>
          <p:nvPr/>
        </p:nvSpPr>
        <p:spPr>
          <a:xfrm>
            <a:off x="2292650" y="250640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5" name="Google Shape;215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1730" y="2535211"/>
            <a:ext cx="770345" cy="8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01613" y="2944711"/>
            <a:ext cx="1622223" cy="19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8" descr="Brown Cartoon Owl Vector Clipart image - Free stock photo - Public ...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34758" y="2547746"/>
            <a:ext cx="594075" cy="82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animBg="1"/>
      <p:bldP spid="2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9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9"/>
          <p:cNvSpPr/>
          <p:nvPr/>
        </p:nvSpPr>
        <p:spPr>
          <a:xfrm>
            <a:off x="2260000" y="25717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9258" y="2992074"/>
            <a:ext cx="1622223" cy="19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9"/>
          <p:cNvSpPr/>
          <p:nvPr/>
        </p:nvSpPr>
        <p:spPr>
          <a:xfrm flipH="1">
            <a:off x="884225" y="2566288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" name="Google Shape;230;p39" descr="Brown Cartoon Owl Vector Clipart image - Free stock photo - Public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09888" y="2596225"/>
            <a:ext cx="594075" cy="82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3850" y="2944687"/>
            <a:ext cx="1699450" cy="207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46430" y="2592110"/>
            <a:ext cx="770345" cy="8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2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04100" y="2571750"/>
            <a:ext cx="1487350" cy="181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0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4750" y="2194550"/>
            <a:ext cx="4339350" cy="15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399" y="2606313"/>
            <a:ext cx="1487350" cy="181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0" title="download-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4749" y="3307850"/>
            <a:ext cx="1371950" cy="13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0" title="images-3.jpg"/>
          <p:cNvPicPr preferRelativeResize="0"/>
          <p:nvPr/>
        </p:nvPicPr>
        <p:blipFill rotWithShape="1">
          <a:blip r:embed="rId7">
            <a:alphaModFix/>
          </a:blip>
          <a:srcRect l="1650" t="-6060" r="-1649" b="6060"/>
          <a:stretch/>
        </p:blipFill>
        <p:spPr>
          <a:xfrm>
            <a:off x="5432900" y="3802750"/>
            <a:ext cx="1671200" cy="11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0" title="download-3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800" y="34275"/>
            <a:ext cx="2035948" cy="21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0" descr="Small Trees | Free SV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33625" y="289750"/>
            <a:ext cx="2044399" cy="20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0"/>
          <p:cNvSpPr/>
          <p:nvPr/>
        </p:nvSpPr>
        <p:spPr>
          <a:xfrm>
            <a:off x="1386525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0"/>
          <p:cNvSpPr/>
          <p:nvPr/>
        </p:nvSpPr>
        <p:spPr>
          <a:xfrm flipH="1">
            <a:off x="8300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6630" y="2162250"/>
            <a:ext cx="770345" cy="8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0" descr="Brown Cartoon Owl Vector Clipart image - Free stock photo - Public ...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26976" y="2134725"/>
            <a:ext cx="594075" cy="82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 animBg="1"/>
      <p:bldP spid="24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/>
          <p:nvPr/>
        </p:nvSpPr>
        <p:spPr>
          <a:xfrm flipH="1">
            <a:off x="372795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41"/>
          <p:cNvSpPr/>
          <p:nvPr/>
        </p:nvSpPr>
        <p:spPr>
          <a:xfrm>
            <a:off x="5111950" y="1978725"/>
            <a:ext cx="1243200" cy="83295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4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1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70125" y="2024165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7775" y="2138325"/>
            <a:ext cx="2330900" cy="28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6500" y="2913350"/>
            <a:ext cx="1560875" cy="190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2300" y="2010000"/>
            <a:ext cx="724638" cy="7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25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/>
          <p:nvPr/>
        </p:nvSpPr>
        <p:spPr>
          <a:xfrm flipH="1">
            <a:off x="371980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2"/>
          <p:cNvSpPr/>
          <p:nvPr/>
        </p:nvSpPr>
        <p:spPr>
          <a:xfrm>
            <a:off x="5108425" y="1978725"/>
            <a:ext cx="12432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5" name="Google Shape;265;p4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2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49412" y="2024165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1287" y="2880461"/>
            <a:ext cx="1560875" cy="190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2" descr="A cartoon of a white and purple anima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t="-2250" b="2250"/>
          <a:stretch/>
        </p:blipFill>
        <p:spPr>
          <a:xfrm>
            <a:off x="3944525" y="2211500"/>
            <a:ext cx="2182375" cy="266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0162" y="2081219"/>
            <a:ext cx="619725" cy="64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100" y="1564150"/>
            <a:ext cx="1884325" cy="230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3"/>
          <p:cNvSpPr/>
          <p:nvPr/>
        </p:nvSpPr>
        <p:spPr>
          <a:xfrm rot="-5400000">
            <a:off x="4400888" y="2412313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7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6775" y="1898850"/>
            <a:ext cx="1884325" cy="230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4"/>
          <p:cNvSpPr/>
          <p:nvPr/>
        </p:nvSpPr>
        <p:spPr>
          <a:xfrm>
            <a:off x="4945675" y="1525175"/>
            <a:ext cx="1716600" cy="1276800"/>
          </a:xfrm>
          <a:prstGeom prst="cloudCallout">
            <a:avLst>
              <a:gd name="adj1" fmla="val -32278"/>
              <a:gd name="adj2" fmla="val 61009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3" name="Google Shape;283;p44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4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4" descr="Public Domain Clip Art Image | Lop eared rabbit | ID ..."/>
          <p:cNvPicPr preferRelativeResize="0"/>
          <p:nvPr/>
        </p:nvPicPr>
        <p:blipFill rotWithShape="1">
          <a:blip r:embed="rId6">
            <a:alphaModFix/>
          </a:blip>
          <a:srcRect t="-12447" r="-16522"/>
          <a:stretch/>
        </p:blipFill>
        <p:spPr>
          <a:xfrm>
            <a:off x="5537500" y="1659637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6775" y="1898850"/>
            <a:ext cx="1884325" cy="230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5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5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5"/>
          <p:cNvSpPr/>
          <p:nvPr/>
        </p:nvSpPr>
        <p:spPr>
          <a:xfrm rot="-5400000">
            <a:off x="4435575" y="27470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425" y="3067575"/>
            <a:ext cx="1698800" cy="20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7575" y="3130962"/>
            <a:ext cx="1716300" cy="20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6"/>
          <p:cNvSpPr/>
          <p:nvPr/>
        </p:nvSpPr>
        <p:spPr>
          <a:xfrm>
            <a:off x="5802863" y="3454800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C022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425" y="3067575"/>
            <a:ext cx="1698800" cy="20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7575" y="3130962"/>
            <a:ext cx="1716300" cy="20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7"/>
          <p:cNvSpPr/>
          <p:nvPr/>
        </p:nvSpPr>
        <p:spPr>
          <a:xfrm>
            <a:off x="1454963" y="3395263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C022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8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8"/>
          <p:cNvSpPr/>
          <p:nvPr/>
        </p:nvSpPr>
        <p:spPr>
          <a:xfrm>
            <a:off x="2292650" y="250640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48"/>
          <p:cNvSpPr/>
          <p:nvPr/>
        </p:nvSpPr>
        <p:spPr>
          <a:xfrm flipH="1">
            <a:off x="922575" y="2506413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7064" y="3029126"/>
            <a:ext cx="1698800" cy="20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6249" y="31367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6338" y="2600912"/>
            <a:ext cx="669874" cy="7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8" descr="Public Domain Clip Art Image | Lop eared rabbit | ID ..."/>
          <p:cNvPicPr preferRelativeResize="0"/>
          <p:nvPr/>
        </p:nvPicPr>
        <p:blipFill rotWithShape="1">
          <a:blip r:embed="rId8">
            <a:alphaModFix/>
          </a:blip>
          <a:srcRect t="-12447" r="-16522"/>
          <a:stretch/>
        </p:blipFill>
        <p:spPr>
          <a:xfrm>
            <a:off x="2609437" y="2484075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0" animBg="1"/>
      <p:bldP spid="3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9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9"/>
          <p:cNvSpPr/>
          <p:nvPr/>
        </p:nvSpPr>
        <p:spPr>
          <a:xfrm>
            <a:off x="2292650" y="250640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9"/>
          <p:cNvSpPr/>
          <p:nvPr/>
        </p:nvSpPr>
        <p:spPr>
          <a:xfrm flipH="1">
            <a:off x="922575" y="2506413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0663" y="3046200"/>
            <a:ext cx="1716300" cy="20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6249" y="31367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4124" y="2600912"/>
            <a:ext cx="669874" cy="7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9" descr="Public Domain Clip Art Image | Lop eared rabbit | ID ..."/>
          <p:cNvPicPr preferRelativeResize="0"/>
          <p:nvPr/>
        </p:nvPicPr>
        <p:blipFill rotWithShape="1">
          <a:blip r:embed="rId8">
            <a:alphaModFix/>
          </a:blip>
          <a:srcRect t="-12447" r="-16522"/>
          <a:stretch/>
        </p:blipFill>
        <p:spPr>
          <a:xfrm>
            <a:off x="2595912" y="2441382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5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4925" y="2788363"/>
            <a:ext cx="1573925" cy="1922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4750" y="2194550"/>
            <a:ext cx="4339350" cy="15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 title="download-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4749" y="3307850"/>
            <a:ext cx="1371950" cy="13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0" title="images-3.jpg"/>
          <p:cNvPicPr preferRelativeResize="0"/>
          <p:nvPr/>
        </p:nvPicPr>
        <p:blipFill rotWithShape="1">
          <a:blip r:embed="rId6">
            <a:alphaModFix/>
          </a:blip>
          <a:srcRect l="1650" t="-6060" r="-1649" b="6060"/>
          <a:stretch/>
        </p:blipFill>
        <p:spPr>
          <a:xfrm>
            <a:off x="5432900" y="3802750"/>
            <a:ext cx="1671200" cy="11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0" title="download-3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800" y="34275"/>
            <a:ext cx="2035948" cy="21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 descr="Small Trees | Free SV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33625" y="289750"/>
            <a:ext cx="2044399" cy="20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0"/>
          <p:cNvSpPr/>
          <p:nvPr/>
        </p:nvSpPr>
        <p:spPr>
          <a:xfrm>
            <a:off x="1386525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50"/>
          <p:cNvSpPr/>
          <p:nvPr/>
        </p:nvSpPr>
        <p:spPr>
          <a:xfrm flipH="1">
            <a:off x="8300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6" name="Google Shape;346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7974" y="27883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20288" y="2221375"/>
            <a:ext cx="669874" cy="7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 descr="Public Domain Clip Art Image | Lop eared rabbit | ID ..."/>
          <p:cNvPicPr preferRelativeResize="0"/>
          <p:nvPr/>
        </p:nvPicPr>
        <p:blipFill rotWithShape="1">
          <a:blip r:embed="rId11">
            <a:alphaModFix/>
          </a:blip>
          <a:srcRect t="-12447" r="-16522"/>
          <a:stretch/>
        </p:blipFill>
        <p:spPr>
          <a:xfrm>
            <a:off x="345600" y="2104525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 animBg="1"/>
      <p:bldP spid="34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"/>
          <p:cNvSpPr/>
          <p:nvPr/>
        </p:nvSpPr>
        <p:spPr>
          <a:xfrm flipH="1">
            <a:off x="372795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51"/>
          <p:cNvSpPr/>
          <p:nvPr/>
        </p:nvSpPr>
        <p:spPr>
          <a:xfrm>
            <a:off x="5111950" y="1978725"/>
            <a:ext cx="1243200" cy="83295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5" name="Google Shape;355;p5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1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70125" y="2024165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8349" y="28478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9375" y="2301500"/>
            <a:ext cx="2135625" cy="2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8613" y="2024165"/>
            <a:ext cx="669874" cy="70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" grpId="0" animBg="1"/>
      <p:bldP spid="35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/>
          <p:nvPr/>
        </p:nvSpPr>
        <p:spPr>
          <a:xfrm flipH="1">
            <a:off x="372795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52"/>
          <p:cNvSpPr/>
          <p:nvPr/>
        </p:nvSpPr>
        <p:spPr>
          <a:xfrm>
            <a:off x="5111950" y="1978725"/>
            <a:ext cx="1243200" cy="83295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7" name="Google Shape;367;p5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2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56962" y="2024165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5841" y="2908624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2" descr="A cartoon of a white and purple anima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t="-2250" b="2250"/>
          <a:stretch/>
        </p:blipFill>
        <p:spPr>
          <a:xfrm>
            <a:off x="3944525" y="2211500"/>
            <a:ext cx="2182375" cy="266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72750" y="2034300"/>
            <a:ext cx="754150" cy="7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3"/>
          <p:cNvSpPr/>
          <p:nvPr/>
        </p:nvSpPr>
        <p:spPr>
          <a:xfrm>
            <a:off x="1143" y="0"/>
            <a:ext cx="91419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53" descr="A blue sky with clouds and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19"/>
          <a:stretch/>
        </p:blipFill>
        <p:spPr>
          <a:xfrm>
            <a:off x="15" y="962"/>
            <a:ext cx="9143987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85" name="Google Shape;38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92" name="Google Shape;39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746</Words>
  <Application>Microsoft Macintosh PowerPoint</Application>
  <PresentationFormat>On-screen Show (16:9)</PresentationFormat>
  <Paragraphs>42</Paragraphs>
  <Slides>28</Slides>
  <Notes>28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Helvetica Neue</vt:lpstr>
      <vt:lpstr>Arial</vt:lpstr>
      <vt:lpstr>Helvetica Neue Light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Negative Condition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Richardson, Megan K</cp:lastModifiedBy>
  <cp:revision>4</cp:revision>
  <dcterms:modified xsi:type="dcterms:W3CDTF">2025-05-12T18:44:16Z</dcterms:modified>
</cp:coreProperties>
</file>